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4"/>
    <p:sldMasterId id="2147483858" r:id="rId5"/>
  </p:sldMasterIdLst>
  <p:notesMasterIdLst>
    <p:notesMasterId r:id="rId20"/>
  </p:notesMasterIdLst>
  <p:handoutMasterIdLst>
    <p:handoutMasterId r:id="rId21"/>
  </p:handoutMasterIdLst>
  <p:sldIdLst>
    <p:sldId id="256" r:id="rId6"/>
    <p:sldId id="259" r:id="rId7"/>
    <p:sldId id="265" r:id="rId8"/>
    <p:sldId id="268" r:id="rId9"/>
    <p:sldId id="267" r:id="rId10"/>
    <p:sldId id="271" r:id="rId11"/>
    <p:sldId id="266" r:id="rId12"/>
    <p:sldId id="269" r:id="rId13"/>
    <p:sldId id="270" r:id="rId14"/>
    <p:sldId id="272" r:id="rId15"/>
    <p:sldId id="273" r:id="rId16"/>
    <p:sldId id="274" r:id="rId17"/>
    <p:sldId id="275" r:id="rId18"/>
    <p:sldId id="260" r:id="rId19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DF4B96EF-CC8F-43B2-AC4E-09B98CC98EE8}">
          <p14:sldIdLst>
            <p14:sldId id="256"/>
          </p14:sldIdLst>
        </p14:section>
        <p14:section name="Sección sin título" id="{E2B268A4-B3A8-4A1F-9C33-E99E49EA0A7D}">
          <p14:sldIdLst>
            <p14:sldId id="259"/>
            <p14:sldId id="265"/>
            <p14:sldId id="268"/>
            <p14:sldId id="267"/>
            <p14:sldId id="271"/>
            <p14:sldId id="266"/>
            <p14:sldId id="269"/>
            <p14:sldId id="270"/>
            <p14:sldId id="272"/>
            <p14:sldId id="273"/>
            <p14:sldId id="274"/>
            <p14:sldId id="275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5D45C0-633F-4367-AD4D-BB990E62E98F}" v="170" dt="2026-07-01T19:40:15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1" autoAdjust="0"/>
    <p:restoredTop sz="95223" autoAdjust="0"/>
  </p:normalViewPr>
  <p:slideViewPr>
    <p:cSldViewPr snapToGrid="0">
      <p:cViewPr varScale="1">
        <p:scale>
          <a:sx n="84" d="100"/>
          <a:sy n="84" d="100"/>
        </p:scale>
        <p:origin x="351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3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nidad Piedra Clemente" userId="3765aaf1b4b3ef91" providerId="LiveId" clId="{F95DCAB5-59F7-4F7C-8CD6-49CD87F8634E}"/>
    <pc:docChg chg="undo custSel addSld delSld modSld sldOrd addMainMaster modMainMaster addSection modSection">
      <pc:chgData name="Trinidad Piedra Clemente" userId="3765aaf1b4b3ef91" providerId="LiveId" clId="{F95DCAB5-59F7-4F7C-8CD6-49CD87F8634E}" dt="2026-07-01T19:40:22.988" v="720" actId="1076"/>
      <pc:docMkLst>
        <pc:docMk/>
      </pc:docMkLst>
      <pc:sldChg chg="addSp delSp modSp mod delDesignElem">
        <pc:chgData name="Trinidad Piedra Clemente" userId="3765aaf1b4b3ef91" providerId="LiveId" clId="{F95DCAB5-59F7-4F7C-8CD6-49CD87F8634E}" dt="2026-07-01T19:37:24.927" v="633" actId="1076"/>
        <pc:sldMkLst>
          <pc:docMk/>
          <pc:sldMk cId="834050406" sldId="256"/>
        </pc:sldMkLst>
        <pc:spChg chg="mod">
          <ac:chgData name="Trinidad Piedra Clemente" userId="3765aaf1b4b3ef91" providerId="LiveId" clId="{F95DCAB5-59F7-4F7C-8CD6-49CD87F8634E}" dt="2026-07-01T19:37:24.927" v="633" actId="1076"/>
          <ac:spMkLst>
            <pc:docMk/>
            <pc:sldMk cId="834050406" sldId="256"/>
            <ac:spMk id="3" creationId="{3FC7BD98-5486-489C-BAA0-A69CEFF691B3}"/>
          </ac:spMkLst>
        </pc:spChg>
        <pc:spChg chg="add del">
          <ac:chgData name="Trinidad Piedra Clemente" userId="3765aaf1b4b3ef91" providerId="LiveId" clId="{F95DCAB5-59F7-4F7C-8CD6-49CD87F8634E}" dt="2026-07-01T18:35:49.556" v="190"/>
          <ac:spMkLst>
            <pc:docMk/>
            <pc:sldMk cId="834050406" sldId="256"/>
            <ac:spMk id="34" creationId="{66D61E08-70C3-48D8-BEA0-787111DC30DA}"/>
          </ac:spMkLst>
        </pc:spChg>
        <pc:spChg chg="add del">
          <ac:chgData name="Trinidad Piedra Clemente" userId="3765aaf1b4b3ef91" providerId="LiveId" clId="{F95DCAB5-59F7-4F7C-8CD6-49CD87F8634E}" dt="2026-07-01T18:35:49.556" v="190"/>
          <ac:spMkLst>
            <pc:docMk/>
            <pc:sldMk cId="834050406" sldId="256"/>
            <ac:spMk id="35" creationId="{FC55298F-0AE5-478E-AD2B-03C2614C5833}"/>
          </ac:spMkLst>
        </pc:spChg>
        <pc:spChg chg="add del">
          <ac:chgData name="Trinidad Piedra Clemente" userId="3765aaf1b4b3ef91" providerId="LiveId" clId="{F95DCAB5-59F7-4F7C-8CD6-49CD87F8634E}" dt="2026-07-01T18:35:49.556" v="190"/>
          <ac:spMkLst>
            <pc:docMk/>
            <pc:sldMk cId="834050406" sldId="256"/>
            <ac:spMk id="36" creationId="{C180E4EA-0B63-4779-A895-7E90E71088F3}"/>
          </ac:spMkLst>
        </pc:spChg>
        <pc:spChg chg="add del">
          <ac:chgData name="Trinidad Piedra Clemente" userId="3765aaf1b4b3ef91" providerId="LiveId" clId="{F95DCAB5-59F7-4F7C-8CD6-49CD87F8634E}" dt="2026-07-01T18:35:49.556" v="190"/>
          <ac:spMkLst>
            <pc:docMk/>
            <pc:sldMk cId="834050406" sldId="256"/>
            <ac:spMk id="37" creationId="{CEE01D9D-3DE8-4EED-B0D3-8F3C79CC7673}"/>
          </ac:spMkLst>
        </pc:spChg>
        <pc:spChg chg="add del">
          <ac:chgData name="Trinidad Piedra Clemente" userId="3765aaf1b4b3ef91" providerId="LiveId" clId="{F95DCAB5-59F7-4F7C-8CD6-49CD87F8634E}" dt="2026-07-01T18:35:49.556" v="190"/>
          <ac:spMkLst>
            <pc:docMk/>
            <pc:sldMk cId="834050406" sldId="256"/>
            <ac:spMk id="38" creationId="{89AF5CE9-607F-43F4-8983-DCD6DA4051FD}"/>
          </ac:spMkLst>
        </pc:spChg>
        <pc:spChg chg="add del">
          <ac:chgData name="Trinidad Piedra Clemente" userId="3765aaf1b4b3ef91" providerId="LiveId" clId="{F95DCAB5-59F7-4F7C-8CD6-49CD87F8634E}" dt="2026-07-01T18:35:49.556" v="190"/>
          <ac:spMkLst>
            <pc:docMk/>
            <pc:sldMk cId="834050406" sldId="256"/>
            <ac:spMk id="39" creationId="{6EEA2DBD-9E1E-4521-8C01-F32AD18A89E3}"/>
          </ac:spMkLst>
        </pc:spChg>
        <pc:spChg chg="add del">
          <ac:chgData name="Trinidad Piedra Clemente" userId="3765aaf1b4b3ef91" providerId="LiveId" clId="{F95DCAB5-59F7-4F7C-8CD6-49CD87F8634E}" dt="2026-07-01T18:35:49.556" v="190"/>
          <ac:spMkLst>
            <pc:docMk/>
            <pc:sldMk cId="834050406" sldId="256"/>
            <ac:spMk id="40" creationId="{15BBD2C1-BA9B-46A9-A27A-33498B169272}"/>
          </ac:spMkLst>
        </pc:spChg>
        <pc:cxnChg chg="add del">
          <ac:chgData name="Trinidad Piedra Clemente" userId="3765aaf1b4b3ef91" providerId="LiveId" clId="{F95DCAB5-59F7-4F7C-8CD6-49CD87F8634E}" dt="2026-07-01T18:35:49.556" v="190"/>
          <ac:cxnSpMkLst>
            <pc:docMk/>
            <pc:sldMk cId="834050406" sldId="256"/>
            <ac:cxnSpMk id="32" creationId="{A57C1A16-B8AB-4D99-A195-A38F556A6486}"/>
          </ac:cxnSpMkLst>
        </pc:cxnChg>
        <pc:cxnChg chg="add del">
          <ac:chgData name="Trinidad Piedra Clemente" userId="3765aaf1b4b3ef91" providerId="LiveId" clId="{F95DCAB5-59F7-4F7C-8CD6-49CD87F8634E}" dt="2026-07-01T18:35:49.556" v="190"/>
          <ac:cxnSpMkLst>
            <pc:docMk/>
            <pc:sldMk cId="834050406" sldId="256"/>
            <ac:cxnSpMk id="33" creationId="{F8A9B20B-D1DD-4573-B5EC-558029519236}"/>
          </ac:cxnSpMkLst>
        </pc:cxnChg>
      </pc:sldChg>
      <pc:sldChg chg="addSp delSp modSp mod setBg delDesignElem">
        <pc:chgData name="Trinidad Piedra Clemente" userId="3765aaf1b4b3ef91" providerId="LiveId" clId="{F95DCAB5-59F7-4F7C-8CD6-49CD87F8634E}" dt="2026-07-01T19:38:01.619" v="665" actId="20577"/>
        <pc:sldMkLst>
          <pc:docMk/>
          <pc:sldMk cId="2067005262" sldId="259"/>
        </pc:sldMkLst>
        <pc:spChg chg="add mod">
          <ac:chgData name="Trinidad Piedra Clemente" userId="3765aaf1b4b3ef91" providerId="LiveId" clId="{F95DCAB5-59F7-4F7C-8CD6-49CD87F8634E}" dt="2026-07-01T19:38:01.619" v="665" actId="20577"/>
          <ac:spMkLst>
            <pc:docMk/>
            <pc:sldMk cId="2067005262" sldId="259"/>
            <ac:spMk id="2" creationId="{C7F5F896-2F43-8B9D-AE8C-17AF61F99246}"/>
          </ac:spMkLst>
        </pc:spChg>
        <pc:spChg chg="mod">
          <ac:chgData name="Trinidad Piedra Clemente" userId="3765aaf1b4b3ef91" providerId="LiveId" clId="{F95DCAB5-59F7-4F7C-8CD6-49CD87F8634E}" dt="2026-07-01T18:37:50.651" v="199" actId="1076"/>
          <ac:spMkLst>
            <pc:docMk/>
            <pc:sldMk cId="2067005262" sldId="259"/>
            <ac:spMk id="51" creationId="{39C01D62-C866-3D71-83CC-8956924F245F}"/>
          </ac:spMkLst>
        </pc:spChg>
        <pc:spChg chg="add del">
          <ac:chgData name="Trinidad Piedra Clemente" userId="3765aaf1b4b3ef91" providerId="LiveId" clId="{F95DCAB5-59F7-4F7C-8CD6-49CD87F8634E}" dt="2026-07-01T18:37:24.497" v="192" actId="26606"/>
          <ac:spMkLst>
            <pc:docMk/>
            <pc:sldMk cId="2067005262" sldId="259"/>
            <ac:spMk id="85" creationId="{2783C067-F8BF-4755-B516-8A0CD74CF60C}"/>
          </ac:spMkLst>
        </pc:spChg>
        <pc:spChg chg="add del">
          <ac:chgData name="Trinidad Piedra Clemente" userId="3765aaf1b4b3ef91" providerId="LiveId" clId="{F95DCAB5-59F7-4F7C-8CD6-49CD87F8634E}" dt="2026-07-01T18:37:24.497" v="192" actId="26606"/>
          <ac:spMkLst>
            <pc:docMk/>
            <pc:sldMk cId="2067005262" sldId="259"/>
            <ac:spMk id="86" creationId="{2ED796EC-E7FF-46DB-B912-FB08BF12AA6E}"/>
          </ac:spMkLst>
        </pc:spChg>
        <pc:spChg chg="add del">
          <ac:chgData name="Trinidad Piedra Clemente" userId="3765aaf1b4b3ef91" providerId="LiveId" clId="{F95DCAB5-59F7-4F7C-8CD6-49CD87F8634E}" dt="2026-07-01T18:37:24.497" v="192" actId="26606"/>
          <ac:spMkLst>
            <pc:docMk/>
            <pc:sldMk cId="2067005262" sldId="259"/>
            <ac:spMk id="87" creationId="{549A2DAB-B431-487D-95AD-BB0FECB49E57}"/>
          </ac:spMkLst>
        </pc:spChg>
        <pc:spChg chg="add del">
          <ac:chgData name="Trinidad Piedra Clemente" userId="3765aaf1b4b3ef91" providerId="LiveId" clId="{F95DCAB5-59F7-4F7C-8CD6-49CD87F8634E}" dt="2026-07-01T18:37:24.497" v="192" actId="26606"/>
          <ac:spMkLst>
            <pc:docMk/>
            <pc:sldMk cId="2067005262" sldId="259"/>
            <ac:spMk id="88" creationId="{0819F787-32B4-46A8-BC57-C6571BCEE243}"/>
          </ac:spMkLst>
        </pc:spChg>
        <pc:spChg chg="add">
          <ac:chgData name="Trinidad Piedra Clemente" userId="3765aaf1b4b3ef91" providerId="LiveId" clId="{F95DCAB5-59F7-4F7C-8CD6-49CD87F8634E}" dt="2026-07-01T18:37:24.497" v="192" actId="26606"/>
          <ac:spMkLst>
            <pc:docMk/>
            <pc:sldMk cId="2067005262" sldId="259"/>
            <ac:spMk id="107" creationId="{DD6BC9EB-F181-48AB-BCA2-3D1DB20D2D87}"/>
          </ac:spMkLst>
        </pc:spChg>
        <pc:spChg chg="add">
          <ac:chgData name="Trinidad Piedra Clemente" userId="3765aaf1b4b3ef91" providerId="LiveId" clId="{F95DCAB5-59F7-4F7C-8CD6-49CD87F8634E}" dt="2026-07-01T18:37:24.497" v="192" actId="26606"/>
          <ac:spMkLst>
            <pc:docMk/>
            <pc:sldMk cId="2067005262" sldId="259"/>
            <ac:spMk id="109" creationId="{D33AAA80-39DC-4020-9BFF-0718F35C7661}"/>
          </ac:spMkLst>
        </pc:spChg>
        <pc:spChg chg="add">
          <ac:chgData name="Trinidad Piedra Clemente" userId="3765aaf1b4b3ef91" providerId="LiveId" clId="{F95DCAB5-59F7-4F7C-8CD6-49CD87F8634E}" dt="2026-07-01T18:37:24.497" v="192" actId="26606"/>
          <ac:spMkLst>
            <pc:docMk/>
            <pc:sldMk cId="2067005262" sldId="259"/>
            <ac:spMk id="113" creationId="{1177F295-741F-4EFF-B0CA-BE69295ADA07}"/>
          </ac:spMkLst>
        </pc:spChg>
        <pc:grpChg chg="add del">
          <ac:chgData name="Trinidad Piedra Clemente" userId="3765aaf1b4b3ef91" providerId="LiveId" clId="{F95DCAB5-59F7-4F7C-8CD6-49CD87F8634E}" dt="2026-07-01T18:37:24.497" v="192" actId="26606"/>
          <ac:grpSpMkLst>
            <pc:docMk/>
            <pc:sldMk cId="2067005262" sldId="259"/>
            <ac:grpSpMk id="84" creationId="{28460BD8-AE3F-4AC9-9D0B-717052AA5D3A}"/>
          </ac:grpSpMkLst>
        </pc:grpChg>
        <pc:picChg chg="ord">
          <ac:chgData name="Trinidad Piedra Clemente" userId="3765aaf1b4b3ef91" providerId="LiveId" clId="{F95DCAB5-59F7-4F7C-8CD6-49CD87F8634E}" dt="2026-07-01T18:37:24.497" v="192" actId="26606"/>
          <ac:picMkLst>
            <pc:docMk/>
            <pc:sldMk cId="2067005262" sldId="259"/>
            <ac:picMk id="49" creationId="{CD6F9B3E-E619-3991-F8A1-DB91D05D1D7E}"/>
          </ac:picMkLst>
        </pc:picChg>
        <pc:cxnChg chg="add del">
          <ac:chgData name="Trinidad Piedra Clemente" userId="3765aaf1b4b3ef91" providerId="LiveId" clId="{F95DCAB5-59F7-4F7C-8CD6-49CD87F8634E}" dt="2026-07-01T18:35:49.556" v="190"/>
          <ac:cxnSpMkLst>
            <pc:docMk/>
            <pc:sldMk cId="2067005262" sldId="259"/>
            <ac:cxnSpMk id="89" creationId="{C5ECDEE1-7093-418F-9CF5-24EEB115C1C1}"/>
          </ac:cxnSpMkLst>
        </pc:cxnChg>
        <pc:cxnChg chg="add del">
          <ac:chgData name="Trinidad Piedra Clemente" userId="3765aaf1b4b3ef91" providerId="LiveId" clId="{F95DCAB5-59F7-4F7C-8CD6-49CD87F8634E}" dt="2026-07-01T18:35:49.556" v="190"/>
          <ac:cxnSpMkLst>
            <pc:docMk/>
            <pc:sldMk cId="2067005262" sldId="259"/>
            <ac:cxnSpMk id="90" creationId="{045062AF-EB11-4651-BC4A-4DA21768DE8E}"/>
          </ac:cxnSpMkLst>
        </pc:cxnChg>
        <pc:cxnChg chg="del">
          <ac:chgData name="Trinidad Piedra Clemente" userId="3765aaf1b4b3ef91" providerId="LiveId" clId="{F95DCAB5-59F7-4F7C-8CD6-49CD87F8634E}" dt="2026-07-01T18:47:35.096" v="242" actId="26606"/>
          <ac:cxnSpMkLst>
            <pc:docMk/>
            <pc:sldMk cId="2067005262" sldId="259"/>
            <ac:cxnSpMk id="111" creationId="{C9C5D90B-7EE3-4D26-AB7D-A5A3A6E11203}"/>
          </ac:cxnSpMkLst>
        </pc:cxnChg>
      </pc:sldChg>
      <pc:sldChg chg="addSp delSp modSp mod">
        <pc:chgData name="Trinidad Piedra Clemente" userId="3765aaf1b4b3ef91" providerId="LiveId" clId="{F95DCAB5-59F7-4F7C-8CD6-49CD87F8634E}" dt="2026-07-01T19:36:58.369" v="632" actId="1076"/>
        <pc:sldMkLst>
          <pc:docMk/>
          <pc:sldMk cId="2673849116" sldId="260"/>
        </pc:sldMkLst>
        <pc:spChg chg="mod">
          <ac:chgData name="Trinidad Piedra Clemente" userId="3765aaf1b4b3ef91" providerId="LiveId" clId="{F95DCAB5-59F7-4F7C-8CD6-49CD87F8634E}" dt="2026-07-01T19:36:58.369" v="632" actId="1076"/>
          <ac:spMkLst>
            <pc:docMk/>
            <pc:sldMk cId="2673849116" sldId="260"/>
            <ac:spMk id="2" creationId="{51F70220-677A-411B-B416-94321A555329}"/>
          </ac:spMkLst>
        </pc:spChg>
        <pc:spChg chg="del mod">
          <ac:chgData name="Trinidad Piedra Clemente" userId="3765aaf1b4b3ef91" providerId="LiveId" clId="{F95DCAB5-59F7-4F7C-8CD6-49CD87F8634E}" dt="2026-07-01T19:36:08.939" v="624" actId="478"/>
          <ac:spMkLst>
            <pc:docMk/>
            <pc:sldMk cId="2673849116" sldId="260"/>
            <ac:spMk id="3" creationId="{667D1328-A694-4327-A93A-3D919FD65B27}"/>
          </ac:spMkLst>
        </pc:spChg>
        <pc:spChg chg="add del mod">
          <ac:chgData name="Trinidad Piedra Clemente" userId="3765aaf1b4b3ef91" providerId="LiveId" clId="{F95DCAB5-59F7-4F7C-8CD6-49CD87F8634E}" dt="2026-07-01T19:36:41.825" v="627" actId="478"/>
          <ac:spMkLst>
            <pc:docMk/>
            <pc:sldMk cId="2673849116" sldId="260"/>
            <ac:spMk id="6" creationId="{EC5AA5EF-738D-1135-85A2-04B7A00D2A2A}"/>
          </ac:spMkLst>
        </pc:spChg>
      </pc:sldChg>
      <pc:sldChg chg="addSp delSp modSp del mod delDesignElem">
        <pc:chgData name="Trinidad Piedra Clemente" userId="3765aaf1b4b3ef91" providerId="LiveId" clId="{F95DCAB5-59F7-4F7C-8CD6-49CD87F8634E}" dt="2026-07-01T18:50:05.239" v="261" actId="2696"/>
        <pc:sldMkLst>
          <pc:docMk/>
          <pc:sldMk cId="2416235923" sldId="262"/>
        </pc:sldMkLst>
        <pc:spChg chg="add mod">
          <ac:chgData name="Trinidad Piedra Clemente" userId="3765aaf1b4b3ef91" providerId="LiveId" clId="{F95DCAB5-59F7-4F7C-8CD6-49CD87F8634E}" dt="2026-07-01T18:21:18.289" v="56" actId="1076"/>
          <ac:spMkLst>
            <pc:docMk/>
            <pc:sldMk cId="2416235923" sldId="262"/>
            <ac:spMk id="4" creationId="{A11A0DF5-EA12-61A3-9F7B-979E2FF6538C}"/>
          </ac:spMkLst>
        </pc:spChg>
        <pc:spChg chg="mod">
          <ac:chgData name="Trinidad Piedra Clemente" userId="3765aaf1b4b3ef91" providerId="LiveId" clId="{F95DCAB5-59F7-4F7C-8CD6-49CD87F8634E}" dt="2026-07-01T18:47:40.862" v="243"/>
          <ac:spMkLst>
            <pc:docMk/>
            <pc:sldMk cId="2416235923" sldId="262"/>
            <ac:spMk id="8" creationId="{94289D8C-CF0D-B415-1935-20FE9667A9B3}"/>
          </ac:spMkLst>
        </pc:spChg>
        <pc:spChg chg="mod">
          <ac:chgData name="Trinidad Piedra Clemente" userId="3765aaf1b4b3ef91" providerId="LiveId" clId="{F95DCAB5-59F7-4F7C-8CD6-49CD87F8634E}" dt="2026-07-01T18:47:40.862" v="243"/>
          <ac:spMkLst>
            <pc:docMk/>
            <pc:sldMk cId="2416235923" sldId="262"/>
            <ac:spMk id="9" creationId="{533C879A-B44F-77C7-C2FE-072A9F6D1232}"/>
          </ac:spMkLst>
        </pc:spChg>
        <pc:spChg chg="mod">
          <ac:chgData name="Trinidad Piedra Clemente" userId="3765aaf1b4b3ef91" providerId="LiveId" clId="{F95DCAB5-59F7-4F7C-8CD6-49CD87F8634E}" dt="2026-07-01T18:17:32.402" v="46"/>
          <ac:spMkLst>
            <pc:docMk/>
            <pc:sldMk cId="2416235923" sldId="262"/>
            <ac:spMk id="51" creationId="{762B96BF-35BA-543C-CD15-BA584CD9E93D}"/>
          </ac:spMkLst>
        </pc:spChg>
        <pc:spChg chg="add del">
          <ac:chgData name="Trinidad Piedra Clemente" userId="3765aaf1b4b3ef91" providerId="LiveId" clId="{F95DCAB5-59F7-4F7C-8CD6-49CD87F8634E}" dt="2026-07-01T18:35:49.556" v="190"/>
          <ac:spMkLst>
            <pc:docMk/>
            <pc:sldMk cId="2416235923" sldId="262"/>
            <ac:spMk id="85" creationId="{53889711-8E07-4ACC-8288-EE50C4D8481D}"/>
          </ac:spMkLst>
        </pc:spChg>
        <pc:spChg chg="add del">
          <ac:chgData name="Trinidad Piedra Clemente" userId="3765aaf1b4b3ef91" providerId="LiveId" clId="{F95DCAB5-59F7-4F7C-8CD6-49CD87F8634E}" dt="2026-07-01T18:35:49.556" v="190"/>
          <ac:spMkLst>
            <pc:docMk/>
            <pc:sldMk cId="2416235923" sldId="262"/>
            <ac:spMk id="86" creationId="{68BB4008-877B-C096-D29F-4BB945AB2D7C}"/>
          </ac:spMkLst>
        </pc:spChg>
        <pc:spChg chg="add del">
          <ac:chgData name="Trinidad Piedra Clemente" userId="3765aaf1b4b3ef91" providerId="LiveId" clId="{F95DCAB5-59F7-4F7C-8CD6-49CD87F8634E}" dt="2026-07-01T18:35:49.556" v="190"/>
          <ac:spMkLst>
            <pc:docMk/>
            <pc:sldMk cId="2416235923" sldId="262"/>
            <ac:spMk id="87" creationId="{0B369BBF-BF64-9B58-A3E2-756FC97346FE}"/>
          </ac:spMkLst>
        </pc:spChg>
        <pc:spChg chg="add del">
          <ac:chgData name="Trinidad Piedra Clemente" userId="3765aaf1b4b3ef91" providerId="LiveId" clId="{F95DCAB5-59F7-4F7C-8CD6-49CD87F8634E}" dt="2026-07-01T18:35:49.556" v="190"/>
          <ac:spMkLst>
            <pc:docMk/>
            <pc:sldMk cId="2416235923" sldId="262"/>
            <ac:spMk id="88" creationId="{D91EEF02-5FAA-22BB-9A43-F7E73724C734}"/>
          </ac:spMkLst>
        </pc:spChg>
        <pc:grpChg chg="add mod">
          <ac:chgData name="Trinidad Piedra Clemente" userId="3765aaf1b4b3ef91" providerId="LiveId" clId="{F95DCAB5-59F7-4F7C-8CD6-49CD87F8634E}" dt="2026-07-01T18:47:50.018" v="244" actId="1076"/>
          <ac:grpSpMkLst>
            <pc:docMk/>
            <pc:sldMk cId="2416235923" sldId="262"/>
            <ac:grpSpMk id="7" creationId="{F30CA659-DCB4-3A1B-F028-1FD1A8C5D66C}"/>
          </ac:grpSpMkLst>
        </pc:grpChg>
        <pc:grpChg chg="add del">
          <ac:chgData name="Trinidad Piedra Clemente" userId="3765aaf1b4b3ef91" providerId="LiveId" clId="{F95DCAB5-59F7-4F7C-8CD6-49CD87F8634E}" dt="2026-07-01T18:35:49.556" v="190"/>
          <ac:grpSpMkLst>
            <pc:docMk/>
            <pc:sldMk cId="2416235923" sldId="262"/>
            <ac:grpSpMk id="84" creationId="{ED74BEF0-1345-2AAC-D9C2-C7E8D2DC4A31}"/>
          </ac:grpSpMkLst>
        </pc:grpChg>
        <pc:graphicFrameChg chg="del mod modGraphic">
          <ac:chgData name="Trinidad Piedra Clemente" userId="3765aaf1b4b3ef91" providerId="LiveId" clId="{F95DCAB5-59F7-4F7C-8CD6-49CD87F8634E}" dt="2026-07-01T18:47:31.077" v="241" actId="478"/>
          <ac:graphicFrameMkLst>
            <pc:docMk/>
            <pc:sldMk cId="2416235923" sldId="262"/>
            <ac:graphicFrameMk id="2" creationId="{239BA8D2-6538-00D3-4217-D70CAE98ADE9}"/>
          </ac:graphicFrameMkLst>
        </pc:graphicFrameChg>
        <pc:picChg chg="add mod">
          <ac:chgData name="Trinidad Piedra Clemente" userId="3765aaf1b4b3ef91" providerId="LiveId" clId="{F95DCAB5-59F7-4F7C-8CD6-49CD87F8634E}" dt="2026-07-01T18:21:21.968" v="57" actId="1076"/>
          <ac:picMkLst>
            <pc:docMk/>
            <pc:sldMk cId="2416235923" sldId="262"/>
            <ac:picMk id="6" creationId="{D06FEAAD-3035-CB3D-4BFC-BAD602A0A45D}"/>
          </ac:picMkLst>
        </pc:picChg>
        <pc:cxnChg chg="add del">
          <ac:chgData name="Trinidad Piedra Clemente" userId="3765aaf1b4b3ef91" providerId="LiveId" clId="{F95DCAB5-59F7-4F7C-8CD6-49CD87F8634E}" dt="2026-07-01T18:35:49.556" v="190"/>
          <ac:cxnSpMkLst>
            <pc:docMk/>
            <pc:sldMk cId="2416235923" sldId="262"/>
            <ac:cxnSpMk id="89" creationId="{F184EBDD-F419-1E3C-771D-C13A4E426432}"/>
          </ac:cxnSpMkLst>
        </pc:cxnChg>
        <pc:cxnChg chg="add del">
          <ac:chgData name="Trinidad Piedra Clemente" userId="3765aaf1b4b3ef91" providerId="LiveId" clId="{F95DCAB5-59F7-4F7C-8CD6-49CD87F8634E}" dt="2026-07-01T18:35:49.556" v="190"/>
          <ac:cxnSpMkLst>
            <pc:docMk/>
            <pc:sldMk cId="2416235923" sldId="262"/>
            <ac:cxnSpMk id="90" creationId="{BFA3E2EA-C907-3B4E-E689-2C2186C919BE}"/>
          </ac:cxnSpMkLst>
        </pc:cxnChg>
      </pc:sldChg>
      <pc:sldChg chg="addSp delSp modSp new del mod">
        <pc:chgData name="Trinidad Piedra Clemente" userId="3765aaf1b4b3ef91" providerId="LiveId" clId="{F95DCAB5-59F7-4F7C-8CD6-49CD87F8634E}" dt="2026-07-01T18:23:34.159" v="67" actId="47"/>
        <pc:sldMkLst>
          <pc:docMk/>
          <pc:sldMk cId="1477937924" sldId="263"/>
        </pc:sldMkLst>
        <pc:spChg chg="del mod">
          <ac:chgData name="Trinidad Piedra Clemente" userId="3765aaf1b4b3ef91" providerId="LiveId" clId="{F95DCAB5-59F7-4F7C-8CD6-49CD87F8634E}" dt="2026-07-01T18:22:52.036" v="61" actId="478"/>
          <ac:spMkLst>
            <pc:docMk/>
            <pc:sldMk cId="1477937924" sldId="263"/>
            <ac:spMk id="2" creationId="{525C8C3E-B05F-0E1A-6E05-90C20BFF6521}"/>
          </ac:spMkLst>
        </pc:spChg>
        <pc:spChg chg="del">
          <ac:chgData name="Trinidad Piedra Clemente" userId="3765aaf1b4b3ef91" providerId="LiveId" clId="{F95DCAB5-59F7-4F7C-8CD6-49CD87F8634E}" dt="2026-07-01T18:23:04.422" v="62" actId="478"/>
          <ac:spMkLst>
            <pc:docMk/>
            <pc:sldMk cId="1477937924" sldId="263"/>
            <ac:spMk id="3" creationId="{5945553B-DD7D-D48B-0340-7089FCD62CBD}"/>
          </ac:spMkLst>
        </pc:spChg>
        <pc:spChg chg="add mod">
          <ac:chgData name="Trinidad Piedra Clemente" userId="3765aaf1b4b3ef91" providerId="LiveId" clId="{F95DCAB5-59F7-4F7C-8CD6-49CD87F8634E}" dt="2026-07-01T18:22:32.824" v="59"/>
          <ac:spMkLst>
            <pc:docMk/>
            <pc:sldMk cId="1477937924" sldId="263"/>
            <ac:spMk id="5" creationId="{892BC66F-186F-D312-737E-615962444C3F}"/>
          </ac:spMkLst>
        </pc:spChg>
        <pc:spChg chg="add mod">
          <ac:chgData name="Trinidad Piedra Clemente" userId="3765aaf1b4b3ef91" providerId="LiveId" clId="{F95DCAB5-59F7-4F7C-8CD6-49CD87F8634E}" dt="2026-07-01T18:23:07.804" v="63" actId="1076"/>
          <ac:spMkLst>
            <pc:docMk/>
            <pc:sldMk cId="1477937924" sldId="263"/>
            <ac:spMk id="7" creationId="{760EBCFC-5981-B04D-CBFF-876C9B3353B9}"/>
          </ac:spMkLst>
        </pc:spChg>
        <pc:graphicFrameChg chg="add mod">
          <ac:chgData name="Trinidad Piedra Clemente" userId="3765aaf1b4b3ef91" providerId="LiveId" clId="{F95DCAB5-59F7-4F7C-8CD6-49CD87F8634E}" dt="2026-07-01T18:23:22.971" v="66" actId="1076"/>
          <ac:graphicFrameMkLst>
            <pc:docMk/>
            <pc:sldMk cId="1477937924" sldId="263"/>
            <ac:graphicFrameMk id="6" creationId="{5C593943-C671-54B8-44A7-50C9DF69F063}"/>
          </ac:graphicFrameMkLst>
        </pc:graphicFrameChg>
        <pc:picChg chg="add mod">
          <ac:chgData name="Trinidad Piedra Clemente" userId="3765aaf1b4b3ef91" providerId="LiveId" clId="{F95DCAB5-59F7-4F7C-8CD6-49CD87F8634E}" dt="2026-07-01T18:23:12.757" v="64" actId="1076"/>
          <ac:picMkLst>
            <pc:docMk/>
            <pc:sldMk cId="1477937924" sldId="263"/>
            <ac:picMk id="4" creationId="{0C77B239-C3E2-49A8-070E-C872FD0F8CBF}"/>
          </ac:picMkLst>
        </pc:picChg>
        <pc:picChg chg="add mod">
          <ac:chgData name="Trinidad Piedra Clemente" userId="3765aaf1b4b3ef91" providerId="LiveId" clId="{F95DCAB5-59F7-4F7C-8CD6-49CD87F8634E}" dt="2026-07-01T18:22:32.824" v="59"/>
          <ac:picMkLst>
            <pc:docMk/>
            <pc:sldMk cId="1477937924" sldId="263"/>
            <ac:picMk id="8" creationId="{4B725488-137E-7622-96E5-D9959B577DC9}"/>
          </ac:picMkLst>
        </pc:picChg>
      </pc:sldChg>
      <pc:sldChg chg="addSp delSp modSp add del mod delDesignElem">
        <pc:chgData name="Trinidad Piedra Clemente" userId="3765aaf1b4b3ef91" providerId="LiveId" clId="{F95DCAB5-59F7-4F7C-8CD6-49CD87F8634E}" dt="2026-07-01T18:52:09.247" v="280" actId="47"/>
        <pc:sldMkLst>
          <pc:docMk/>
          <pc:sldMk cId="2488537484" sldId="263"/>
        </pc:sldMkLst>
        <pc:spChg chg="del">
          <ac:chgData name="Trinidad Piedra Clemente" userId="3765aaf1b4b3ef91" providerId="LiveId" clId="{F95DCAB5-59F7-4F7C-8CD6-49CD87F8634E}" dt="2026-07-01T18:23:50.713" v="70" actId="478"/>
          <ac:spMkLst>
            <pc:docMk/>
            <pc:sldMk cId="2488537484" sldId="263"/>
            <ac:spMk id="4" creationId="{E2F36617-CEE4-58D6-A748-44EBC422B175}"/>
          </ac:spMkLst>
        </pc:spChg>
        <pc:spChg chg="mod">
          <ac:chgData name="Trinidad Piedra Clemente" userId="3765aaf1b4b3ef91" providerId="LiveId" clId="{F95DCAB5-59F7-4F7C-8CD6-49CD87F8634E}" dt="2026-07-01T18:24:47.581" v="72" actId="18245"/>
          <ac:spMkLst>
            <pc:docMk/>
            <pc:sldMk cId="2488537484" sldId="263"/>
            <ac:spMk id="5" creationId="{992F8CCE-D58B-3BEA-C715-CB55C9498BA8}"/>
          </ac:spMkLst>
        </pc:spChg>
        <pc:spChg chg="mod ord">
          <ac:chgData name="Trinidad Piedra Clemente" userId="3765aaf1b4b3ef91" providerId="LiveId" clId="{F95DCAB5-59F7-4F7C-8CD6-49CD87F8634E}" dt="2026-07-01T18:24:52.964" v="73" actId="167"/>
          <ac:spMkLst>
            <pc:docMk/>
            <pc:sldMk cId="2488537484" sldId="263"/>
            <ac:spMk id="7" creationId="{B41E7446-88DD-406F-12AB-25838F89D08E}"/>
          </ac:spMkLst>
        </pc:spChg>
        <pc:spChg chg="add mod">
          <ac:chgData name="Trinidad Piedra Clemente" userId="3765aaf1b4b3ef91" providerId="LiveId" clId="{F95DCAB5-59F7-4F7C-8CD6-49CD87F8634E}" dt="2026-07-01T18:47:18.396" v="238" actId="108"/>
          <ac:spMkLst>
            <pc:docMk/>
            <pc:sldMk cId="2488537484" sldId="263"/>
            <ac:spMk id="8" creationId="{870CC8AB-54E6-EABD-793B-6F8EEEE59EAE}"/>
          </ac:spMkLst>
        </pc:spChg>
        <pc:spChg chg="del">
          <ac:chgData name="Trinidad Piedra Clemente" userId="3765aaf1b4b3ef91" providerId="LiveId" clId="{F95DCAB5-59F7-4F7C-8CD6-49CD87F8634E}" dt="2026-07-01T18:23:48.264" v="69" actId="478"/>
          <ac:spMkLst>
            <pc:docMk/>
            <pc:sldMk cId="2488537484" sldId="263"/>
            <ac:spMk id="51" creationId="{91B21589-45CB-5116-E2C2-3C7FFB213486}"/>
          </ac:spMkLst>
        </pc:spChg>
        <pc:spChg chg="add del">
          <ac:chgData name="Trinidad Piedra Clemente" userId="3765aaf1b4b3ef91" providerId="LiveId" clId="{F95DCAB5-59F7-4F7C-8CD6-49CD87F8634E}" dt="2026-07-01T18:35:49.556" v="190"/>
          <ac:spMkLst>
            <pc:docMk/>
            <pc:sldMk cId="2488537484" sldId="263"/>
            <ac:spMk id="85" creationId="{DFCFD49D-D266-9FF8-2DDA-249A1911A6F7}"/>
          </ac:spMkLst>
        </pc:spChg>
        <pc:spChg chg="add del">
          <ac:chgData name="Trinidad Piedra Clemente" userId="3765aaf1b4b3ef91" providerId="LiveId" clId="{F95DCAB5-59F7-4F7C-8CD6-49CD87F8634E}" dt="2026-07-01T18:35:49.556" v="190"/>
          <ac:spMkLst>
            <pc:docMk/>
            <pc:sldMk cId="2488537484" sldId="263"/>
            <ac:spMk id="86" creationId="{FC8C757D-16E8-7381-89C9-DB3FA4E123CB}"/>
          </ac:spMkLst>
        </pc:spChg>
        <pc:spChg chg="add del">
          <ac:chgData name="Trinidad Piedra Clemente" userId="3765aaf1b4b3ef91" providerId="LiveId" clId="{F95DCAB5-59F7-4F7C-8CD6-49CD87F8634E}" dt="2026-07-01T18:35:49.556" v="190"/>
          <ac:spMkLst>
            <pc:docMk/>
            <pc:sldMk cId="2488537484" sldId="263"/>
            <ac:spMk id="87" creationId="{D399DDAA-F967-4E44-4574-3E93C3C86BB9}"/>
          </ac:spMkLst>
        </pc:spChg>
        <pc:spChg chg="add del">
          <ac:chgData name="Trinidad Piedra Clemente" userId="3765aaf1b4b3ef91" providerId="LiveId" clId="{F95DCAB5-59F7-4F7C-8CD6-49CD87F8634E}" dt="2026-07-01T18:35:49.556" v="190"/>
          <ac:spMkLst>
            <pc:docMk/>
            <pc:sldMk cId="2488537484" sldId="263"/>
            <ac:spMk id="88" creationId="{8D7638B2-68AE-649C-FC32-C3DD6380300D}"/>
          </ac:spMkLst>
        </pc:spChg>
        <pc:grpChg chg="mod">
          <ac:chgData name="Trinidad Piedra Clemente" userId="3765aaf1b4b3ef91" providerId="LiveId" clId="{F95DCAB5-59F7-4F7C-8CD6-49CD87F8634E}" dt="2026-07-01T18:24:47.581" v="72" actId="18245"/>
          <ac:grpSpMkLst>
            <pc:docMk/>
            <pc:sldMk cId="2488537484" sldId="263"/>
            <ac:grpSpMk id="3" creationId="{A2756435-EA5C-C188-9E06-55E19A4D7F95}"/>
          </ac:grpSpMkLst>
        </pc:grpChg>
        <pc:grpChg chg="add del">
          <ac:chgData name="Trinidad Piedra Clemente" userId="3765aaf1b4b3ef91" providerId="LiveId" clId="{F95DCAB5-59F7-4F7C-8CD6-49CD87F8634E}" dt="2026-07-01T18:35:49.556" v="190"/>
          <ac:grpSpMkLst>
            <pc:docMk/>
            <pc:sldMk cId="2488537484" sldId="263"/>
            <ac:grpSpMk id="84" creationId="{E3BB451E-993A-B92D-06C2-0A798F5F8A16}"/>
          </ac:grpSpMkLst>
        </pc:grpChg>
        <pc:graphicFrameChg chg="del">
          <ac:chgData name="Trinidad Piedra Clemente" userId="3765aaf1b4b3ef91" providerId="LiveId" clId="{F95DCAB5-59F7-4F7C-8CD6-49CD87F8634E}" dt="2026-07-01T18:24:47.581" v="72" actId="18245"/>
          <ac:graphicFrameMkLst>
            <pc:docMk/>
            <pc:sldMk cId="2488537484" sldId="263"/>
            <ac:graphicFrameMk id="2" creationId="{B7C41A25-C36C-7F93-E328-33EF77583665}"/>
          </ac:graphicFrameMkLst>
        </pc:graphicFrameChg>
        <pc:graphicFrameChg chg="add del mod modGraphic">
          <ac:chgData name="Trinidad Piedra Clemente" userId="3765aaf1b4b3ef91" providerId="LiveId" clId="{F95DCAB5-59F7-4F7C-8CD6-49CD87F8634E}" dt="2026-07-01T18:28:33.031" v="88" actId="478"/>
          <ac:graphicFrameMkLst>
            <pc:docMk/>
            <pc:sldMk cId="2488537484" sldId="263"/>
            <ac:graphicFrameMk id="9" creationId="{2AD4DB06-669C-839D-5DAE-DF24F4B14F61}"/>
          </ac:graphicFrameMkLst>
        </pc:graphicFrameChg>
        <pc:graphicFrameChg chg="add mod modGraphic">
          <ac:chgData name="Trinidad Piedra Clemente" userId="3765aaf1b4b3ef91" providerId="LiveId" clId="{F95DCAB5-59F7-4F7C-8CD6-49CD87F8634E}" dt="2026-07-01T18:36:03.148" v="191" actId="1076"/>
          <ac:graphicFrameMkLst>
            <pc:docMk/>
            <pc:sldMk cId="2488537484" sldId="263"/>
            <ac:graphicFrameMk id="10" creationId="{08F397C6-C566-C529-4CFF-7EAC4A285C15}"/>
          </ac:graphicFrameMkLst>
        </pc:graphicFrameChg>
        <pc:picChg chg="del">
          <ac:chgData name="Trinidad Piedra Clemente" userId="3765aaf1b4b3ef91" providerId="LiveId" clId="{F95DCAB5-59F7-4F7C-8CD6-49CD87F8634E}" dt="2026-07-01T18:23:51.797" v="71" actId="478"/>
          <ac:picMkLst>
            <pc:docMk/>
            <pc:sldMk cId="2488537484" sldId="263"/>
            <ac:picMk id="6" creationId="{D86328AA-DF57-C81B-B4CC-1A21C74D16D9}"/>
          </ac:picMkLst>
        </pc:picChg>
        <pc:cxnChg chg="add del">
          <ac:chgData name="Trinidad Piedra Clemente" userId="3765aaf1b4b3ef91" providerId="LiveId" clId="{F95DCAB5-59F7-4F7C-8CD6-49CD87F8634E}" dt="2026-07-01T18:35:49.556" v="190"/>
          <ac:cxnSpMkLst>
            <pc:docMk/>
            <pc:sldMk cId="2488537484" sldId="263"/>
            <ac:cxnSpMk id="89" creationId="{6E0E855A-66A7-DC44-10B9-5BCBFF61D73A}"/>
          </ac:cxnSpMkLst>
        </pc:cxnChg>
        <pc:cxnChg chg="add del">
          <ac:chgData name="Trinidad Piedra Clemente" userId="3765aaf1b4b3ef91" providerId="LiveId" clId="{F95DCAB5-59F7-4F7C-8CD6-49CD87F8634E}" dt="2026-07-01T18:35:49.556" v="190"/>
          <ac:cxnSpMkLst>
            <pc:docMk/>
            <pc:sldMk cId="2488537484" sldId="263"/>
            <ac:cxnSpMk id="90" creationId="{5043E66D-43F3-EE6C-B00A-23DACD77A979}"/>
          </ac:cxnSpMkLst>
        </pc:cxnChg>
      </pc:sldChg>
      <pc:sldChg chg="addSp delSp modSp add del mod">
        <pc:chgData name="Trinidad Piedra Clemente" userId="3765aaf1b4b3ef91" providerId="LiveId" clId="{F95DCAB5-59F7-4F7C-8CD6-49CD87F8634E}" dt="2026-07-01T18:51:01.419" v="269" actId="47"/>
        <pc:sldMkLst>
          <pc:docMk/>
          <pc:sldMk cId="3476064567" sldId="264"/>
        </pc:sldMkLst>
        <pc:spChg chg="add del mod">
          <ac:chgData name="Trinidad Piedra Clemente" userId="3765aaf1b4b3ef91" providerId="LiveId" clId="{F95DCAB5-59F7-4F7C-8CD6-49CD87F8634E}" dt="2026-07-01T18:50:44.760" v="265" actId="478"/>
          <ac:spMkLst>
            <pc:docMk/>
            <pc:sldMk cId="3476064567" sldId="264"/>
            <ac:spMk id="3" creationId="{8BB36AD7-EE24-0397-103F-71CAE1DD14D7}"/>
          </ac:spMkLst>
        </pc:spChg>
        <pc:spChg chg="add del mod">
          <ac:chgData name="Trinidad Piedra Clemente" userId="3765aaf1b4b3ef91" providerId="LiveId" clId="{F95DCAB5-59F7-4F7C-8CD6-49CD87F8634E}" dt="2026-07-01T18:50:57.133" v="268" actId="478"/>
          <ac:spMkLst>
            <pc:docMk/>
            <pc:sldMk cId="3476064567" sldId="264"/>
            <ac:spMk id="5" creationId="{0ADB35BB-9A05-2BC4-D954-7737968F94C0}"/>
          </ac:spMkLst>
        </pc:spChg>
        <pc:spChg chg="add mod">
          <ac:chgData name="Trinidad Piedra Clemente" userId="3765aaf1b4b3ef91" providerId="LiveId" clId="{F95DCAB5-59F7-4F7C-8CD6-49CD87F8634E}" dt="2026-07-01T18:44:16.324" v="217"/>
          <ac:spMkLst>
            <pc:docMk/>
            <pc:sldMk cId="3476064567" sldId="264"/>
            <ac:spMk id="8" creationId="{BFA3C857-B325-CD94-7B06-56DDF2D4BF88}"/>
          </ac:spMkLst>
        </pc:spChg>
        <pc:spChg chg="add mod">
          <ac:chgData name="Trinidad Piedra Clemente" userId="3765aaf1b4b3ef91" providerId="LiveId" clId="{F95DCAB5-59F7-4F7C-8CD6-49CD87F8634E}" dt="2026-07-01T18:44:16.324" v="217"/>
          <ac:spMkLst>
            <pc:docMk/>
            <pc:sldMk cId="3476064567" sldId="264"/>
            <ac:spMk id="10" creationId="{9DE0A7EC-331B-4D94-E6EA-B74B775915CF}"/>
          </ac:spMkLst>
        </pc:spChg>
        <pc:spChg chg="mod">
          <ac:chgData name="Trinidad Piedra Clemente" userId="3765aaf1b4b3ef91" providerId="LiveId" clId="{F95DCAB5-59F7-4F7C-8CD6-49CD87F8634E}" dt="2026-07-01T18:44:34.887" v="219"/>
          <ac:spMkLst>
            <pc:docMk/>
            <pc:sldMk cId="3476064567" sldId="264"/>
            <ac:spMk id="13" creationId="{A9D9C831-F5D2-2120-B6C3-4F27914D6F8D}"/>
          </ac:spMkLst>
        </pc:spChg>
        <pc:spChg chg="mod">
          <ac:chgData name="Trinidad Piedra Clemente" userId="3765aaf1b4b3ef91" providerId="LiveId" clId="{F95DCAB5-59F7-4F7C-8CD6-49CD87F8634E}" dt="2026-07-01T18:44:34.887" v="219"/>
          <ac:spMkLst>
            <pc:docMk/>
            <pc:sldMk cId="3476064567" sldId="264"/>
            <ac:spMk id="14" creationId="{8ABB3767-DB55-1671-A98A-3E59CB2251F9}"/>
          </ac:spMkLst>
        </pc:spChg>
        <pc:spChg chg="mod">
          <ac:chgData name="Trinidad Piedra Clemente" userId="3765aaf1b4b3ef91" providerId="LiveId" clId="{F95DCAB5-59F7-4F7C-8CD6-49CD87F8634E}" dt="2026-07-01T18:42:53.469" v="207" actId="6549"/>
          <ac:spMkLst>
            <pc:docMk/>
            <pc:sldMk cId="3476064567" sldId="264"/>
            <ac:spMk id="51" creationId="{63FD9941-7EE4-50A4-6F42-9294334A1821}"/>
          </ac:spMkLst>
        </pc:spChg>
        <pc:grpChg chg="add mod">
          <ac:chgData name="Trinidad Piedra Clemente" userId="3765aaf1b4b3ef91" providerId="LiveId" clId="{F95DCAB5-59F7-4F7C-8CD6-49CD87F8634E}" dt="2026-07-01T18:44:49.709" v="221" actId="1076"/>
          <ac:grpSpMkLst>
            <pc:docMk/>
            <pc:sldMk cId="3476064567" sldId="264"/>
            <ac:grpSpMk id="12" creationId="{36F39F63-9FF8-B55C-8AE9-3C6285CFFBDE}"/>
          </ac:grpSpMkLst>
        </pc:grpChg>
        <pc:graphicFrameChg chg="add del mod modGraphic">
          <ac:chgData name="Trinidad Piedra Clemente" userId="3765aaf1b4b3ef91" providerId="LiveId" clId="{F95DCAB5-59F7-4F7C-8CD6-49CD87F8634E}" dt="2026-07-01T18:44:15.089" v="216" actId="478"/>
          <ac:graphicFrameMkLst>
            <pc:docMk/>
            <pc:sldMk cId="3476064567" sldId="264"/>
            <ac:graphicFrameMk id="4" creationId="{0B7E480D-AE4A-1BED-9B5E-D3B63E3FBDD4}"/>
          </ac:graphicFrameMkLst>
        </pc:graphicFrameChg>
        <pc:graphicFrameChg chg="add mod">
          <ac:chgData name="Trinidad Piedra Clemente" userId="3765aaf1b4b3ef91" providerId="LiveId" clId="{F95DCAB5-59F7-4F7C-8CD6-49CD87F8634E}" dt="2026-07-01T18:44:20.422" v="218" actId="478"/>
          <ac:graphicFrameMkLst>
            <pc:docMk/>
            <pc:sldMk cId="3476064567" sldId="264"/>
            <ac:graphicFrameMk id="9" creationId="{89BF0FC5-79DF-5BB9-A0A8-575220665F2B}"/>
          </ac:graphicFrameMkLst>
        </pc:graphicFrameChg>
        <pc:picChg chg="add del mod">
          <ac:chgData name="Trinidad Piedra Clemente" userId="3765aaf1b4b3ef91" providerId="LiveId" clId="{F95DCAB5-59F7-4F7C-8CD6-49CD87F8634E}" dt="2026-07-01T18:43:00.167" v="209" actId="478"/>
          <ac:picMkLst>
            <pc:docMk/>
            <pc:sldMk cId="3476064567" sldId="264"/>
            <ac:picMk id="2" creationId="{2CF09877-1303-B17F-FDE4-A46CCAB62BEE}"/>
          </ac:picMkLst>
        </pc:picChg>
        <pc:picChg chg="add del mod">
          <ac:chgData name="Trinidad Piedra Clemente" userId="3765aaf1b4b3ef91" providerId="LiveId" clId="{F95DCAB5-59F7-4F7C-8CD6-49CD87F8634E}" dt="2026-07-01T18:50:52.002" v="266" actId="478"/>
          <ac:picMkLst>
            <pc:docMk/>
            <pc:sldMk cId="3476064567" sldId="264"/>
            <ac:picMk id="6" creationId="{C49C9322-19F9-92E1-39CC-71FF5CB7E9DE}"/>
          </ac:picMkLst>
        </pc:picChg>
        <pc:picChg chg="add mod">
          <ac:chgData name="Trinidad Piedra Clemente" userId="3765aaf1b4b3ef91" providerId="LiveId" clId="{F95DCAB5-59F7-4F7C-8CD6-49CD87F8634E}" dt="2026-07-01T18:44:16.324" v="217"/>
          <ac:picMkLst>
            <pc:docMk/>
            <pc:sldMk cId="3476064567" sldId="264"/>
            <ac:picMk id="7" creationId="{33A8AB54-9AE9-02C9-4BE1-242366C7D5CB}"/>
          </ac:picMkLst>
        </pc:picChg>
        <pc:picChg chg="add mod">
          <ac:chgData name="Trinidad Piedra Clemente" userId="3765aaf1b4b3ef91" providerId="LiveId" clId="{F95DCAB5-59F7-4F7C-8CD6-49CD87F8634E}" dt="2026-07-01T18:44:16.324" v="217"/>
          <ac:picMkLst>
            <pc:docMk/>
            <pc:sldMk cId="3476064567" sldId="264"/>
            <ac:picMk id="11" creationId="{F7460217-9EE8-946E-F455-4ADBF7507994}"/>
          </ac:picMkLst>
        </pc:picChg>
        <pc:picChg chg="mod">
          <ac:chgData name="Trinidad Piedra Clemente" userId="3765aaf1b4b3ef91" providerId="LiveId" clId="{F95DCAB5-59F7-4F7C-8CD6-49CD87F8634E}" dt="2026-07-01T18:44:44.422" v="220" actId="1076"/>
          <ac:picMkLst>
            <pc:docMk/>
            <pc:sldMk cId="3476064567" sldId="264"/>
            <ac:picMk id="49" creationId="{9A40B4CF-33DD-6152-8831-479F9AD53317}"/>
          </ac:picMkLst>
        </pc:picChg>
      </pc:sldChg>
      <pc:sldChg chg="addSp delSp modSp add mod">
        <pc:chgData name="Trinidad Piedra Clemente" userId="3765aaf1b4b3ef91" providerId="LiveId" clId="{F95DCAB5-59F7-4F7C-8CD6-49CD87F8634E}" dt="2026-07-01T19:38:47.850" v="708" actId="1076"/>
        <pc:sldMkLst>
          <pc:docMk/>
          <pc:sldMk cId="1400159187" sldId="265"/>
        </pc:sldMkLst>
        <pc:spChg chg="add mod">
          <ac:chgData name="Trinidad Piedra Clemente" userId="3765aaf1b4b3ef91" providerId="LiveId" clId="{F95DCAB5-59F7-4F7C-8CD6-49CD87F8634E}" dt="2026-07-01T18:49:59.552" v="260" actId="1076"/>
          <ac:spMkLst>
            <pc:docMk/>
            <pc:sldMk cId="1400159187" sldId="265"/>
            <ac:spMk id="2" creationId="{678480C6-53E9-A6E2-4B4C-F318B489D3D2}"/>
          </ac:spMkLst>
        </pc:spChg>
        <pc:spChg chg="mod">
          <ac:chgData name="Trinidad Piedra Clemente" userId="3765aaf1b4b3ef91" providerId="LiveId" clId="{F95DCAB5-59F7-4F7C-8CD6-49CD87F8634E}" dt="2026-07-01T18:48:41.002" v="247"/>
          <ac:spMkLst>
            <pc:docMk/>
            <pc:sldMk cId="1400159187" sldId="265"/>
            <ac:spMk id="5" creationId="{34B66FA9-C74F-2CFD-52EB-4039D87AC659}"/>
          </ac:spMkLst>
        </pc:spChg>
        <pc:spChg chg="mod">
          <ac:chgData name="Trinidad Piedra Clemente" userId="3765aaf1b4b3ef91" providerId="LiveId" clId="{F95DCAB5-59F7-4F7C-8CD6-49CD87F8634E}" dt="2026-07-01T18:48:54.929" v="250" actId="1076"/>
          <ac:spMkLst>
            <pc:docMk/>
            <pc:sldMk cId="1400159187" sldId="265"/>
            <ac:spMk id="6" creationId="{6AE6261D-9106-D31A-3747-9DD51D2B4B55}"/>
          </ac:spMkLst>
        </pc:spChg>
        <pc:spChg chg="add mod">
          <ac:chgData name="Trinidad Piedra Clemente" userId="3765aaf1b4b3ef91" providerId="LiveId" clId="{F95DCAB5-59F7-4F7C-8CD6-49CD87F8634E}" dt="2026-07-01T18:51:36.555" v="276" actId="115"/>
          <ac:spMkLst>
            <pc:docMk/>
            <pc:sldMk cId="1400159187" sldId="265"/>
            <ac:spMk id="7" creationId="{15CC5811-1ECF-797F-9064-4D1965D6AFC7}"/>
          </ac:spMkLst>
        </pc:spChg>
        <pc:spChg chg="add mod">
          <ac:chgData name="Trinidad Piedra Clemente" userId="3765aaf1b4b3ef91" providerId="LiveId" clId="{F95DCAB5-59F7-4F7C-8CD6-49CD87F8634E}" dt="2026-07-01T19:38:47.850" v="708" actId="1076"/>
          <ac:spMkLst>
            <pc:docMk/>
            <pc:sldMk cId="1400159187" sldId="265"/>
            <ac:spMk id="8" creationId="{721FB96F-4677-EC49-116B-EDDE56D79B50}"/>
          </ac:spMkLst>
        </pc:spChg>
        <pc:spChg chg="del">
          <ac:chgData name="Trinidad Piedra Clemente" userId="3765aaf1b4b3ef91" providerId="LiveId" clId="{F95DCAB5-59F7-4F7C-8CD6-49CD87F8634E}" dt="2026-07-01T18:48:39.574" v="246" actId="478"/>
          <ac:spMkLst>
            <pc:docMk/>
            <pc:sldMk cId="1400159187" sldId="265"/>
            <ac:spMk id="51" creationId="{86BAA7D4-E5B0-D298-CE39-1436FBD28D8A}"/>
          </ac:spMkLst>
        </pc:spChg>
        <pc:grpChg chg="add mod">
          <ac:chgData name="Trinidad Piedra Clemente" userId="3765aaf1b4b3ef91" providerId="LiveId" clId="{F95DCAB5-59F7-4F7C-8CD6-49CD87F8634E}" dt="2026-07-01T18:48:59.635" v="251" actId="1076"/>
          <ac:grpSpMkLst>
            <pc:docMk/>
            <pc:sldMk cId="1400159187" sldId="265"/>
            <ac:grpSpMk id="4" creationId="{A9870983-5015-1A16-AC23-CE2912F36F80}"/>
          </ac:grpSpMkLst>
        </pc:grpChg>
        <pc:picChg chg="add mod">
          <ac:chgData name="Trinidad Piedra Clemente" userId="3765aaf1b4b3ef91" providerId="LiveId" clId="{F95DCAB5-59F7-4F7C-8CD6-49CD87F8634E}" dt="2026-07-01T18:49:32.491" v="256" actId="1076"/>
          <ac:picMkLst>
            <pc:docMk/>
            <pc:sldMk cId="1400159187" sldId="265"/>
            <ac:picMk id="3" creationId="{92CF78C2-5FAF-047C-E46F-A255C68111BB}"/>
          </ac:picMkLst>
        </pc:picChg>
        <pc:picChg chg="mod">
          <ac:chgData name="Trinidad Piedra Clemente" userId="3765aaf1b4b3ef91" providerId="LiveId" clId="{F95DCAB5-59F7-4F7C-8CD6-49CD87F8634E}" dt="2026-07-01T18:49:04.997" v="252" actId="1076"/>
          <ac:picMkLst>
            <pc:docMk/>
            <pc:sldMk cId="1400159187" sldId="265"/>
            <ac:picMk id="49" creationId="{209B7774-B6FA-CF77-408E-9DCAACD38223}"/>
          </ac:picMkLst>
        </pc:picChg>
      </pc:sldChg>
      <pc:sldChg chg="addSp modSp add mod ord">
        <pc:chgData name="Trinidad Piedra Clemente" userId="3765aaf1b4b3ef91" providerId="LiveId" clId="{F95DCAB5-59F7-4F7C-8CD6-49CD87F8634E}" dt="2026-07-01T19:04:59.081" v="418" actId="1076"/>
        <pc:sldMkLst>
          <pc:docMk/>
          <pc:sldMk cId="2170816266" sldId="266"/>
        </pc:sldMkLst>
        <pc:spChg chg="add mod">
          <ac:chgData name="Trinidad Piedra Clemente" userId="3765aaf1b4b3ef91" providerId="LiveId" clId="{F95DCAB5-59F7-4F7C-8CD6-49CD87F8634E}" dt="2026-07-01T19:02:44.950" v="362" actId="1076"/>
          <ac:spMkLst>
            <pc:docMk/>
            <pc:sldMk cId="2170816266" sldId="266"/>
            <ac:spMk id="3" creationId="{70D2F108-54B6-1120-EB64-B4AB4C927EB8}"/>
          </ac:spMkLst>
        </pc:spChg>
        <pc:spChg chg="mod">
          <ac:chgData name="Trinidad Piedra Clemente" userId="3765aaf1b4b3ef91" providerId="LiveId" clId="{F95DCAB5-59F7-4F7C-8CD6-49CD87F8634E}" dt="2026-07-01T19:02:54.861" v="363"/>
          <ac:spMkLst>
            <pc:docMk/>
            <pc:sldMk cId="2170816266" sldId="266"/>
            <ac:spMk id="5" creationId="{4BC8E553-CB70-DB87-271E-CE2DD1F59838}"/>
          </ac:spMkLst>
        </pc:spChg>
        <pc:spChg chg="mod">
          <ac:chgData name="Trinidad Piedra Clemente" userId="3765aaf1b4b3ef91" providerId="LiveId" clId="{F95DCAB5-59F7-4F7C-8CD6-49CD87F8634E}" dt="2026-07-01T19:02:54.861" v="363"/>
          <ac:spMkLst>
            <pc:docMk/>
            <pc:sldMk cId="2170816266" sldId="266"/>
            <ac:spMk id="6" creationId="{A896F54C-91F8-0AE4-29E2-CF35F969DB00}"/>
          </ac:spMkLst>
        </pc:spChg>
        <pc:spChg chg="add mod">
          <ac:chgData name="Trinidad Piedra Clemente" userId="3765aaf1b4b3ef91" providerId="LiveId" clId="{F95DCAB5-59F7-4F7C-8CD6-49CD87F8634E}" dt="2026-07-01T19:04:59.081" v="418" actId="1076"/>
          <ac:spMkLst>
            <pc:docMk/>
            <pc:sldMk cId="2170816266" sldId="266"/>
            <ac:spMk id="7" creationId="{733D72BB-E638-E813-973F-A44845B5BF1D}"/>
          </ac:spMkLst>
        </pc:spChg>
        <pc:spChg chg="mod">
          <ac:chgData name="Trinidad Piedra Clemente" userId="3765aaf1b4b3ef91" providerId="LiveId" clId="{F95DCAB5-59F7-4F7C-8CD6-49CD87F8634E}" dt="2026-07-01T19:01:13.766" v="360" actId="27636"/>
          <ac:spMkLst>
            <pc:docMk/>
            <pc:sldMk cId="2170816266" sldId="266"/>
            <ac:spMk id="51" creationId="{0D2D8FC8-2B09-CFEC-3DF3-E0252C14D22B}"/>
          </ac:spMkLst>
        </pc:spChg>
        <pc:grpChg chg="add mod">
          <ac:chgData name="Trinidad Piedra Clemente" userId="3765aaf1b4b3ef91" providerId="LiveId" clId="{F95DCAB5-59F7-4F7C-8CD6-49CD87F8634E}" dt="2026-07-01T19:02:54.861" v="363"/>
          <ac:grpSpMkLst>
            <pc:docMk/>
            <pc:sldMk cId="2170816266" sldId="266"/>
            <ac:grpSpMk id="4" creationId="{73A9D772-A9C0-D636-03F0-D987DF1426BB}"/>
          </ac:grpSpMkLst>
        </pc:grpChg>
        <pc:picChg chg="add mod">
          <ac:chgData name="Trinidad Piedra Clemente" userId="3765aaf1b4b3ef91" providerId="LiveId" clId="{F95DCAB5-59F7-4F7C-8CD6-49CD87F8634E}" dt="2026-07-01T19:04:54.460" v="416" actId="1076"/>
          <ac:picMkLst>
            <pc:docMk/>
            <pc:sldMk cId="2170816266" sldId="266"/>
            <ac:picMk id="9" creationId="{5D645E2E-C54E-6C16-C029-65176EAC93DD}"/>
          </ac:picMkLst>
        </pc:picChg>
      </pc:sldChg>
      <pc:sldChg chg="addSp modSp add mod ord">
        <pc:chgData name="Trinidad Piedra Clemente" userId="3765aaf1b4b3ef91" providerId="LiveId" clId="{F95DCAB5-59F7-4F7C-8CD6-49CD87F8634E}" dt="2026-07-01T18:56:49.411" v="332" actId="20577"/>
        <pc:sldMkLst>
          <pc:docMk/>
          <pc:sldMk cId="4184367114" sldId="267"/>
        </pc:sldMkLst>
        <pc:spChg chg="add mod">
          <ac:chgData name="Trinidad Piedra Clemente" userId="3765aaf1b4b3ef91" providerId="LiveId" clId="{F95DCAB5-59F7-4F7C-8CD6-49CD87F8634E}" dt="2026-07-01T18:56:28.804" v="321" actId="1076"/>
          <ac:spMkLst>
            <pc:docMk/>
            <pc:sldMk cId="4184367114" sldId="267"/>
            <ac:spMk id="3" creationId="{0D14AC71-7169-08D5-B160-EE1767E9CF8F}"/>
          </ac:spMkLst>
        </pc:spChg>
        <pc:spChg chg="add mod">
          <ac:chgData name="Trinidad Piedra Clemente" userId="3765aaf1b4b3ef91" providerId="LiveId" clId="{F95DCAB5-59F7-4F7C-8CD6-49CD87F8634E}" dt="2026-07-01T18:56:06.436" v="317" actId="108"/>
          <ac:spMkLst>
            <pc:docMk/>
            <pc:sldMk cId="4184367114" sldId="267"/>
            <ac:spMk id="5" creationId="{CA7964F3-D2DB-F871-79CE-D1BCAD141418}"/>
          </ac:spMkLst>
        </pc:spChg>
        <pc:spChg chg="mod">
          <ac:chgData name="Trinidad Piedra Clemente" userId="3765aaf1b4b3ef91" providerId="LiveId" clId="{F95DCAB5-59F7-4F7C-8CD6-49CD87F8634E}" dt="2026-07-01T18:56:17.645" v="318"/>
          <ac:spMkLst>
            <pc:docMk/>
            <pc:sldMk cId="4184367114" sldId="267"/>
            <ac:spMk id="7" creationId="{2C0DC681-3CB5-09BE-B15E-3452C03C09F6}"/>
          </ac:spMkLst>
        </pc:spChg>
        <pc:spChg chg="mod">
          <ac:chgData name="Trinidad Piedra Clemente" userId="3765aaf1b4b3ef91" providerId="LiveId" clId="{F95DCAB5-59F7-4F7C-8CD6-49CD87F8634E}" dt="2026-07-01T18:56:17.645" v="318"/>
          <ac:spMkLst>
            <pc:docMk/>
            <pc:sldMk cId="4184367114" sldId="267"/>
            <ac:spMk id="8" creationId="{3A8F61E5-5899-E972-F943-6687D3F69130}"/>
          </ac:spMkLst>
        </pc:spChg>
        <pc:spChg chg="add mod">
          <ac:chgData name="Trinidad Piedra Clemente" userId="3765aaf1b4b3ef91" providerId="LiveId" clId="{F95DCAB5-59F7-4F7C-8CD6-49CD87F8634E}" dt="2026-07-01T18:56:49.411" v="332" actId="20577"/>
          <ac:spMkLst>
            <pc:docMk/>
            <pc:sldMk cId="4184367114" sldId="267"/>
            <ac:spMk id="9" creationId="{303D48B1-E64F-ABA0-F98E-FBF7F13987A9}"/>
          </ac:spMkLst>
        </pc:spChg>
        <pc:spChg chg="mod">
          <ac:chgData name="Trinidad Piedra Clemente" userId="3765aaf1b4b3ef91" providerId="LiveId" clId="{F95DCAB5-59F7-4F7C-8CD6-49CD87F8634E}" dt="2026-07-01T18:54:03.467" v="310" actId="6549"/>
          <ac:spMkLst>
            <pc:docMk/>
            <pc:sldMk cId="4184367114" sldId="267"/>
            <ac:spMk id="51" creationId="{B1C67E43-3E1D-6BE4-744C-2793A04A55F7}"/>
          </ac:spMkLst>
        </pc:spChg>
        <pc:grpChg chg="add mod">
          <ac:chgData name="Trinidad Piedra Clemente" userId="3765aaf1b4b3ef91" providerId="LiveId" clId="{F95DCAB5-59F7-4F7C-8CD6-49CD87F8634E}" dt="2026-07-01T18:56:17.645" v="318"/>
          <ac:grpSpMkLst>
            <pc:docMk/>
            <pc:sldMk cId="4184367114" sldId="267"/>
            <ac:grpSpMk id="6" creationId="{D9EBD010-0577-6623-422D-B3825261A30D}"/>
          </ac:grpSpMkLst>
        </pc:grpChg>
      </pc:sldChg>
      <pc:sldChg chg="addSp delSp modSp add mod ord">
        <pc:chgData name="Trinidad Piedra Clemente" userId="3765aaf1b4b3ef91" providerId="LiveId" clId="{F95DCAB5-59F7-4F7C-8CD6-49CD87F8634E}" dt="2026-07-01T18:53:27.648" v="307" actId="1076"/>
        <pc:sldMkLst>
          <pc:docMk/>
          <pc:sldMk cId="1321225983" sldId="268"/>
        </pc:sldMkLst>
        <pc:spChg chg="mod">
          <ac:chgData name="Trinidad Piedra Clemente" userId="3765aaf1b4b3ef91" providerId="LiveId" clId="{F95DCAB5-59F7-4F7C-8CD6-49CD87F8634E}" dt="2026-07-01T18:51:20" v="272"/>
          <ac:spMkLst>
            <pc:docMk/>
            <pc:sldMk cId="1321225983" sldId="268"/>
            <ac:spMk id="3" creationId="{620AAD9C-B9AF-9A54-391C-E19EA394DDF2}"/>
          </ac:spMkLst>
        </pc:spChg>
        <pc:spChg chg="mod">
          <ac:chgData name="Trinidad Piedra Clemente" userId="3765aaf1b4b3ef91" providerId="LiveId" clId="{F95DCAB5-59F7-4F7C-8CD6-49CD87F8634E}" dt="2026-07-01T18:51:20" v="272"/>
          <ac:spMkLst>
            <pc:docMk/>
            <pc:sldMk cId="1321225983" sldId="268"/>
            <ac:spMk id="4" creationId="{851788C7-375F-24EB-7492-FA072603B5F6}"/>
          </ac:spMkLst>
        </pc:spChg>
        <pc:spChg chg="add mod">
          <ac:chgData name="Trinidad Piedra Clemente" userId="3765aaf1b4b3ef91" providerId="LiveId" clId="{F95DCAB5-59F7-4F7C-8CD6-49CD87F8634E}" dt="2026-07-01T18:51:46.792" v="278" actId="115"/>
          <ac:spMkLst>
            <pc:docMk/>
            <pc:sldMk cId="1321225983" sldId="268"/>
            <ac:spMk id="5" creationId="{ADD52C54-AB05-2682-C972-A241BCDFCF10}"/>
          </ac:spMkLst>
        </pc:spChg>
        <pc:spChg chg="del">
          <ac:chgData name="Trinidad Piedra Clemente" userId="3765aaf1b4b3ef91" providerId="LiveId" clId="{F95DCAB5-59F7-4F7C-8CD6-49CD87F8634E}" dt="2026-07-01T18:51:26.037" v="273" actId="478"/>
          <ac:spMkLst>
            <pc:docMk/>
            <pc:sldMk cId="1321225983" sldId="268"/>
            <ac:spMk id="51" creationId="{856CD088-1E63-FA40-4A89-0178D1330010}"/>
          </ac:spMkLst>
        </pc:spChg>
        <pc:grpChg chg="add mod">
          <ac:chgData name="Trinidad Piedra Clemente" userId="3765aaf1b4b3ef91" providerId="LiveId" clId="{F95DCAB5-59F7-4F7C-8CD6-49CD87F8634E}" dt="2026-07-01T18:51:20" v="272"/>
          <ac:grpSpMkLst>
            <pc:docMk/>
            <pc:sldMk cId="1321225983" sldId="268"/>
            <ac:grpSpMk id="2" creationId="{9A5145C5-8FB0-CF18-A966-1A714179F7C4}"/>
          </ac:grpSpMkLst>
        </pc:grpChg>
        <pc:graphicFrameChg chg="add mod modGraphic">
          <ac:chgData name="Trinidad Piedra Clemente" userId="3765aaf1b4b3ef91" providerId="LiveId" clId="{F95DCAB5-59F7-4F7C-8CD6-49CD87F8634E}" dt="2026-07-01T18:52:58.915" v="305" actId="20577"/>
          <ac:graphicFrameMkLst>
            <pc:docMk/>
            <pc:sldMk cId="1321225983" sldId="268"/>
            <ac:graphicFrameMk id="6" creationId="{8828E3DC-F285-41EB-A751-82E66E6B09B8}"/>
          </ac:graphicFrameMkLst>
        </pc:graphicFrameChg>
        <pc:picChg chg="add mod">
          <ac:chgData name="Trinidad Piedra Clemente" userId="3765aaf1b4b3ef91" providerId="LiveId" clId="{F95DCAB5-59F7-4F7C-8CD6-49CD87F8634E}" dt="2026-07-01T18:53:27.648" v="307" actId="1076"/>
          <ac:picMkLst>
            <pc:docMk/>
            <pc:sldMk cId="1321225983" sldId="268"/>
            <ac:picMk id="8" creationId="{3F911EEA-48E5-6807-AE52-9949333D924A}"/>
          </ac:picMkLst>
        </pc:picChg>
      </pc:sldChg>
      <pc:sldChg chg="addSp modSp add mod">
        <pc:chgData name="Trinidad Piedra Clemente" userId="3765aaf1b4b3ef91" providerId="LiveId" clId="{F95DCAB5-59F7-4F7C-8CD6-49CD87F8634E}" dt="2026-07-01T19:28:01.380" v="506" actId="14100"/>
        <pc:sldMkLst>
          <pc:docMk/>
          <pc:sldMk cId="1212198006" sldId="269"/>
        </pc:sldMkLst>
        <pc:spChg chg="mod">
          <ac:chgData name="Trinidad Piedra Clemente" userId="3765aaf1b4b3ef91" providerId="LiveId" clId="{F95DCAB5-59F7-4F7C-8CD6-49CD87F8634E}" dt="2026-07-01T19:06:29.111" v="464" actId="20577"/>
          <ac:spMkLst>
            <pc:docMk/>
            <pc:sldMk cId="1212198006" sldId="269"/>
            <ac:spMk id="3" creationId="{3F29AA35-17AB-54CE-D5AB-214EC2905D16}"/>
          </ac:spMkLst>
        </pc:spChg>
        <pc:spChg chg="mod">
          <ac:chgData name="Trinidad Piedra Clemente" userId="3765aaf1b4b3ef91" providerId="LiveId" clId="{F95DCAB5-59F7-4F7C-8CD6-49CD87F8634E}" dt="2026-07-01T19:06:19.913" v="448" actId="20577"/>
          <ac:spMkLst>
            <pc:docMk/>
            <pc:sldMk cId="1212198006" sldId="269"/>
            <ac:spMk id="4" creationId="{C0666080-AEB2-6B67-DDCD-8608A14D50CA}"/>
          </ac:spMkLst>
        </pc:spChg>
        <pc:spChg chg="add mod">
          <ac:chgData name="Trinidad Piedra Clemente" userId="3765aaf1b4b3ef91" providerId="LiveId" clId="{F95DCAB5-59F7-4F7C-8CD6-49CD87F8634E}" dt="2026-07-01T19:28:01.380" v="506" actId="14100"/>
          <ac:spMkLst>
            <pc:docMk/>
            <pc:sldMk cId="1212198006" sldId="269"/>
            <ac:spMk id="6" creationId="{DB2A9451-C254-C82F-5260-5CE540D1E1B8}"/>
          </ac:spMkLst>
        </pc:spChg>
        <pc:spChg chg="mod">
          <ac:chgData name="Trinidad Piedra Clemente" userId="3765aaf1b4b3ef91" providerId="LiveId" clId="{F95DCAB5-59F7-4F7C-8CD6-49CD87F8634E}" dt="2026-07-01T19:07:11.718" v="499" actId="20577"/>
          <ac:spMkLst>
            <pc:docMk/>
            <pc:sldMk cId="1212198006" sldId="269"/>
            <ac:spMk id="51" creationId="{2EB43EF1-1A52-DB33-62A7-2A332FB94CB1}"/>
          </ac:spMkLst>
        </pc:spChg>
        <pc:grpChg chg="add mod">
          <ac:chgData name="Trinidad Piedra Clemente" userId="3765aaf1b4b3ef91" providerId="LiveId" clId="{F95DCAB5-59F7-4F7C-8CD6-49CD87F8634E}" dt="2026-07-01T19:06:06.529" v="424" actId="1076"/>
          <ac:grpSpMkLst>
            <pc:docMk/>
            <pc:sldMk cId="1212198006" sldId="269"/>
            <ac:grpSpMk id="2" creationId="{296B1D16-F992-9E37-06C0-ADD1720E8294}"/>
          </ac:grpSpMkLst>
        </pc:grpChg>
      </pc:sldChg>
      <pc:sldChg chg="addSp modSp add mod">
        <pc:chgData name="Trinidad Piedra Clemente" userId="3765aaf1b4b3ef91" providerId="LiveId" clId="{F95DCAB5-59F7-4F7C-8CD6-49CD87F8634E}" dt="2026-07-01T19:39:44.547" v="710" actId="1076"/>
        <pc:sldMkLst>
          <pc:docMk/>
          <pc:sldMk cId="1766250831" sldId="270"/>
        </pc:sldMkLst>
        <pc:spChg chg="mod">
          <ac:chgData name="Trinidad Piedra Clemente" userId="3765aaf1b4b3ef91" providerId="LiveId" clId="{F95DCAB5-59F7-4F7C-8CD6-49CD87F8634E}" dt="2026-07-01T19:39:41.594" v="709"/>
          <ac:spMkLst>
            <pc:docMk/>
            <pc:sldMk cId="1766250831" sldId="270"/>
            <ac:spMk id="3" creationId="{8252EB70-B9FA-DD43-572C-31FC2678AFCB}"/>
          </ac:spMkLst>
        </pc:spChg>
        <pc:spChg chg="mod">
          <ac:chgData name="Trinidad Piedra Clemente" userId="3765aaf1b4b3ef91" providerId="LiveId" clId="{F95DCAB5-59F7-4F7C-8CD6-49CD87F8634E}" dt="2026-07-01T19:39:41.594" v="709"/>
          <ac:spMkLst>
            <pc:docMk/>
            <pc:sldMk cId="1766250831" sldId="270"/>
            <ac:spMk id="4" creationId="{826A7AF3-0EDB-85BC-04D9-D48DDED19250}"/>
          </ac:spMkLst>
        </pc:spChg>
        <pc:spChg chg="mod">
          <ac:chgData name="Trinidad Piedra Clemente" userId="3765aaf1b4b3ef91" providerId="LiveId" clId="{F95DCAB5-59F7-4F7C-8CD6-49CD87F8634E}" dt="2026-07-01T19:39:44.547" v="710" actId="1076"/>
          <ac:spMkLst>
            <pc:docMk/>
            <pc:sldMk cId="1766250831" sldId="270"/>
            <ac:spMk id="51" creationId="{6D870206-B111-4179-7FAD-486F6ED842B7}"/>
          </ac:spMkLst>
        </pc:spChg>
        <pc:grpChg chg="add mod">
          <ac:chgData name="Trinidad Piedra Clemente" userId="3765aaf1b4b3ef91" providerId="LiveId" clId="{F95DCAB5-59F7-4F7C-8CD6-49CD87F8634E}" dt="2026-07-01T19:39:41.594" v="709"/>
          <ac:grpSpMkLst>
            <pc:docMk/>
            <pc:sldMk cId="1766250831" sldId="270"/>
            <ac:grpSpMk id="2" creationId="{779B2D58-434F-5CD6-F987-FD47EA9CCCC9}"/>
          </ac:grpSpMkLst>
        </pc:grpChg>
      </pc:sldChg>
      <pc:sldChg chg="addSp modSp add mod ord">
        <pc:chgData name="Trinidad Piedra Clemente" userId="3765aaf1b4b3ef91" providerId="LiveId" clId="{F95DCAB5-59F7-4F7C-8CD6-49CD87F8634E}" dt="2026-07-01T19:00:11.475" v="345" actId="1076"/>
        <pc:sldMkLst>
          <pc:docMk/>
          <pc:sldMk cId="122549069" sldId="271"/>
        </pc:sldMkLst>
        <pc:spChg chg="add mod">
          <ac:chgData name="Trinidad Piedra Clemente" userId="3765aaf1b4b3ef91" providerId="LiveId" clId="{F95DCAB5-59F7-4F7C-8CD6-49CD87F8634E}" dt="2026-07-01T19:00:11.475" v="345" actId="1076"/>
          <ac:spMkLst>
            <pc:docMk/>
            <pc:sldMk cId="122549069" sldId="271"/>
            <ac:spMk id="2" creationId="{D61B7F08-198F-1593-3A5B-013679A73F26}"/>
          </ac:spMkLst>
        </pc:spChg>
        <pc:spChg chg="mod">
          <ac:chgData name="Trinidad Piedra Clemente" userId="3765aaf1b4b3ef91" providerId="LiveId" clId="{F95DCAB5-59F7-4F7C-8CD6-49CD87F8634E}" dt="2026-07-01T18:58:56.685" v="342"/>
          <ac:spMkLst>
            <pc:docMk/>
            <pc:sldMk cId="122549069" sldId="271"/>
            <ac:spMk id="4" creationId="{C6545C43-E1CC-DB98-5B3C-F7BA87CAE9BB}"/>
          </ac:spMkLst>
        </pc:spChg>
        <pc:spChg chg="mod">
          <ac:chgData name="Trinidad Piedra Clemente" userId="3765aaf1b4b3ef91" providerId="LiveId" clId="{F95DCAB5-59F7-4F7C-8CD6-49CD87F8634E}" dt="2026-07-01T18:58:56.685" v="342"/>
          <ac:spMkLst>
            <pc:docMk/>
            <pc:sldMk cId="122549069" sldId="271"/>
            <ac:spMk id="5" creationId="{4E25ADAB-4277-4C0A-7E9C-5185C0CE056E}"/>
          </ac:spMkLst>
        </pc:spChg>
        <pc:spChg chg="mod">
          <ac:chgData name="Trinidad Piedra Clemente" userId="3765aaf1b4b3ef91" providerId="LiveId" clId="{F95DCAB5-59F7-4F7C-8CD6-49CD87F8634E}" dt="2026-07-01T18:58:33.638" v="338" actId="1076"/>
          <ac:spMkLst>
            <pc:docMk/>
            <pc:sldMk cId="122549069" sldId="271"/>
            <ac:spMk id="51" creationId="{17E0484D-7087-09E9-9F2D-0227FA2BC061}"/>
          </ac:spMkLst>
        </pc:spChg>
        <pc:grpChg chg="add mod">
          <ac:chgData name="Trinidad Piedra Clemente" userId="3765aaf1b4b3ef91" providerId="LiveId" clId="{F95DCAB5-59F7-4F7C-8CD6-49CD87F8634E}" dt="2026-07-01T18:58:56.685" v="342"/>
          <ac:grpSpMkLst>
            <pc:docMk/>
            <pc:sldMk cId="122549069" sldId="271"/>
            <ac:grpSpMk id="3" creationId="{7BEF00A3-A4E1-7E44-5879-D3F2EA49AA9A}"/>
          </ac:grpSpMkLst>
        </pc:grpChg>
      </pc:sldChg>
      <pc:sldChg chg="addSp modSp add mod">
        <pc:chgData name="Trinidad Piedra Clemente" userId="3765aaf1b4b3ef91" providerId="LiveId" clId="{F95DCAB5-59F7-4F7C-8CD6-49CD87F8634E}" dt="2026-07-01T19:39:52.064" v="712" actId="1076"/>
        <pc:sldMkLst>
          <pc:docMk/>
          <pc:sldMk cId="3675372962" sldId="272"/>
        </pc:sldMkLst>
        <pc:spChg chg="mod">
          <ac:chgData name="Trinidad Piedra Clemente" userId="3765aaf1b4b3ef91" providerId="LiveId" clId="{F95DCAB5-59F7-4F7C-8CD6-49CD87F8634E}" dt="2026-07-01T19:39:49.306" v="711"/>
          <ac:spMkLst>
            <pc:docMk/>
            <pc:sldMk cId="3675372962" sldId="272"/>
            <ac:spMk id="3" creationId="{9F667D12-1AF7-0A4E-01BE-82749ACDD0D2}"/>
          </ac:spMkLst>
        </pc:spChg>
        <pc:spChg chg="mod">
          <ac:chgData name="Trinidad Piedra Clemente" userId="3765aaf1b4b3ef91" providerId="LiveId" clId="{F95DCAB5-59F7-4F7C-8CD6-49CD87F8634E}" dt="2026-07-01T19:39:49.306" v="711"/>
          <ac:spMkLst>
            <pc:docMk/>
            <pc:sldMk cId="3675372962" sldId="272"/>
            <ac:spMk id="4" creationId="{AAFD63B1-208E-23E0-8A20-2CC552E0603B}"/>
          </ac:spMkLst>
        </pc:spChg>
        <pc:spChg chg="mod">
          <ac:chgData name="Trinidad Piedra Clemente" userId="3765aaf1b4b3ef91" providerId="LiveId" clId="{F95DCAB5-59F7-4F7C-8CD6-49CD87F8634E}" dt="2026-07-01T19:39:52.064" v="712" actId="1076"/>
          <ac:spMkLst>
            <pc:docMk/>
            <pc:sldMk cId="3675372962" sldId="272"/>
            <ac:spMk id="51" creationId="{6503BB81-B2EF-A636-ECCE-7659C94B83B2}"/>
          </ac:spMkLst>
        </pc:spChg>
        <pc:grpChg chg="add mod">
          <ac:chgData name="Trinidad Piedra Clemente" userId="3765aaf1b4b3ef91" providerId="LiveId" clId="{F95DCAB5-59F7-4F7C-8CD6-49CD87F8634E}" dt="2026-07-01T19:39:49.306" v="711"/>
          <ac:grpSpMkLst>
            <pc:docMk/>
            <pc:sldMk cId="3675372962" sldId="272"/>
            <ac:grpSpMk id="2" creationId="{F288426C-3635-646C-C5AF-3B5D62D79FAF}"/>
          </ac:grpSpMkLst>
        </pc:grpChg>
      </pc:sldChg>
      <pc:sldChg chg="addSp modSp add mod">
        <pc:chgData name="Trinidad Piedra Clemente" userId="3765aaf1b4b3ef91" providerId="LiveId" clId="{F95DCAB5-59F7-4F7C-8CD6-49CD87F8634E}" dt="2026-07-01T19:39:59.468" v="714" actId="1076"/>
        <pc:sldMkLst>
          <pc:docMk/>
          <pc:sldMk cId="3968877741" sldId="273"/>
        </pc:sldMkLst>
        <pc:spChg chg="mod">
          <ac:chgData name="Trinidad Piedra Clemente" userId="3765aaf1b4b3ef91" providerId="LiveId" clId="{F95DCAB5-59F7-4F7C-8CD6-49CD87F8634E}" dt="2026-07-01T19:39:56.765" v="713"/>
          <ac:spMkLst>
            <pc:docMk/>
            <pc:sldMk cId="3968877741" sldId="273"/>
            <ac:spMk id="3" creationId="{EAEF4E79-71D0-FBF4-C158-BF840920812F}"/>
          </ac:spMkLst>
        </pc:spChg>
        <pc:spChg chg="mod">
          <ac:chgData name="Trinidad Piedra Clemente" userId="3765aaf1b4b3ef91" providerId="LiveId" clId="{F95DCAB5-59F7-4F7C-8CD6-49CD87F8634E}" dt="2026-07-01T19:39:56.765" v="713"/>
          <ac:spMkLst>
            <pc:docMk/>
            <pc:sldMk cId="3968877741" sldId="273"/>
            <ac:spMk id="4" creationId="{BD30F1D1-376A-F621-EEA5-3F24AFC5A654}"/>
          </ac:spMkLst>
        </pc:spChg>
        <pc:spChg chg="mod">
          <ac:chgData name="Trinidad Piedra Clemente" userId="3765aaf1b4b3ef91" providerId="LiveId" clId="{F95DCAB5-59F7-4F7C-8CD6-49CD87F8634E}" dt="2026-07-01T19:39:59.468" v="714" actId="1076"/>
          <ac:spMkLst>
            <pc:docMk/>
            <pc:sldMk cId="3968877741" sldId="273"/>
            <ac:spMk id="51" creationId="{0EAD1C89-C475-97AC-F5EA-EC557C50B197}"/>
          </ac:spMkLst>
        </pc:spChg>
        <pc:grpChg chg="add mod">
          <ac:chgData name="Trinidad Piedra Clemente" userId="3765aaf1b4b3ef91" providerId="LiveId" clId="{F95DCAB5-59F7-4F7C-8CD6-49CD87F8634E}" dt="2026-07-01T19:39:56.765" v="713"/>
          <ac:grpSpMkLst>
            <pc:docMk/>
            <pc:sldMk cId="3968877741" sldId="273"/>
            <ac:grpSpMk id="2" creationId="{A0A4DFD9-D915-DC86-2FC0-CA3978A10555}"/>
          </ac:grpSpMkLst>
        </pc:grpChg>
      </pc:sldChg>
      <pc:sldChg chg="addSp modSp add mod">
        <pc:chgData name="Trinidad Piedra Clemente" userId="3765aaf1b4b3ef91" providerId="LiveId" clId="{F95DCAB5-59F7-4F7C-8CD6-49CD87F8634E}" dt="2026-07-01T19:40:10.463" v="716" actId="1076"/>
        <pc:sldMkLst>
          <pc:docMk/>
          <pc:sldMk cId="1812032692" sldId="274"/>
        </pc:sldMkLst>
        <pc:spChg chg="mod">
          <ac:chgData name="Trinidad Piedra Clemente" userId="3765aaf1b4b3ef91" providerId="LiveId" clId="{F95DCAB5-59F7-4F7C-8CD6-49CD87F8634E}" dt="2026-07-01T19:40:08.179" v="715"/>
          <ac:spMkLst>
            <pc:docMk/>
            <pc:sldMk cId="1812032692" sldId="274"/>
            <ac:spMk id="3" creationId="{12C4A1C2-066A-F3A0-1D12-E365175321DB}"/>
          </ac:spMkLst>
        </pc:spChg>
        <pc:spChg chg="mod">
          <ac:chgData name="Trinidad Piedra Clemente" userId="3765aaf1b4b3ef91" providerId="LiveId" clId="{F95DCAB5-59F7-4F7C-8CD6-49CD87F8634E}" dt="2026-07-01T19:40:08.179" v="715"/>
          <ac:spMkLst>
            <pc:docMk/>
            <pc:sldMk cId="1812032692" sldId="274"/>
            <ac:spMk id="4" creationId="{C26998C6-5FF2-5303-7297-5B2D74271C58}"/>
          </ac:spMkLst>
        </pc:spChg>
        <pc:spChg chg="mod">
          <ac:chgData name="Trinidad Piedra Clemente" userId="3765aaf1b4b3ef91" providerId="LiveId" clId="{F95DCAB5-59F7-4F7C-8CD6-49CD87F8634E}" dt="2026-07-01T19:40:10.463" v="716" actId="1076"/>
          <ac:spMkLst>
            <pc:docMk/>
            <pc:sldMk cId="1812032692" sldId="274"/>
            <ac:spMk id="51" creationId="{308A7177-6846-0821-343C-40081A9B4E37}"/>
          </ac:spMkLst>
        </pc:spChg>
        <pc:grpChg chg="add mod">
          <ac:chgData name="Trinidad Piedra Clemente" userId="3765aaf1b4b3ef91" providerId="LiveId" clId="{F95DCAB5-59F7-4F7C-8CD6-49CD87F8634E}" dt="2026-07-01T19:40:08.179" v="715"/>
          <ac:grpSpMkLst>
            <pc:docMk/>
            <pc:sldMk cId="1812032692" sldId="274"/>
            <ac:grpSpMk id="2" creationId="{38502BBC-A4AE-0D65-4E9A-28239C29B75A}"/>
          </ac:grpSpMkLst>
        </pc:grpChg>
      </pc:sldChg>
      <pc:sldChg chg="addSp modSp add mod">
        <pc:chgData name="Trinidad Piedra Clemente" userId="3765aaf1b4b3ef91" providerId="LiveId" clId="{F95DCAB5-59F7-4F7C-8CD6-49CD87F8634E}" dt="2026-07-01T19:40:22.988" v="720" actId="1076"/>
        <pc:sldMkLst>
          <pc:docMk/>
          <pc:sldMk cId="3931249977" sldId="275"/>
        </pc:sldMkLst>
        <pc:spChg chg="add mod">
          <ac:chgData name="Trinidad Piedra Clemente" userId="3765aaf1b4b3ef91" providerId="LiveId" clId="{F95DCAB5-59F7-4F7C-8CD6-49CD87F8634E}" dt="2026-07-01T19:40:22.988" v="720" actId="1076"/>
          <ac:spMkLst>
            <pc:docMk/>
            <pc:sldMk cId="3931249977" sldId="275"/>
            <ac:spMk id="3" creationId="{075E3785-43B4-C89D-5FA3-3EC7AD9EED51}"/>
          </ac:spMkLst>
        </pc:spChg>
        <pc:spChg chg="mod">
          <ac:chgData name="Trinidad Piedra Clemente" userId="3765aaf1b4b3ef91" providerId="LiveId" clId="{F95DCAB5-59F7-4F7C-8CD6-49CD87F8634E}" dt="2026-07-01T19:40:15.025" v="717"/>
          <ac:spMkLst>
            <pc:docMk/>
            <pc:sldMk cId="3931249977" sldId="275"/>
            <ac:spMk id="4" creationId="{291B0705-6074-1E95-7013-A72F71210CA7}"/>
          </ac:spMkLst>
        </pc:spChg>
        <pc:spChg chg="add mod">
          <ac:chgData name="Trinidad Piedra Clemente" userId="3765aaf1b4b3ef91" providerId="LiveId" clId="{F95DCAB5-59F7-4F7C-8CD6-49CD87F8634E}" dt="2026-07-01T19:40:20.462" v="719" actId="1076"/>
          <ac:spMkLst>
            <pc:docMk/>
            <pc:sldMk cId="3931249977" sldId="275"/>
            <ac:spMk id="6" creationId="{4087BBCA-F19C-25BF-3ED4-88902B1149BB}"/>
          </ac:spMkLst>
        </pc:spChg>
        <pc:spChg chg="mod">
          <ac:chgData name="Trinidad Piedra Clemente" userId="3765aaf1b4b3ef91" providerId="LiveId" clId="{F95DCAB5-59F7-4F7C-8CD6-49CD87F8634E}" dt="2026-07-01T19:40:15.025" v="717"/>
          <ac:spMkLst>
            <pc:docMk/>
            <pc:sldMk cId="3931249977" sldId="275"/>
            <ac:spMk id="7" creationId="{A631ACAC-6F43-201B-56EA-B92CB6E19759}"/>
          </ac:spMkLst>
        </pc:spChg>
        <pc:spChg chg="mod">
          <ac:chgData name="Trinidad Piedra Clemente" userId="3765aaf1b4b3ef91" providerId="LiveId" clId="{F95DCAB5-59F7-4F7C-8CD6-49CD87F8634E}" dt="2026-07-01T19:30:29.481" v="514" actId="6549"/>
          <ac:spMkLst>
            <pc:docMk/>
            <pc:sldMk cId="3931249977" sldId="275"/>
            <ac:spMk id="51" creationId="{EEA32618-4BE8-213E-C3CD-1EAFB1D5D477}"/>
          </ac:spMkLst>
        </pc:spChg>
        <pc:grpChg chg="add mod">
          <ac:chgData name="Trinidad Piedra Clemente" userId="3765aaf1b4b3ef91" providerId="LiveId" clId="{F95DCAB5-59F7-4F7C-8CD6-49CD87F8634E}" dt="2026-07-01T19:40:15.025" v="717"/>
          <ac:grpSpMkLst>
            <pc:docMk/>
            <pc:sldMk cId="3931249977" sldId="275"/>
            <ac:grpSpMk id="2" creationId="{C5C76881-CF7D-AAFF-B060-1614697DFE39}"/>
          </ac:grpSpMkLst>
        </pc:grpChg>
        <pc:picChg chg="add mod">
          <ac:chgData name="Trinidad Piedra Clemente" userId="3765aaf1b4b3ef91" providerId="LiveId" clId="{F95DCAB5-59F7-4F7C-8CD6-49CD87F8634E}" dt="2026-07-01T19:40:18.225" v="718" actId="1076"/>
          <ac:picMkLst>
            <pc:docMk/>
            <pc:sldMk cId="3931249977" sldId="275"/>
            <ac:picMk id="5" creationId="{CEF96EC7-6BF9-3437-1797-28BC4694C8C5}"/>
          </ac:picMkLst>
        </pc:picChg>
      </pc:sldChg>
      <pc:sldMasterChg chg="new mod addSldLayout">
        <pc:chgData name="Trinidad Piedra Clemente" userId="3765aaf1b4b3ef91" providerId="LiveId" clId="{F95DCAB5-59F7-4F7C-8CD6-49CD87F8634E}" dt="2026-07-01T18:40:42.781" v="200" actId="6938"/>
        <pc:sldMasterMkLst>
          <pc:docMk/>
          <pc:sldMasterMk cId="3110045748" sldId="2147483858"/>
        </pc:sldMasterMkLst>
        <pc:sldLayoutChg chg="new replId">
          <pc:chgData name="Trinidad Piedra Clemente" userId="3765aaf1b4b3ef91" providerId="LiveId" clId="{F95DCAB5-59F7-4F7C-8CD6-49CD87F8634E}" dt="2026-07-01T18:40:42.781" v="200" actId="6938"/>
          <pc:sldLayoutMkLst>
            <pc:docMk/>
            <pc:sldMasterMk cId="3110045748" sldId="2147483858"/>
            <pc:sldLayoutMk cId="3695382032" sldId="2147483859"/>
          </pc:sldLayoutMkLst>
        </pc:sldLayoutChg>
        <pc:sldLayoutChg chg="new replId">
          <pc:chgData name="Trinidad Piedra Clemente" userId="3765aaf1b4b3ef91" providerId="LiveId" clId="{F95DCAB5-59F7-4F7C-8CD6-49CD87F8634E}" dt="2026-07-01T18:40:42.781" v="200" actId="6938"/>
          <pc:sldLayoutMkLst>
            <pc:docMk/>
            <pc:sldMasterMk cId="3110045748" sldId="2147483858"/>
            <pc:sldLayoutMk cId="236656104" sldId="2147483860"/>
          </pc:sldLayoutMkLst>
        </pc:sldLayoutChg>
        <pc:sldLayoutChg chg="new replId">
          <pc:chgData name="Trinidad Piedra Clemente" userId="3765aaf1b4b3ef91" providerId="LiveId" clId="{F95DCAB5-59F7-4F7C-8CD6-49CD87F8634E}" dt="2026-07-01T18:40:42.781" v="200" actId="6938"/>
          <pc:sldLayoutMkLst>
            <pc:docMk/>
            <pc:sldMasterMk cId="3110045748" sldId="2147483858"/>
            <pc:sldLayoutMk cId="733507526" sldId="2147483861"/>
          </pc:sldLayoutMkLst>
        </pc:sldLayoutChg>
        <pc:sldLayoutChg chg="new replId">
          <pc:chgData name="Trinidad Piedra Clemente" userId="3765aaf1b4b3ef91" providerId="LiveId" clId="{F95DCAB5-59F7-4F7C-8CD6-49CD87F8634E}" dt="2026-07-01T18:40:42.781" v="200" actId="6938"/>
          <pc:sldLayoutMkLst>
            <pc:docMk/>
            <pc:sldMasterMk cId="3110045748" sldId="2147483858"/>
            <pc:sldLayoutMk cId="3542445965" sldId="2147483862"/>
          </pc:sldLayoutMkLst>
        </pc:sldLayoutChg>
        <pc:sldLayoutChg chg="new replId">
          <pc:chgData name="Trinidad Piedra Clemente" userId="3765aaf1b4b3ef91" providerId="LiveId" clId="{F95DCAB5-59F7-4F7C-8CD6-49CD87F8634E}" dt="2026-07-01T18:40:42.781" v="200" actId="6938"/>
          <pc:sldLayoutMkLst>
            <pc:docMk/>
            <pc:sldMasterMk cId="3110045748" sldId="2147483858"/>
            <pc:sldLayoutMk cId="405946074" sldId="2147483863"/>
          </pc:sldLayoutMkLst>
        </pc:sldLayoutChg>
        <pc:sldLayoutChg chg="new replId">
          <pc:chgData name="Trinidad Piedra Clemente" userId="3765aaf1b4b3ef91" providerId="LiveId" clId="{F95DCAB5-59F7-4F7C-8CD6-49CD87F8634E}" dt="2026-07-01T18:40:42.781" v="200" actId="6938"/>
          <pc:sldLayoutMkLst>
            <pc:docMk/>
            <pc:sldMasterMk cId="3110045748" sldId="2147483858"/>
            <pc:sldLayoutMk cId="2132655846" sldId="2147483864"/>
          </pc:sldLayoutMkLst>
        </pc:sldLayoutChg>
        <pc:sldLayoutChg chg="new replId">
          <pc:chgData name="Trinidad Piedra Clemente" userId="3765aaf1b4b3ef91" providerId="LiveId" clId="{F95DCAB5-59F7-4F7C-8CD6-49CD87F8634E}" dt="2026-07-01T18:40:42.781" v="200" actId="6938"/>
          <pc:sldLayoutMkLst>
            <pc:docMk/>
            <pc:sldMasterMk cId="3110045748" sldId="2147483858"/>
            <pc:sldLayoutMk cId="1725851093" sldId="2147483865"/>
          </pc:sldLayoutMkLst>
        </pc:sldLayoutChg>
        <pc:sldLayoutChg chg="new replId">
          <pc:chgData name="Trinidad Piedra Clemente" userId="3765aaf1b4b3ef91" providerId="LiveId" clId="{F95DCAB5-59F7-4F7C-8CD6-49CD87F8634E}" dt="2026-07-01T18:40:42.781" v="200" actId="6938"/>
          <pc:sldLayoutMkLst>
            <pc:docMk/>
            <pc:sldMasterMk cId="3110045748" sldId="2147483858"/>
            <pc:sldLayoutMk cId="1623044914" sldId="2147483866"/>
          </pc:sldLayoutMkLst>
        </pc:sldLayoutChg>
        <pc:sldLayoutChg chg="new replId">
          <pc:chgData name="Trinidad Piedra Clemente" userId="3765aaf1b4b3ef91" providerId="LiveId" clId="{F95DCAB5-59F7-4F7C-8CD6-49CD87F8634E}" dt="2026-07-01T18:40:42.781" v="200" actId="6938"/>
          <pc:sldLayoutMkLst>
            <pc:docMk/>
            <pc:sldMasterMk cId="3110045748" sldId="2147483858"/>
            <pc:sldLayoutMk cId="3681041695" sldId="2147483867"/>
          </pc:sldLayoutMkLst>
        </pc:sldLayoutChg>
        <pc:sldLayoutChg chg="new replId">
          <pc:chgData name="Trinidad Piedra Clemente" userId="3765aaf1b4b3ef91" providerId="LiveId" clId="{F95DCAB5-59F7-4F7C-8CD6-49CD87F8634E}" dt="2026-07-01T18:40:42.781" v="200" actId="6938"/>
          <pc:sldLayoutMkLst>
            <pc:docMk/>
            <pc:sldMasterMk cId="3110045748" sldId="2147483858"/>
            <pc:sldLayoutMk cId="730520432" sldId="2147483868"/>
          </pc:sldLayoutMkLst>
        </pc:sldLayoutChg>
        <pc:sldLayoutChg chg="new replId">
          <pc:chgData name="Trinidad Piedra Clemente" userId="3765aaf1b4b3ef91" providerId="LiveId" clId="{F95DCAB5-59F7-4F7C-8CD6-49CD87F8634E}" dt="2026-07-01T18:40:42.781" v="200" actId="6938"/>
          <pc:sldLayoutMkLst>
            <pc:docMk/>
            <pc:sldMasterMk cId="3110045748" sldId="2147483858"/>
            <pc:sldLayoutMk cId="3423796150" sldId="214748386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B2011374-8640-4C79-BC38-60631A291B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CB9E6E0-61D1-4594-8AE5-F5E2AF6CC5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EBE7CE4-E6FE-4E3C-82AB-809805344F9F}" type="datetime1">
              <a:rPr lang="es-ES" smtClean="0"/>
              <a:t>01/07/2026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516A64-E5FD-42D9-99F2-342E304D00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3800185B-CA9A-4531-8671-E8F7ACB9D7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87D9F4C-BC45-4524-A8C5-C39815D4C1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77660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E0E74BE-C76B-495E-BC04-CD7C8E41D156}" type="datetime1">
              <a:rPr lang="es-ES" noProof="0" smtClean="0"/>
              <a:t>01/07/2026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3A0416F-01A1-4FE7-950D-F948D1432F7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522037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6996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6740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9426F-8F73-599C-D6D5-3FA935412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4B7CB4FD-A625-9A0C-AA23-8B4C1E78C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5E64CDD0-9689-6879-3CE1-921F1F4C7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11B0C6C-1020-A0D0-2381-487FE6EBE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0323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E1DB-73D8-2617-9584-AFD359F38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4C624B37-75BC-35CF-708B-967E16DE8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B211FC3C-DC34-E804-97BE-F65B71BC6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E0213E5E-2BCD-3208-3FED-AED552E3F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1711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1BF5C-C192-6D8F-2F6C-A4AFC028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787B0839-63CF-1E2C-0EF1-4903B35D8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3C4ACF34-EF50-AB9E-F073-C32C95ADC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CA8E4A4D-0683-ED8A-D16E-DF5000D59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3289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C489B-4F44-4DC8-39C7-FAE8F745A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1EEDEB8A-53AF-5D08-2D56-63EEB1A9B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4B7A0716-EAA9-791B-75E7-28A98936E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66CEF14-2B37-C6F9-F4A7-14B863CFF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0543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A33B1-3F91-F3D4-A732-D552208C8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9BFCD121-A312-B839-8E6B-88C1B0638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3EC70E71-849B-F454-11BD-3C0B85216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95AAC346-78F3-89C0-9332-154926447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2089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0C2ED-F8A3-32B8-EE1F-B663D58A0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245AACF8-A3F3-0811-AD95-1E9252993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6C50D59E-43EF-1C79-3631-C6AA2EFC3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B5707AFC-9041-8C60-A759-1567BCD04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4343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1D1C6-4BC4-1A8D-3CA2-0ECCB2B4B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4365229C-DE09-49AC-112D-976DF0BEA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D9F0BD98-001E-84CC-25BE-DF60398A3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D35DA4A1-04EA-BEA9-C3D5-D6E6B765A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1581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AD35C-4FDB-3F30-AC4C-A61DECA3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27C3C8A5-5E11-72C9-C5DD-5FD07E522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A01F1481-D096-D3F3-2A2A-034DF5A24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1CF578E-C55D-661C-C977-FAFD63AA5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1152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7D39E-BCD7-5714-860E-87004A3FF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0DADCC73-C160-258E-A7AF-81DD96D6F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E44CD1B4-26AF-0867-63D6-C798F45C3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0BF681A-124F-035C-FFAE-AC745ECDD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0678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6F3B1-417D-4427-AFF4-1EFB4473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9EE3E0DF-74F6-552D-DDB6-7D4047AF6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BB82532F-38C6-1188-A987-D55457A49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D605AA20-0184-D10F-F9B5-C39CD1DF4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3824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4214A-4D5D-7A70-9220-AE370E86A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A0277F5A-39D1-007E-DAEB-0935BB760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EF54A882-F299-8C6E-9D00-C74B15CE2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EAD912A0-9E29-6404-7355-53D26B867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1395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1791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72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416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267B5D-2E29-0873-F2F2-6EFB7A31B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0686AA4-93E5-F746-5B44-A443E58BE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72B6B2-51EB-1858-2CEA-1084E7D9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F942002-1D62-ED1A-6EE6-EE2824323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657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381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716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246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975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3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102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787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488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7776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935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587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425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63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713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B612A-55E5-67E2-3854-A7027F535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84F0E5-FDD4-C695-DA38-BE16D082E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BE3DF8-6E13-4013-91D8-F50F0BA7C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387-2B1F-42DE-A261-8D1E21B0FFA6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1F620F-D204-478B-BFFB-8204FE948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CA7BA8-29D9-B4A9-3BAD-17C56E7E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9183-BB58-4BE0-9D4C-671F2196BE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538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B3B1B-6372-49A0-A74B-69AD3348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7C7F63-E67C-253E-F504-CB344B821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73B543-7337-DE85-7A31-237CB7636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387-2B1F-42DE-A261-8D1E21B0FFA6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806752-828F-DFE3-596F-F94E51B3A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686F7C-00BE-23AF-8D0B-2CD10C2B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9183-BB58-4BE0-9D4C-671F2196BE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6561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842FC-193A-603B-91FC-98B7AF7F3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5023C6-40DB-7F99-88AF-EA52C608A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036A8B-C89E-2921-BA22-F52504172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387-2B1F-42DE-A261-8D1E21B0FFA6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BA6DA4-6B21-8DC8-EB9F-E2EC7B6F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BA6FC9-4447-9D2A-2DC2-5EC32B91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9183-BB58-4BE0-9D4C-671F2196BE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35075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B67AE-4F34-58BE-5DC5-D848BF24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FEC9C6-A888-AF72-E7C0-9BE31814D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5ECACF-5C8B-5CE2-7EDE-67FA07B88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5D290D-0B8A-D5EA-8A5E-81D66CCD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387-2B1F-42DE-A261-8D1E21B0FFA6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EC1D81-7397-B416-A82C-B296230D8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8B4363-488C-89D3-D599-24F8391D9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9183-BB58-4BE0-9D4C-671F2196BE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2445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3222C-92AE-7049-B9F2-D8B4468CB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0C6F1B-0CD8-F9A6-EDC5-27DE61268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A30249-B662-F78C-7180-8F6FAA14B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94FE001-7C91-0BDF-D8CB-03BFCFEC59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6EA087-57DA-D175-B599-110DEA94A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6AF65AF-94C6-2598-60B1-2F9BDB6AC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387-2B1F-42DE-A261-8D1E21B0FFA6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2FFA59E-9625-4569-1A2D-926CD1FA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9876147-9DEF-F35A-A4B5-0E8DBD28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9183-BB58-4BE0-9D4C-671F2196BE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9460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32FD8-0CB8-C207-0FCE-E48046701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71CE468-1680-91C5-3F1E-849BFF887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387-2B1F-42DE-A261-8D1E21B0FFA6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1CFA02-64E6-D4C9-62B0-D6F935495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5A31238-6F76-FFF5-9527-68D2726E8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9183-BB58-4BE0-9D4C-671F2196BE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26558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B11A296-DB59-A323-55FF-E2367AFF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387-2B1F-42DE-A261-8D1E21B0FFA6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F3C58B-48F2-FE33-BED2-DA44B2556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CC0058-997C-2821-9879-313CA3738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9183-BB58-4BE0-9D4C-671F2196BE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5851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C7AF3-B95C-0A9F-43E9-B55BD2D77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969FEE-62BA-ECEE-C0C5-850852EEB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77BF57-F327-CD75-CD58-20BDA11E6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7614FEC-EA09-011B-1553-338BB0308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387-2B1F-42DE-A261-8D1E21B0FFA6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C72F75-0A7F-4FD9-B34E-A96533A80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4989D0-A365-1C91-12FE-C00F1561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9183-BB58-4BE0-9D4C-671F2196BE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30449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5FE38-B788-669B-1436-777584DE5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8BB4EB6-458A-04D7-AAC7-A942A964F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06A0EE-B5ED-FCB3-6599-ED35E8758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9C61A0-E87D-587F-8473-CF49E99A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387-2B1F-42DE-A261-8D1E21B0FFA6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C19719-667B-0437-20E2-4EB9B9E4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8B8A5D-F0EA-5312-826C-64D728EE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9183-BB58-4BE0-9D4C-671F2196BE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10416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CE46C4-5B74-3CB1-F08B-12D7B7B72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556FA6-955E-97A9-3015-A3E1557E7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46AC92-0874-82E1-B850-A1B73114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387-2B1F-42DE-A261-8D1E21B0FFA6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5166A8-5137-5EFC-9578-9C2120F06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809D60-63D2-7617-C3F4-0A16C0BBA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9183-BB58-4BE0-9D4C-671F2196BE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05204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0CD359-0A34-02C0-4895-AD66D68D0F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AE46A9-CA03-570F-9CFF-14B8F4F09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207EF6-2B15-E0B3-0237-47489E8D6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387-2B1F-42DE-A261-8D1E21B0FFA6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E9169C-E4D2-2B57-D665-8F0D4239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C4EBFB-E6D2-6248-98B4-CF8F91283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9183-BB58-4BE0-9D4C-671F2196BE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3796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780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57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  <p:sldLayoutId id="2147483852" r:id="rId13"/>
    <p:sldLayoutId id="2147483853" r:id="rId14"/>
    <p:sldLayoutId id="2147483854" r:id="rId15"/>
    <p:sldLayoutId id="2147483855" r:id="rId16"/>
    <p:sldLayoutId id="214748385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79E28F8-8569-D971-C4B7-98C1AD77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704886-2E72-F817-2C4F-7A75EF3A0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B29319-D6EF-3A99-D948-01F3840A07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44B387-2B1F-42DE-A261-8D1E21B0FFA6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0A805-CC7C-CA7F-EBF2-1F9CD2DC4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FDB8D8-EB7C-7394-B766-0C2592C94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29183-BB58-4BE0-9D4C-671F2196BE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0045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Números comerciales de finanzas">
            <a:extLst>
              <a:ext uri="{FF2B5EF4-FFF2-40B4-BE49-F238E27FC236}">
                <a16:creationId xmlns:a16="http://schemas.microsoft.com/office/drawing/2014/main" id="{112B9624-F8A1-4831-AE43-1D9E266CFF3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91" t="15842" r="2" b="14119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3FC7BD98-5486-489C-BAA0-A69CEFF69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998" y="5551161"/>
            <a:ext cx="4079721" cy="1285586"/>
          </a:xfrm>
        </p:spPr>
        <p:txBody>
          <a:bodyPr rtlCol="0">
            <a:normAutofit lnSpcReduction="10000"/>
          </a:bodyPr>
          <a:lstStyle/>
          <a:p>
            <a:r>
              <a:rPr lang="es-ES" sz="3200" b="1" dirty="0"/>
              <a:t>Weekly</a:t>
            </a:r>
            <a:r>
              <a:rPr lang="es-ES" sz="3200" b="1" dirty="0">
                <a:ea typeface="+mn-lt"/>
                <a:cs typeface="+mn-lt"/>
              </a:rPr>
              <a:t> </a:t>
            </a:r>
            <a:r>
              <a:rPr lang="es-ES" sz="3200" b="1" dirty="0" err="1">
                <a:ea typeface="+mn-lt"/>
                <a:cs typeface="+mn-lt"/>
              </a:rPr>
              <a:t>report</a:t>
            </a:r>
            <a:endParaRPr lang="es-ES" sz="3200" b="1" dirty="0">
              <a:ea typeface="+mn-lt"/>
              <a:cs typeface="+mn-lt"/>
            </a:endParaRPr>
          </a:p>
          <a:p>
            <a:r>
              <a:rPr lang="es-ES" sz="1600" b="1"/>
              <a:t>Team_32</a:t>
            </a:r>
          </a:p>
          <a:p>
            <a:r>
              <a:rPr lang="es-ES" sz="1600" b="1" dirty="0">
                <a:ea typeface="+mn-lt"/>
                <a:cs typeface="+mn-lt"/>
              </a:rPr>
              <a:t>6 </a:t>
            </a:r>
            <a:r>
              <a:rPr lang="es-ES" sz="1600" b="1" dirty="0" err="1">
                <a:ea typeface="+mn-lt"/>
                <a:cs typeface="+mn-lt"/>
              </a:rPr>
              <a:t>July</a:t>
            </a:r>
            <a:r>
              <a:rPr lang="es-ES" sz="1600" b="1" dirty="0">
                <a:ea typeface="+mn-lt"/>
                <a:cs typeface="+mn-lt"/>
              </a:rPr>
              <a:t> 2026</a:t>
            </a:r>
            <a:endParaRPr lang="es-ES" b="1" dirty="0"/>
          </a:p>
          <a:p>
            <a:endParaRPr lang="es-ES" sz="1600" dirty="0"/>
          </a:p>
        </p:txBody>
      </p:sp>
      <p:cxnSp>
        <p:nvCxnSpPr>
          <p:cNvPr id="32" name="Straight Connector 9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11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5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6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7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40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6" name="Imagen 5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37271BC5-D760-6FAC-A52B-22AF119BC89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4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61" y="2506695"/>
            <a:ext cx="4248151" cy="18233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405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1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2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3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DD6BC9EB-F181-48AB-BCA2-3D1DB20D2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39C01D62-C866-3D71-83CC-8956924F245F}"/>
              </a:ext>
            </a:extLst>
          </p:cNvPr>
          <p:cNvSpPr txBox="1"/>
          <p:nvPr/>
        </p:nvSpPr>
        <p:spPr>
          <a:xfrm>
            <a:off x="1396230" y="510300"/>
            <a:ext cx="5698067" cy="639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7500" lnSpcReduction="20000"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5400" b="1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KPI's</a:t>
            </a:r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D33AAA80-39DC-4020-9BFF-0718F35C7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1177F295-741F-4EFF-B0CA-BE69295AD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49" name="Imagen 4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CD6F9B3E-E619-3991-F8A1-DB91D05D1D7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4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71432" y="235210"/>
            <a:ext cx="1388837" cy="596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7F5F896-2F43-8B9D-AE8C-17AF61F99246}"/>
              </a:ext>
            </a:extLst>
          </p:cNvPr>
          <p:cNvSpPr txBox="1"/>
          <p:nvPr/>
        </p:nvSpPr>
        <p:spPr>
          <a:xfrm>
            <a:off x="2391071" y="2646648"/>
            <a:ext cx="2862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LINK A Power BI</a:t>
            </a:r>
          </a:p>
        </p:txBody>
      </p:sp>
    </p:spTree>
    <p:extLst>
      <p:ext uri="{BB962C8B-B14F-4D97-AF65-F5344CB8AC3E}">
        <p14:creationId xmlns:p14="http://schemas.microsoft.com/office/powerpoint/2010/main" val="2067005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11A99-6058-34DE-B01A-DDA744AA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1A867CEF-034E-22A9-85A2-DAB89764A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82948F0-BF2E-2F00-0752-2C5B6BAEA9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9D5A4A6-FBA0-CBA9-4431-4DE99ECC9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23">
              <a:extLst>
                <a:ext uri="{FF2B5EF4-FFF2-40B4-BE49-F238E27FC236}">
                  <a16:creationId xmlns:a16="http://schemas.microsoft.com/office/drawing/2014/main" id="{34DA3FC4-1C0F-A853-6C6C-D0ADED5E6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B4513BD5-0535-3E9C-A701-97B8F35EF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943CA340-9D49-CF61-D8A7-4DB762C1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1" name="Rectangle 27">
              <a:extLst>
                <a:ext uri="{FF2B5EF4-FFF2-40B4-BE49-F238E27FC236}">
                  <a16:creationId xmlns:a16="http://schemas.microsoft.com/office/drawing/2014/main" id="{863C9DDF-6062-B06A-553D-648076A02F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2" name="Rectangle 28">
              <a:extLst>
                <a:ext uri="{FF2B5EF4-FFF2-40B4-BE49-F238E27FC236}">
                  <a16:creationId xmlns:a16="http://schemas.microsoft.com/office/drawing/2014/main" id="{9CFC54B6-EAAC-EDC9-21A7-74F8B7A4A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3" name="Rectangle 29">
              <a:extLst>
                <a:ext uri="{FF2B5EF4-FFF2-40B4-BE49-F238E27FC236}">
                  <a16:creationId xmlns:a16="http://schemas.microsoft.com/office/drawing/2014/main" id="{4EE96F36-DB32-1612-EDF7-4892BBD9B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34C6F85C-11C1-B55F-F199-671ED1233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70EF94CE-8785-C4D3-DD25-FCFF1A61FD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00060E7A-5672-E185-5391-B6E6BC3E3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6042897A-6F36-604D-12E7-E399727A4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7E69D986-D3C8-31B3-D578-C01929083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49" name="Imagen 4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209B7774-B6FA-CF77-408E-9DCAACD382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4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85150" y="90020"/>
            <a:ext cx="1388837" cy="596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78480C6-53E9-A6E2-4B4C-F318B489D3D2}"/>
              </a:ext>
            </a:extLst>
          </p:cNvPr>
          <p:cNvSpPr txBox="1"/>
          <p:nvPr/>
        </p:nvSpPr>
        <p:spPr>
          <a:xfrm>
            <a:off x="1877564" y="2182491"/>
            <a:ext cx="90582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 err="1"/>
              <a:t>Which</a:t>
            </a:r>
            <a:r>
              <a:rPr lang="es-ES" sz="3200" dirty="0"/>
              <a:t> </a:t>
            </a:r>
            <a:r>
              <a:rPr lang="es-ES" sz="3200" dirty="0" err="1"/>
              <a:t>demographic</a:t>
            </a:r>
            <a:r>
              <a:rPr lang="es-ES" sz="3200" dirty="0"/>
              <a:t> </a:t>
            </a:r>
            <a:r>
              <a:rPr lang="es-ES" sz="3200" dirty="0" err="1"/>
              <a:t>profiles</a:t>
            </a:r>
            <a:r>
              <a:rPr lang="es-ES" sz="3200" dirty="0"/>
              <a:t> show </a:t>
            </a:r>
            <a:r>
              <a:rPr lang="es-ES" sz="3200" dirty="0" err="1"/>
              <a:t>the</a:t>
            </a:r>
            <a:r>
              <a:rPr lang="es-ES" sz="3200" dirty="0"/>
              <a:t> </a:t>
            </a:r>
            <a:r>
              <a:rPr lang="es-ES" sz="3200" dirty="0" err="1"/>
              <a:t>highest</a:t>
            </a:r>
            <a:r>
              <a:rPr lang="es-ES" sz="3200" dirty="0"/>
              <a:t> </a:t>
            </a:r>
            <a:r>
              <a:rPr lang="es-ES" sz="3200" dirty="0" err="1"/>
              <a:t>propensity</a:t>
            </a:r>
            <a:r>
              <a:rPr lang="es-ES" sz="3200" dirty="0"/>
              <a:t> </a:t>
            </a:r>
            <a:r>
              <a:rPr lang="es-ES" sz="3200" dirty="0" err="1"/>
              <a:t>to</a:t>
            </a:r>
            <a:r>
              <a:rPr lang="es-ES" sz="3200" dirty="0"/>
              <a:t> </a:t>
            </a:r>
            <a:r>
              <a:rPr lang="es-ES" sz="3200" dirty="0" err="1"/>
              <a:t>purchase</a:t>
            </a:r>
            <a:r>
              <a:rPr lang="es-ES" sz="3200" dirty="0"/>
              <a:t> </a:t>
            </a:r>
            <a:r>
              <a:rPr lang="es-ES" sz="3200" dirty="0" err="1"/>
              <a:t>financial</a:t>
            </a:r>
            <a:r>
              <a:rPr lang="es-ES" sz="3200" dirty="0"/>
              <a:t> </a:t>
            </a:r>
            <a:r>
              <a:rPr lang="es-ES" sz="3200" dirty="0" err="1"/>
              <a:t>products</a:t>
            </a:r>
            <a:r>
              <a:rPr lang="es-ES" sz="3200" dirty="0"/>
              <a:t>?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CF78C2-5FAF-047C-E46F-A255C68111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1718" y="4251698"/>
            <a:ext cx="7502355" cy="1746002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A9870983-5015-1A16-AC23-CE2912F36F80}"/>
              </a:ext>
            </a:extLst>
          </p:cNvPr>
          <p:cNvGrpSpPr/>
          <p:nvPr/>
        </p:nvGrpSpPr>
        <p:grpSpPr>
          <a:xfrm>
            <a:off x="3629697" y="67781"/>
            <a:ext cx="6564571" cy="436698"/>
            <a:chOff x="3529418" y="122353"/>
            <a:chExt cx="6564571" cy="436698"/>
          </a:xfrm>
        </p:grpSpPr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34B66FA9-C74F-2CFD-52EB-4039D87AC659}"/>
                </a:ext>
              </a:extLst>
            </p:cNvPr>
            <p:cNvSpPr/>
            <p:nvPr/>
          </p:nvSpPr>
          <p:spPr>
            <a:xfrm>
              <a:off x="6981599" y="202976"/>
              <a:ext cx="3112390" cy="301513"/>
            </a:xfrm>
            <a:custGeom>
              <a:avLst/>
              <a:gdLst>
                <a:gd name="csX0" fmla="*/ 0 w 3112390"/>
                <a:gd name="csY0" fmla="*/ 0 h 301513"/>
                <a:gd name="csX1" fmla="*/ 2961634 w 3112390"/>
                <a:gd name="csY1" fmla="*/ 0 h 301513"/>
                <a:gd name="csX2" fmla="*/ 3112390 w 3112390"/>
                <a:gd name="csY2" fmla="*/ 150757 h 301513"/>
                <a:gd name="csX3" fmla="*/ 2961634 w 3112390"/>
                <a:gd name="csY3" fmla="*/ 301513 h 301513"/>
                <a:gd name="csX4" fmla="*/ 0 w 3112390"/>
                <a:gd name="csY4" fmla="*/ 301513 h 301513"/>
                <a:gd name="csX5" fmla="*/ 150757 w 3112390"/>
                <a:gd name="csY5" fmla="*/ 150757 h 301513"/>
                <a:gd name="csX6" fmla="*/ 0 w 3112390"/>
                <a:gd name="csY6" fmla="*/ 0 h 301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12390" h="301513">
                  <a:moveTo>
                    <a:pt x="0" y="0"/>
                  </a:moveTo>
                  <a:lnTo>
                    <a:pt x="2961634" y="0"/>
                  </a:lnTo>
                  <a:lnTo>
                    <a:pt x="3112390" y="150757"/>
                  </a:lnTo>
                  <a:lnTo>
                    <a:pt x="2961634" y="301513"/>
                  </a:lnTo>
                  <a:lnTo>
                    <a:pt x="0" y="301513"/>
                  </a:lnTo>
                  <a:lnTo>
                    <a:pt x="150757" y="150757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06764" tIns="18669" rIns="169425" bIns="18669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400" kern="1200" dirty="0" err="1"/>
                <a:t>Finance</a:t>
              </a:r>
              <a:r>
                <a:rPr lang="es-ES" sz="1400" kern="1200" dirty="0"/>
                <a:t> and Credit Risk</a:t>
              </a:r>
            </a:p>
          </p:txBody>
        </p:sp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6AE6261D-9106-D31A-3747-9DD51D2B4B55}"/>
                </a:ext>
              </a:extLst>
            </p:cNvPr>
            <p:cNvSpPr/>
            <p:nvPr/>
          </p:nvSpPr>
          <p:spPr>
            <a:xfrm>
              <a:off x="3529418" y="122353"/>
              <a:ext cx="3833607" cy="436698"/>
            </a:xfrm>
            <a:custGeom>
              <a:avLst/>
              <a:gdLst>
                <a:gd name="csX0" fmla="*/ 0 w 3833607"/>
                <a:gd name="csY0" fmla="*/ 0 h 436698"/>
                <a:gd name="csX1" fmla="*/ 3615258 w 3833607"/>
                <a:gd name="csY1" fmla="*/ 0 h 436698"/>
                <a:gd name="csX2" fmla="*/ 3833607 w 3833607"/>
                <a:gd name="csY2" fmla="*/ 218349 h 436698"/>
                <a:gd name="csX3" fmla="*/ 3615258 w 3833607"/>
                <a:gd name="csY3" fmla="*/ 436698 h 436698"/>
                <a:gd name="csX4" fmla="*/ 0 w 3833607"/>
                <a:gd name="csY4" fmla="*/ 436698 h 436698"/>
                <a:gd name="csX5" fmla="*/ 218349 w 3833607"/>
                <a:gd name="csY5" fmla="*/ 218349 h 436698"/>
                <a:gd name="csX6" fmla="*/ 0 w 3833607"/>
                <a:gd name="csY6" fmla="*/ 0 h 436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833607" h="436698">
                  <a:moveTo>
                    <a:pt x="0" y="0"/>
                  </a:moveTo>
                  <a:lnTo>
                    <a:pt x="3615258" y="0"/>
                  </a:lnTo>
                  <a:lnTo>
                    <a:pt x="3833607" y="218349"/>
                  </a:lnTo>
                  <a:lnTo>
                    <a:pt x="3615258" y="436698"/>
                  </a:lnTo>
                  <a:lnTo>
                    <a:pt x="0" y="436698"/>
                  </a:lnTo>
                  <a:lnTo>
                    <a:pt x="218349" y="218349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98359" tIns="26670" rIns="245019" bIns="2667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Customer</a:t>
              </a:r>
              <a:r>
                <a:rPr lang="es-ES" sz="2000" b="1" kern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Profile</a:t>
              </a:r>
              <a:endParaRPr lang="es-ES" sz="20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15CC5811-1ECF-797F-9064-4D1965D6AFC7}"/>
              </a:ext>
            </a:extLst>
          </p:cNvPr>
          <p:cNvSpPr txBox="1"/>
          <p:nvPr/>
        </p:nvSpPr>
        <p:spPr>
          <a:xfrm>
            <a:off x="929892" y="1126691"/>
            <a:ext cx="8800572" cy="6093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42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Customer</a:t>
            </a:r>
            <a:r>
              <a:rPr lang="es-ES" sz="42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42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Profile</a:t>
            </a:r>
            <a:r>
              <a:rPr lang="es-ES" sz="42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42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Objective</a:t>
            </a:r>
            <a:endParaRPr lang="es-ES" sz="42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21FB96F-4677-EC49-116B-EDDE56D79B50}"/>
              </a:ext>
            </a:extLst>
          </p:cNvPr>
          <p:cNvSpPr txBox="1"/>
          <p:nvPr/>
        </p:nvSpPr>
        <p:spPr>
          <a:xfrm>
            <a:off x="4196799" y="3706111"/>
            <a:ext cx="3220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</a:t>
            </a:r>
            <a:r>
              <a:rPr lang="es-ES" dirty="0" err="1"/>
              <a:t>nostre</a:t>
            </a:r>
            <a:r>
              <a:rPr lang="es-ES" dirty="0"/>
              <a:t>, pero alguna cosa </a:t>
            </a:r>
            <a:r>
              <a:rPr lang="es-ES" dirty="0" err="1"/>
              <a:t>semblant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0159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A4965B-2FAB-F692-1D3C-0E510E20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2390BAF4-1EAC-AE18-480C-E94AE95CC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A5E91F4-6AFC-976C-F979-0A3B22603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C6A36C6-F2C5-D999-00F5-A1915F453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23">
              <a:extLst>
                <a:ext uri="{FF2B5EF4-FFF2-40B4-BE49-F238E27FC236}">
                  <a16:creationId xmlns:a16="http://schemas.microsoft.com/office/drawing/2014/main" id="{4725C529-4B85-6581-D9AF-CF19702B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5B528E29-AAF1-FD92-06DD-1F311FAA4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8199E76F-A10B-61EE-C1AD-30AB624869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1" name="Rectangle 27">
              <a:extLst>
                <a:ext uri="{FF2B5EF4-FFF2-40B4-BE49-F238E27FC236}">
                  <a16:creationId xmlns:a16="http://schemas.microsoft.com/office/drawing/2014/main" id="{BA09C2F7-4A40-B9F6-D0A3-DF9EE7BAEB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2" name="Rectangle 28">
              <a:extLst>
                <a:ext uri="{FF2B5EF4-FFF2-40B4-BE49-F238E27FC236}">
                  <a16:creationId xmlns:a16="http://schemas.microsoft.com/office/drawing/2014/main" id="{6CDAD8AC-DD02-A879-B301-0CBCBC452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3" name="Rectangle 29">
              <a:extLst>
                <a:ext uri="{FF2B5EF4-FFF2-40B4-BE49-F238E27FC236}">
                  <a16:creationId xmlns:a16="http://schemas.microsoft.com/office/drawing/2014/main" id="{A1EBA054-B121-C247-6D79-9438DFB212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AA916020-4023-59EE-2EE9-D1DC6852ED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E972FA44-9809-618D-D130-34E4D4BF5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9A827579-E8EB-9610-E814-941ABA86E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F9463BFC-5CBA-1404-74F8-E045CABFA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3CFB0A83-81A8-E9E8-ECD7-93EC824DA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49" name="Imagen 4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8FFD370B-B97B-2E5E-8033-97295B8438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4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71432" y="235210"/>
            <a:ext cx="1388837" cy="596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9A5145C5-8FB0-CF18-A966-1A714179F7C4}"/>
              </a:ext>
            </a:extLst>
          </p:cNvPr>
          <p:cNvGrpSpPr/>
          <p:nvPr/>
        </p:nvGrpSpPr>
        <p:grpSpPr>
          <a:xfrm>
            <a:off x="3529418" y="122353"/>
            <a:ext cx="6564571" cy="436698"/>
            <a:chOff x="3529418" y="122353"/>
            <a:chExt cx="6564571" cy="436698"/>
          </a:xfrm>
        </p:grpSpPr>
        <p:sp>
          <p:nvSpPr>
            <p:cNvPr id="3" name="Forma libre: forma 2">
              <a:extLst>
                <a:ext uri="{FF2B5EF4-FFF2-40B4-BE49-F238E27FC236}">
                  <a16:creationId xmlns:a16="http://schemas.microsoft.com/office/drawing/2014/main" id="{620AAD9C-B9AF-9A54-391C-E19EA394DDF2}"/>
                </a:ext>
              </a:extLst>
            </p:cNvPr>
            <p:cNvSpPr/>
            <p:nvPr/>
          </p:nvSpPr>
          <p:spPr>
            <a:xfrm>
              <a:off x="6981599" y="202976"/>
              <a:ext cx="3112390" cy="301513"/>
            </a:xfrm>
            <a:custGeom>
              <a:avLst/>
              <a:gdLst>
                <a:gd name="csX0" fmla="*/ 0 w 3112390"/>
                <a:gd name="csY0" fmla="*/ 0 h 301513"/>
                <a:gd name="csX1" fmla="*/ 2961634 w 3112390"/>
                <a:gd name="csY1" fmla="*/ 0 h 301513"/>
                <a:gd name="csX2" fmla="*/ 3112390 w 3112390"/>
                <a:gd name="csY2" fmla="*/ 150757 h 301513"/>
                <a:gd name="csX3" fmla="*/ 2961634 w 3112390"/>
                <a:gd name="csY3" fmla="*/ 301513 h 301513"/>
                <a:gd name="csX4" fmla="*/ 0 w 3112390"/>
                <a:gd name="csY4" fmla="*/ 301513 h 301513"/>
                <a:gd name="csX5" fmla="*/ 150757 w 3112390"/>
                <a:gd name="csY5" fmla="*/ 150757 h 301513"/>
                <a:gd name="csX6" fmla="*/ 0 w 3112390"/>
                <a:gd name="csY6" fmla="*/ 0 h 301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12390" h="301513">
                  <a:moveTo>
                    <a:pt x="0" y="0"/>
                  </a:moveTo>
                  <a:lnTo>
                    <a:pt x="2961634" y="0"/>
                  </a:lnTo>
                  <a:lnTo>
                    <a:pt x="3112390" y="150757"/>
                  </a:lnTo>
                  <a:lnTo>
                    <a:pt x="2961634" y="301513"/>
                  </a:lnTo>
                  <a:lnTo>
                    <a:pt x="0" y="301513"/>
                  </a:lnTo>
                  <a:lnTo>
                    <a:pt x="150757" y="150757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06764" tIns="18669" rIns="169425" bIns="18669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400" kern="1200" dirty="0" err="1"/>
                <a:t>Finance</a:t>
              </a:r>
              <a:r>
                <a:rPr lang="es-ES" sz="1400" kern="1200" dirty="0"/>
                <a:t> and Credit Risk</a:t>
              </a:r>
            </a:p>
          </p:txBody>
        </p:sp>
        <p:sp>
          <p:nvSpPr>
            <p:cNvPr id="4" name="Forma libre: forma 3">
              <a:extLst>
                <a:ext uri="{FF2B5EF4-FFF2-40B4-BE49-F238E27FC236}">
                  <a16:creationId xmlns:a16="http://schemas.microsoft.com/office/drawing/2014/main" id="{851788C7-375F-24EB-7492-FA072603B5F6}"/>
                </a:ext>
              </a:extLst>
            </p:cNvPr>
            <p:cNvSpPr/>
            <p:nvPr/>
          </p:nvSpPr>
          <p:spPr>
            <a:xfrm>
              <a:off x="3529418" y="122353"/>
              <a:ext cx="3833607" cy="436698"/>
            </a:xfrm>
            <a:custGeom>
              <a:avLst/>
              <a:gdLst>
                <a:gd name="csX0" fmla="*/ 0 w 3833607"/>
                <a:gd name="csY0" fmla="*/ 0 h 436698"/>
                <a:gd name="csX1" fmla="*/ 3615258 w 3833607"/>
                <a:gd name="csY1" fmla="*/ 0 h 436698"/>
                <a:gd name="csX2" fmla="*/ 3833607 w 3833607"/>
                <a:gd name="csY2" fmla="*/ 218349 h 436698"/>
                <a:gd name="csX3" fmla="*/ 3615258 w 3833607"/>
                <a:gd name="csY3" fmla="*/ 436698 h 436698"/>
                <a:gd name="csX4" fmla="*/ 0 w 3833607"/>
                <a:gd name="csY4" fmla="*/ 436698 h 436698"/>
                <a:gd name="csX5" fmla="*/ 218349 w 3833607"/>
                <a:gd name="csY5" fmla="*/ 218349 h 436698"/>
                <a:gd name="csX6" fmla="*/ 0 w 3833607"/>
                <a:gd name="csY6" fmla="*/ 0 h 436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833607" h="436698">
                  <a:moveTo>
                    <a:pt x="0" y="0"/>
                  </a:moveTo>
                  <a:lnTo>
                    <a:pt x="3615258" y="0"/>
                  </a:lnTo>
                  <a:lnTo>
                    <a:pt x="3833607" y="218349"/>
                  </a:lnTo>
                  <a:lnTo>
                    <a:pt x="3615258" y="436698"/>
                  </a:lnTo>
                  <a:lnTo>
                    <a:pt x="0" y="436698"/>
                  </a:lnTo>
                  <a:lnTo>
                    <a:pt x="218349" y="218349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98359" tIns="26670" rIns="245019" bIns="2667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Customer</a:t>
              </a:r>
              <a:r>
                <a:rPr lang="es-ES" sz="2000" b="1" kern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Profile</a:t>
              </a:r>
              <a:endParaRPr lang="es-ES" sz="20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ADD52C54-AB05-2682-C972-A241BCDFCF10}"/>
              </a:ext>
            </a:extLst>
          </p:cNvPr>
          <p:cNvSpPr txBox="1"/>
          <p:nvPr/>
        </p:nvSpPr>
        <p:spPr>
          <a:xfrm>
            <a:off x="-870868" y="1127147"/>
            <a:ext cx="8800572" cy="6093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42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Customer</a:t>
            </a:r>
            <a:r>
              <a:rPr lang="es-ES" sz="42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42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Profile</a:t>
            </a:r>
            <a:endParaRPr lang="es-ES" sz="42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8828E3DC-F285-41EB-A751-82E66E6B0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774058"/>
              </p:ext>
            </p:extLst>
          </p:nvPr>
        </p:nvGraphicFramePr>
        <p:xfrm>
          <a:off x="1556586" y="2605806"/>
          <a:ext cx="8733860" cy="2515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72">
                  <a:extLst>
                    <a:ext uri="{9D8B030D-6E8A-4147-A177-3AD203B41FA5}">
                      <a16:colId xmlns:a16="http://schemas.microsoft.com/office/drawing/2014/main" val="1456265709"/>
                    </a:ext>
                  </a:extLst>
                </a:gridCol>
                <a:gridCol w="1746772">
                  <a:extLst>
                    <a:ext uri="{9D8B030D-6E8A-4147-A177-3AD203B41FA5}">
                      <a16:colId xmlns:a16="http://schemas.microsoft.com/office/drawing/2014/main" val="1671362426"/>
                    </a:ext>
                  </a:extLst>
                </a:gridCol>
                <a:gridCol w="1746772">
                  <a:extLst>
                    <a:ext uri="{9D8B030D-6E8A-4147-A177-3AD203B41FA5}">
                      <a16:colId xmlns:a16="http://schemas.microsoft.com/office/drawing/2014/main" val="253253651"/>
                    </a:ext>
                  </a:extLst>
                </a:gridCol>
                <a:gridCol w="1746772">
                  <a:extLst>
                    <a:ext uri="{9D8B030D-6E8A-4147-A177-3AD203B41FA5}">
                      <a16:colId xmlns:a16="http://schemas.microsoft.com/office/drawing/2014/main" val="1783157100"/>
                    </a:ext>
                  </a:extLst>
                </a:gridCol>
                <a:gridCol w="1746772">
                  <a:extLst>
                    <a:ext uri="{9D8B030D-6E8A-4147-A177-3AD203B41FA5}">
                      <a16:colId xmlns:a16="http://schemas.microsoft.com/office/drawing/2014/main" val="1534035332"/>
                    </a:ext>
                  </a:extLst>
                </a:gridCol>
              </a:tblGrid>
              <a:tr h="503130">
                <a:tc>
                  <a:txBody>
                    <a:bodyPr/>
                    <a:lstStyle/>
                    <a:p>
                      <a:r>
                        <a:rPr lang="es-ES" dirty="0"/>
                        <a:t>Student</a:t>
                      </a:r>
                    </a:p>
                  </a:txBody>
                  <a:tcPr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Blue collar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67474"/>
                  </a:ext>
                </a:extLst>
              </a:tr>
              <a:tr h="503130">
                <a:tc>
                  <a:txBody>
                    <a:bodyPr/>
                    <a:lstStyle/>
                    <a:p>
                      <a:r>
                        <a:rPr lang="es-ES" dirty="0"/>
                        <a:t>26-35</a:t>
                      </a:r>
                    </a:p>
                  </a:txBody>
                  <a:tcPr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69897"/>
                  </a:ext>
                </a:extLst>
              </a:tr>
              <a:tr h="50313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914045"/>
                  </a:ext>
                </a:extLst>
              </a:tr>
              <a:tr h="50313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357681"/>
                  </a:ext>
                </a:extLst>
              </a:tr>
              <a:tr h="50313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46993827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3F911EEA-48E5-6807-AE52-9949333D92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4044" y="1636528"/>
            <a:ext cx="933457" cy="82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225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DECC2-B36E-CA5D-DA31-8C206EE48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C6396184-BEEB-5B9C-3A35-A0547BC1F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519434B-D484-21EC-75FB-BD9DB1729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D4C83F4-4333-3CA1-8B26-4DC98E0F9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23">
              <a:extLst>
                <a:ext uri="{FF2B5EF4-FFF2-40B4-BE49-F238E27FC236}">
                  <a16:creationId xmlns:a16="http://schemas.microsoft.com/office/drawing/2014/main" id="{A100C376-DC36-783B-C8D3-35B56B050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8170DD74-237E-ECDB-B588-937876610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B9C05FA9-84E9-F834-1609-6163302B6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1" name="Rectangle 27">
              <a:extLst>
                <a:ext uri="{FF2B5EF4-FFF2-40B4-BE49-F238E27FC236}">
                  <a16:creationId xmlns:a16="http://schemas.microsoft.com/office/drawing/2014/main" id="{BFEF64AB-85BA-B526-28EC-8B3581E8E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2" name="Rectangle 28">
              <a:extLst>
                <a:ext uri="{FF2B5EF4-FFF2-40B4-BE49-F238E27FC236}">
                  <a16:creationId xmlns:a16="http://schemas.microsoft.com/office/drawing/2014/main" id="{611191E7-BBFF-2896-0FE4-DF38419A2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3" name="Rectangle 29">
              <a:extLst>
                <a:ext uri="{FF2B5EF4-FFF2-40B4-BE49-F238E27FC236}">
                  <a16:creationId xmlns:a16="http://schemas.microsoft.com/office/drawing/2014/main" id="{0235DEBF-04B4-4FD2-2A62-E5DCB0EDC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6567B971-CB83-B905-4479-8AA145AE3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AB066C5F-873B-BB2B-5D31-C5111128F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5D49112F-1F3A-6C6D-FA31-82446F9D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1C67E43-3E1D-6BE4-744C-2793A04A55F7}"/>
              </a:ext>
            </a:extLst>
          </p:cNvPr>
          <p:cNvSpPr txBox="1"/>
          <p:nvPr/>
        </p:nvSpPr>
        <p:spPr>
          <a:xfrm>
            <a:off x="1396230" y="510300"/>
            <a:ext cx="5698067" cy="639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7500" lnSpcReduction="20000"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endParaRPr lang="en-US" sz="5400" b="1" i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7F2D9A01-E557-8266-6B25-C6CBA33FC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A7BAFD2B-4566-3B56-FD7A-F0423948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49" name="Imagen 4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A33F22CF-513D-7055-1251-6AD514DA4E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4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71432" y="235210"/>
            <a:ext cx="1388837" cy="596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D14AC71-7169-08D5-B160-EE1767E9CF8F}"/>
              </a:ext>
            </a:extLst>
          </p:cNvPr>
          <p:cNvSpPr txBox="1"/>
          <p:nvPr/>
        </p:nvSpPr>
        <p:spPr>
          <a:xfrm>
            <a:off x="3049513" y="2334734"/>
            <a:ext cx="6119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financial</a:t>
            </a:r>
            <a:r>
              <a:rPr lang="es-ES" dirty="0"/>
              <a:t> </a:t>
            </a:r>
            <a:r>
              <a:rPr lang="es-ES" dirty="0" err="1"/>
              <a:t>products</a:t>
            </a:r>
            <a:r>
              <a:rPr lang="es-ES" dirty="0"/>
              <a:t> </a:t>
            </a:r>
            <a:r>
              <a:rPr lang="es-ES" dirty="0" err="1"/>
              <a:t>does</a:t>
            </a:r>
            <a:r>
              <a:rPr lang="es-ES" dirty="0"/>
              <a:t> </a:t>
            </a:r>
            <a:r>
              <a:rPr lang="es-ES" dirty="0" err="1"/>
              <a:t>each</a:t>
            </a:r>
            <a:r>
              <a:rPr lang="es-ES" dirty="0"/>
              <a:t> </a:t>
            </a:r>
            <a:r>
              <a:rPr lang="es-ES" dirty="0" err="1"/>
              <a:t>customer</a:t>
            </a:r>
            <a:r>
              <a:rPr lang="es-ES" dirty="0"/>
              <a:t> </a:t>
            </a:r>
            <a:r>
              <a:rPr lang="es-ES" dirty="0" err="1"/>
              <a:t>profile</a:t>
            </a:r>
            <a:r>
              <a:rPr lang="es-ES" dirty="0"/>
              <a:t> </a:t>
            </a:r>
            <a:r>
              <a:rPr lang="es-ES" dirty="0" err="1"/>
              <a:t>purchase</a:t>
            </a:r>
            <a:r>
              <a:rPr lang="es-ES" dirty="0"/>
              <a:t>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A7964F3-D2DB-F871-79CE-D1BCAD141418}"/>
              </a:ext>
            </a:extLst>
          </p:cNvPr>
          <p:cNvSpPr txBox="1"/>
          <p:nvPr/>
        </p:nvSpPr>
        <p:spPr>
          <a:xfrm>
            <a:off x="1185288" y="1095083"/>
            <a:ext cx="8336933" cy="609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42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Internal</a:t>
            </a:r>
            <a:r>
              <a:rPr lang="es-ES" sz="42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42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Customer</a:t>
            </a:r>
            <a:r>
              <a:rPr lang="es-ES" sz="42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42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Propensity</a:t>
            </a:r>
            <a:endParaRPr lang="es-ES" sz="42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D010-0577-6623-422D-B3825261A30D}"/>
              </a:ext>
            </a:extLst>
          </p:cNvPr>
          <p:cNvGrpSpPr/>
          <p:nvPr/>
        </p:nvGrpSpPr>
        <p:grpSpPr>
          <a:xfrm>
            <a:off x="3529418" y="122353"/>
            <a:ext cx="6564571" cy="436698"/>
            <a:chOff x="3529418" y="122353"/>
            <a:chExt cx="6564571" cy="436698"/>
          </a:xfrm>
        </p:grpSpPr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2C0DC681-3CB5-09BE-B15E-3452C03C09F6}"/>
                </a:ext>
              </a:extLst>
            </p:cNvPr>
            <p:cNvSpPr/>
            <p:nvPr/>
          </p:nvSpPr>
          <p:spPr>
            <a:xfrm>
              <a:off x="6981599" y="202976"/>
              <a:ext cx="3112390" cy="301513"/>
            </a:xfrm>
            <a:custGeom>
              <a:avLst/>
              <a:gdLst>
                <a:gd name="csX0" fmla="*/ 0 w 3112390"/>
                <a:gd name="csY0" fmla="*/ 0 h 301513"/>
                <a:gd name="csX1" fmla="*/ 2961634 w 3112390"/>
                <a:gd name="csY1" fmla="*/ 0 h 301513"/>
                <a:gd name="csX2" fmla="*/ 3112390 w 3112390"/>
                <a:gd name="csY2" fmla="*/ 150757 h 301513"/>
                <a:gd name="csX3" fmla="*/ 2961634 w 3112390"/>
                <a:gd name="csY3" fmla="*/ 301513 h 301513"/>
                <a:gd name="csX4" fmla="*/ 0 w 3112390"/>
                <a:gd name="csY4" fmla="*/ 301513 h 301513"/>
                <a:gd name="csX5" fmla="*/ 150757 w 3112390"/>
                <a:gd name="csY5" fmla="*/ 150757 h 301513"/>
                <a:gd name="csX6" fmla="*/ 0 w 3112390"/>
                <a:gd name="csY6" fmla="*/ 0 h 301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12390" h="301513">
                  <a:moveTo>
                    <a:pt x="0" y="0"/>
                  </a:moveTo>
                  <a:lnTo>
                    <a:pt x="2961634" y="0"/>
                  </a:lnTo>
                  <a:lnTo>
                    <a:pt x="3112390" y="150757"/>
                  </a:lnTo>
                  <a:lnTo>
                    <a:pt x="2961634" y="301513"/>
                  </a:lnTo>
                  <a:lnTo>
                    <a:pt x="0" y="301513"/>
                  </a:lnTo>
                  <a:lnTo>
                    <a:pt x="150757" y="150757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06764" tIns="18669" rIns="169425" bIns="18669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400" kern="1200" dirty="0" err="1"/>
                <a:t>Finance</a:t>
              </a:r>
              <a:r>
                <a:rPr lang="es-ES" sz="1400" kern="1200" dirty="0"/>
                <a:t> and Credit Risk</a:t>
              </a:r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3A8F61E5-5899-E972-F943-6687D3F69130}"/>
                </a:ext>
              </a:extLst>
            </p:cNvPr>
            <p:cNvSpPr/>
            <p:nvPr/>
          </p:nvSpPr>
          <p:spPr>
            <a:xfrm>
              <a:off x="3529418" y="122353"/>
              <a:ext cx="3833607" cy="436698"/>
            </a:xfrm>
            <a:custGeom>
              <a:avLst/>
              <a:gdLst>
                <a:gd name="csX0" fmla="*/ 0 w 3833607"/>
                <a:gd name="csY0" fmla="*/ 0 h 436698"/>
                <a:gd name="csX1" fmla="*/ 3615258 w 3833607"/>
                <a:gd name="csY1" fmla="*/ 0 h 436698"/>
                <a:gd name="csX2" fmla="*/ 3833607 w 3833607"/>
                <a:gd name="csY2" fmla="*/ 218349 h 436698"/>
                <a:gd name="csX3" fmla="*/ 3615258 w 3833607"/>
                <a:gd name="csY3" fmla="*/ 436698 h 436698"/>
                <a:gd name="csX4" fmla="*/ 0 w 3833607"/>
                <a:gd name="csY4" fmla="*/ 436698 h 436698"/>
                <a:gd name="csX5" fmla="*/ 218349 w 3833607"/>
                <a:gd name="csY5" fmla="*/ 218349 h 436698"/>
                <a:gd name="csX6" fmla="*/ 0 w 3833607"/>
                <a:gd name="csY6" fmla="*/ 0 h 436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833607" h="436698">
                  <a:moveTo>
                    <a:pt x="0" y="0"/>
                  </a:moveTo>
                  <a:lnTo>
                    <a:pt x="3615258" y="0"/>
                  </a:lnTo>
                  <a:lnTo>
                    <a:pt x="3833607" y="218349"/>
                  </a:lnTo>
                  <a:lnTo>
                    <a:pt x="3615258" y="436698"/>
                  </a:lnTo>
                  <a:lnTo>
                    <a:pt x="0" y="436698"/>
                  </a:lnTo>
                  <a:lnTo>
                    <a:pt x="218349" y="218349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98359" tIns="26670" rIns="245019" bIns="2667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Customer</a:t>
              </a:r>
              <a:r>
                <a:rPr lang="es-ES" sz="2000" b="1" kern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Profile</a:t>
              </a:r>
              <a:endParaRPr lang="es-ES" sz="20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303D48B1-E64F-ABA0-F98E-FBF7F13987A9}"/>
              </a:ext>
            </a:extLst>
          </p:cNvPr>
          <p:cNvSpPr txBox="1"/>
          <p:nvPr/>
        </p:nvSpPr>
        <p:spPr>
          <a:xfrm>
            <a:off x="4500154" y="3681413"/>
            <a:ext cx="3873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Gràfic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4367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1E174-8EF9-DEA8-C035-ED8739F8B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ED904C47-D620-F0B1-F3D9-2EC629A1F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2698791-241C-9973-D4D1-36AF1FA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3168013-1DE6-5928-6CBB-48A628F14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23">
              <a:extLst>
                <a:ext uri="{FF2B5EF4-FFF2-40B4-BE49-F238E27FC236}">
                  <a16:creationId xmlns:a16="http://schemas.microsoft.com/office/drawing/2014/main" id="{9D1D5FE1-B087-9B0C-A062-BC6FC7CC2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93610341-545E-9395-8067-AFC7B6EF0B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E5251AC1-ED8E-00B6-C27A-C7813DC47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1" name="Rectangle 27">
              <a:extLst>
                <a:ext uri="{FF2B5EF4-FFF2-40B4-BE49-F238E27FC236}">
                  <a16:creationId xmlns:a16="http://schemas.microsoft.com/office/drawing/2014/main" id="{544C3CC6-6E97-EE86-2570-CDCAF617F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2" name="Rectangle 28">
              <a:extLst>
                <a:ext uri="{FF2B5EF4-FFF2-40B4-BE49-F238E27FC236}">
                  <a16:creationId xmlns:a16="http://schemas.microsoft.com/office/drawing/2014/main" id="{3CEBEF07-B7E0-FA87-D86B-BE92275F2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3" name="Rectangle 29">
              <a:extLst>
                <a:ext uri="{FF2B5EF4-FFF2-40B4-BE49-F238E27FC236}">
                  <a16:creationId xmlns:a16="http://schemas.microsoft.com/office/drawing/2014/main" id="{4DD50E24-8C9E-EA2A-CFBC-D35A70260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16D980E6-AB53-A987-2325-647F0EF58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43D89A42-6B7D-D1CC-7F31-2D1B56F86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D2FF2145-894A-E81F-AFE9-1CC87EDA3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17E0484D-7087-09E9-9F2D-0227FA2BC061}"/>
              </a:ext>
            </a:extLst>
          </p:cNvPr>
          <p:cNvSpPr txBox="1"/>
          <p:nvPr/>
        </p:nvSpPr>
        <p:spPr>
          <a:xfrm>
            <a:off x="2197371" y="3589867"/>
            <a:ext cx="5698067" cy="639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0000" lnSpcReduction="20000"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s-ES" sz="5400" dirty="0" err="1"/>
              <a:t>What</a:t>
            </a:r>
            <a:r>
              <a:rPr lang="es-ES" sz="5400" dirty="0"/>
              <a:t> stands </a:t>
            </a:r>
            <a:r>
              <a:rPr lang="es-ES" sz="5400" dirty="0" err="1"/>
              <a:t>out</a:t>
            </a:r>
            <a:r>
              <a:rPr lang="es-ES" sz="5400" dirty="0"/>
              <a:t> </a:t>
            </a:r>
            <a:r>
              <a:rPr lang="es-ES" sz="5400" dirty="0" err="1"/>
              <a:t>compared</a:t>
            </a:r>
            <a:r>
              <a:rPr lang="es-ES" sz="5400" dirty="0"/>
              <a:t> </a:t>
            </a:r>
            <a:r>
              <a:rPr lang="es-ES" sz="5400" dirty="0" err="1"/>
              <a:t>to</a:t>
            </a:r>
            <a:r>
              <a:rPr lang="es-ES" sz="5400" dirty="0"/>
              <a:t> </a:t>
            </a:r>
            <a:r>
              <a:rPr lang="es-ES" sz="5400" dirty="0" err="1"/>
              <a:t>the</a:t>
            </a:r>
            <a:r>
              <a:rPr lang="es-ES" sz="5400" dirty="0"/>
              <a:t> </a:t>
            </a:r>
            <a:r>
              <a:rPr lang="es-ES" sz="5400" dirty="0" err="1"/>
              <a:t>average</a:t>
            </a:r>
            <a:r>
              <a:rPr lang="es-ES" sz="5400" dirty="0"/>
              <a:t>?</a:t>
            </a:r>
            <a:endParaRPr lang="en-US" sz="5400" b="1" i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F0696C1F-03E8-5F8D-9D72-272D8FD3A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DE6F6291-6439-62D0-35FC-359C34AA0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49" name="Imagen 4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2152166A-92E2-4607-F421-EC040E183C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4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71432" y="235210"/>
            <a:ext cx="1388837" cy="596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61B7F08-198F-1593-3A5B-013679A73F26}"/>
              </a:ext>
            </a:extLst>
          </p:cNvPr>
          <p:cNvSpPr txBox="1"/>
          <p:nvPr/>
        </p:nvSpPr>
        <p:spPr>
          <a:xfrm>
            <a:off x="200861" y="1087308"/>
            <a:ext cx="8336933" cy="609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42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Propensity</a:t>
            </a:r>
            <a:r>
              <a:rPr lang="es-ES" sz="42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Score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BEF00A3-A4E1-7E44-5879-D3F2EA49AA9A}"/>
              </a:ext>
            </a:extLst>
          </p:cNvPr>
          <p:cNvGrpSpPr/>
          <p:nvPr/>
        </p:nvGrpSpPr>
        <p:grpSpPr>
          <a:xfrm>
            <a:off x="3529418" y="122353"/>
            <a:ext cx="6564571" cy="436698"/>
            <a:chOff x="3529418" y="122353"/>
            <a:chExt cx="6564571" cy="436698"/>
          </a:xfrm>
        </p:grpSpPr>
        <p:sp>
          <p:nvSpPr>
            <p:cNvPr id="4" name="Forma libre: forma 3">
              <a:extLst>
                <a:ext uri="{FF2B5EF4-FFF2-40B4-BE49-F238E27FC236}">
                  <a16:creationId xmlns:a16="http://schemas.microsoft.com/office/drawing/2014/main" id="{C6545C43-E1CC-DB98-5B3C-F7BA87CAE9BB}"/>
                </a:ext>
              </a:extLst>
            </p:cNvPr>
            <p:cNvSpPr/>
            <p:nvPr/>
          </p:nvSpPr>
          <p:spPr>
            <a:xfrm>
              <a:off x="6981599" y="202976"/>
              <a:ext cx="3112390" cy="301513"/>
            </a:xfrm>
            <a:custGeom>
              <a:avLst/>
              <a:gdLst>
                <a:gd name="csX0" fmla="*/ 0 w 3112390"/>
                <a:gd name="csY0" fmla="*/ 0 h 301513"/>
                <a:gd name="csX1" fmla="*/ 2961634 w 3112390"/>
                <a:gd name="csY1" fmla="*/ 0 h 301513"/>
                <a:gd name="csX2" fmla="*/ 3112390 w 3112390"/>
                <a:gd name="csY2" fmla="*/ 150757 h 301513"/>
                <a:gd name="csX3" fmla="*/ 2961634 w 3112390"/>
                <a:gd name="csY3" fmla="*/ 301513 h 301513"/>
                <a:gd name="csX4" fmla="*/ 0 w 3112390"/>
                <a:gd name="csY4" fmla="*/ 301513 h 301513"/>
                <a:gd name="csX5" fmla="*/ 150757 w 3112390"/>
                <a:gd name="csY5" fmla="*/ 150757 h 301513"/>
                <a:gd name="csX6" fmla="*/ 0 w 3112390"/>
                <a:gd name="csY6" fmla="*/ 0 h 301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12390" h="301513">
                  <a:moveTo>
                    <a:pt x="0" y="0"/>
                  </a:moveTo>
                  <a:lnTo>
                    <a:pt x="2961634" y="0"/>
                  </a:lnTo>
                  <a:lnTo>
                    <a:pt x="3112390" y="150757"/>
                  </a:lnTo>
                  <a:lnTo>
                    <a:pt x="2961634" y="301513"/>
                  </a:lnTo>
                  <a:lnTo>
                    <a:pt x="0" y="301513"/>
                  </a:lnTo>
                  <a:lnTo>
                    <a:pt x="150757" y="150757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06764" tIns="18669" rIns="169425" bIns="18669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400" kern="1200" dirty="0" err="1"/>
                <a:t>Finance</a:t>
              </a:r>
              <a:r>
                <a:rPr lang="es-ES" sz="1400" kern="1200" dirty="0"/>
                <a:t> and Credit Risk</a:t>
              </a:r>
            </a:p>
          </p:txBody>
        </p:sp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4E25ADAB-4277-4C0A-7E9C-5185C0CE056E}"/>
                </a:ext>
              </a:extLst>
            </p:cNvPr>
            <p:cNvSpPr/>
            <p:nvPr/>
          </p:nvSpPr>
          <p:spPr>
            <a:xfrm>
              <a:off x="3529418" y="122353"/>
              <a:ext cx="3833607" cy="436698"/>
            </a:xfrm>
            <a:custGeom>
              <a:avLst/>
              <a:gdLst>
                <a:gd name="csX0" fmla="*/ 0 w 3833607"/>
                <a:gd name="csY0" fmla="*/ 0 h 436698"/>
                <a:gd name="csX1" fmla="*/ 3615258 w 3833607"/>
                <a:gd name="csY1" fmla="*/ 0 h 436698"/>
                <a:gd name="csX2" fmla="*/ 3833607 w 3833607"/>
                <a:gd name="csY2" fmla="*/ 218349 h 436698"/>
                <a:gd name="csX3" fmla="*/ 3615258 w 3833607"/>
                <a:gd name="csY3" fmla="*/ 436698 h 436698"/>
                <a:gd name="csX4" fmla="*/ 0 w 3833607"/>
                <a:gd name="csY4" fmla="*/ 436698 h 436698"/>
                <a:gd name="csX5" fmla="*/ 218349 w 3833607"/>
                <a:gd name="csY5" fmla="*/ 218349 h 436698"/>
                <a:gd name="csX6" fmla="*/ 0 w 3833607"/>
                <a:gd name="csY6" fmla="*/ 0 h 436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833607" h="436698">
                  <a:moveTo>
                    <a:pt x="0" y="0"/>
                  </a:moveTo>
                  <a:lnTo>
                    <a:pt x="3615258" y="0"/>
                  </a:lnTo>
                  <a:lnTo>
                    <a:pt x="3833607" y="218349"/>
                  </a:lnTo>
                  <a:lnTo>
                    <a:pt x="3615258" y="436698"/>
                  </a:lnTo>
                  <a:lnTo>
                    <a:pt x="0" y="436698"/>
                  </a:lnTo>
                  <a:lnTo>
                    <a:pt x="218349" y="218349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98359" tIns="26670" rIns="245019" bIns="2667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Customer</a:t>
              </a:r>
              <a:r>
                <a:rPr lang="es-ES" sz="2000" b="1" kern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Profile</a:t>
              </a:r>
              <a:endParaRPr lang="es-ES" sz="20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549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1A77D-9667-29FD-0E8B-81DA22857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1CF121FD-CCB3-3BA6-ECFA-C40332359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6C58A6C-4B1A-813A-7918-1E4D4FE39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AAE78AEB-12B4-E527-72B0-32FEB64707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23">
              <a:extLst>
                <a:ext uri="{FF2B5EF4-FFF2-40B4-BE49-F238E27FC236}">
                  <a16:creationId xmlns:a16="http://schemas.microsoft.com/office/drawing/2014/main" id="{FDD1FA5E-A846-D8DA-EAEE-7BFBFDEA1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73C66C52-371B-6F2D-075B-20FBE7844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2C1AC5D7-2D91-E59E-BEA2-970D6A6C6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1" name="Rectangle 27">
              <a:extLst>
                <a:ext uri="{FF2B5EF4-FFF2-40B4-BE49-F238E27FC236}">
                  <a16:creationId xmlns:a16="http://schemas.microsoft.com/office/drawing/2014/main" id="{FE67C8D3-F450-B333-D91D-0D2F561B0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2" name="Rectangle 28">
              <a:extLst>
                <a:ext uri="{FF2B5EF4-FFF2-40B4-BE49-F238E27FC236}">
                  <a16:creationId xmlns:a16="http://schemas.microsoft.com/office/drawing/2014/main" id="{6443C4A2-8B84-F335-F742-3613F6D4C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3" name="Rectangle 29">
              <a:extLst>
                <a:ext uri="{FF2B5EF4-FFF2-40B4-BE49-F238E27FC236}">
                  <a16:creationId xmlns:a16="http://schemas.microsoft.com/office/drawing/2014/main" id="{B4ACFE4A-343D-6F12-1E4D-2DD44FB8C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81DB7E59-AE32-77CC-9F17-16252AE857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0BF657A6-8048-3571-C3ED-187D8FE51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4C00CE29-302A-3C5D-9FBC-7FAF2788F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0D2D8FC8-2B09-CFEC-3DF3-E0252C14D22B}"/>
              </a:ext>
            </a:extLst>
          </p:cNvPr>
          <p:cNvSpPr txBox="1"/>
          <p:nvPr/>
        </p:nvSpPr>
        <p:spPr>
          <a:xfrm>
            <a:off x="1794852" y="703636"/>
            <a:ext cx="5698067" cy="639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42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71948AB8-DCB0-86FA-7550-A0E100937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E72096A0-7D8F-C55B-BC7B-C3506E848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49" name="Imagen 4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DACD7E2E-393A-6FDE-E990-4D4043E1AE2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4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71432" y="235210"/>
            <a:ext cx="1388837" cy="596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0D2F108-54B6-1120-EB64-B4AB4C927EB8}"/>
              </a:ext>
            </a:extLst>
          </p:cNvPr>
          <p:cNvSpPr txBox="1"/>
          <p:nvPr/>
        </p:nvSpPr>
        <p:spPr>
          <a:xfrm>
            <a:off x="2816714" y="1866056"/>
            <a:ext cx="6119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demographic</a:t>
            </a:r>
            <a:r>
              <a:rPr lang="es-ES" dirty="0"/>
              <a:t> </a:t>
            </a:r>
            <a:r>
              <a:rPr lang="es-ES" dirty="0" err="1"/>
              <a:t>profiles</a:t>
            </a:r>
            <a:r>
              <a:rPr lang="es-ES" dirty="0"/>
              <a:t> show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highest</a:t>
            </a:r>
            <a:r>
              <a:rPr lang="es-ES" dirty="0"/>
              <a:t> </a:t>
            </a:r>
            <a:r>
              <a:rPr lang="es-ES" dirty="0" err="1"/>
              <a:t>propensity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purchase</a:t>
            </a:r>
            <a:r>
              <a:rPr lang="es-ES" dirty="0"/>
              <a:t> </a:t>
            </a:r>
            <a:r>
              <a:rPr lang="es-ES" dirty="0" err="1"/>
              <a:t>financial</a:t>
            </a:r>
            <a:r>
              <a:rPr lang="es-ES" dirty="0"/>
              <a:t> </a:t>
            </a:r>
            <a:r>
              <a:rPr lang="es-ES" dirty="0" err="1"/>
              <a:t>products</a:t>
            </a:r>
            <a:r>
              <a:rPr lang="es-ES" dirty="0"/>
              <a:t>?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73A9D772-A9C0-D636-03F0-D987DF1426BB}"/>
              </a:ext>
            </a:extLst>
          </p:cNvPr>
          <p:cNvGrpSpPr/>
          <p:nvPr/>
        </p:nvGrpSpPr>
        <p:grpSpPr>
          <a:xfrm>
            <a:off x="3529418" y="122353"/>
            <a:ext cx="6564571" cy="436698"/>
            <a:chOff x="3529418" y="122353"/>
            <a:chExt cx="6564571" cy="436698"/>
          </a:xfrm>
        </p:grpSpPr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4BC8E553-CB70-DB87-271E-CE2DD1F59838}"/>
                </a:ext>
              </a:extLst>
            </p:cNvPr>
            <p:cNvSpPr/>
            <p:nvPr/>
          </p:nvSpPr>
          <p:spPr>
            <a:xfrm>
              <a:off x="6981599" y="202976"/>
              <a:ext cx="3112390" cy="301513"/>
            </a:xfrm>
            <a:custGeom>
              <a:avLst/>
              <a:gdLst>
                <a:gd name="csX0" fmla="*/ 0 w 3112390"/>
                <a:gd name="csY0" fmla="*/ 0 h 301513"/>
                <a:gd name="csX1" fmla="*/ 2961634 w 3112390"/>
                <a:gd name="csY1" fmla="*/ 0 h 301513"/>
                <a:gd name="csX2" fmla="*/ 3112390 w 3112390"/>
                <a:gd name="csY2" fmla="*/ 150757 h 301513"/>
                <a:gd name="csX3" fmla="*/ 2961634 w 3112390"/>
                <a:gd name="csY3" fmla="*/ 301513 h 301513"/>
                <a:gd name="csX4" fmla="*/ 0 w 3112390"/>
                <a:gd name="csY4" fmla="*/ 301513 h 301513"/>
                <a:gd name="csX5" fmla="*/ 150757 w 3112390"/>
                <a:gd name="csY5" fmla="*/ 150757 h 301513"/>
                <a:gd name="csX6" fmla="*/ 0 w 3112390"/>
                <a:gd name="csY6" fmla="*/ 0 h 301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12390" h="301513">
                  <a:moveTo>
                    <a:pt x="0" y="0"/>
                  </a:moveTo>
                  <a:lnTo>
                    <a:pt x="2961634" y="0"/>
                  </a:lnTo>
                  <a:lnTo>
                    <a:pt x="3112390" y="150757"/>
                  </a:lnTo>
                  <a:lnTo>
                    <a:pt x="2961634" y="301513"/>
                  </a:lnTo>
                  <a:lnTo>
                    <a:pt x="0" y="301513"/>
                  </a:lnTo>
                  <a:lnTo>
                    <a:pt x="150757" y="150757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06764" tIns="18669" rIns="169425" bIns="18669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400" kern="1200" dirty="0" err="1"/>
                <a:t>Finance</a:t>
              </a:r>
              <a:r>
                <a:rPr lang="es-ES" sz="1400" kern="1200" dirty="0"/>
                <a:t> and Credit Risk</a:t>
              </a:r>
            </a:p>
          </p:txBody>
        </p:sp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A896F54C-91F8-0AE4-29E2-CF35F969DB00}"/>
                </a:ext>
              </a:extLst>
            </p:cNvPr>
            <p:cNvSpPr/>
            <p:nvPr/>
          </p:nvSpPr>
          <p:spPr>
            <a:xfrm>
              <a:off x="3529418" y="122353"/>
              <a:ext cx="3833607" cy="436698"/>
            </a:xfrm>
            <a:custGeom>
              <a:avLst/>
              <a:gdLst>
                <a:gd name="csX0" fmla="*/ 0 w 3833607"/>
                <a:gd name="csY0" fmla="*/ 0 h 436698"/>
                <a:gd name="csX1" fmla="*/ 3615258 w 3833607"/>
                <a:gd name="csY1" fmla="*/ 0 h 436698"/>
                <a:gd name="csX2" fmla="*/ 3833607 w 3833607"/>
                <a:gd name="csY2" fmla="*/ 218349 h 436698"/>
                <a:gd name="csX3" fmla="*/ 3615258 w 3833607"/>
                <a:gd name="csY3" fmla="*/ 436698 h 436698"/>
                <a:gd name="csX4" fmla="*/ 0 w 3833607"/>
                <a:gd name="csY4" fmla="*/ 436698 h 436698"/>
                <a:gd name="csX5" fmla="*/ 218349 w 3833607"/>
                <a:gd name="csY5" fmla="*/ 218349 h 436698"/>
                <a:gd name="csX6" fmla="*/ 0 w 3833607"/>
                <a:gd name="csY6" fmla="*/ 0 h 436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833607" h="436698">
                  <a:moveTo>
                    <a:pt x="0" y="0"/>
                  </a:moveTo>
                  <a:lnTo>
                    <a:pt x="3615258" y="0"/>
                  </a:lnTo>
                  <a:lnTo>
                    <a:pt x="3833607" y="218349"/>
                  </a:lnTo>
                  <a:lnTo>
                    <a:pt x="3615258" y="436698"/>
                  </a:lnTo>
                  <a:lnTo>
                    <a:pt x="0" y="436698"/>
                  </a:lnTo>
                  <a:lnTo>
                    <a:pt x="218349" y="218349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98359" tIns="26670" rIns="245019" bIns="2667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Customer</a:t>
              </a:r>
              <a:r>
                <a:rPr lang="es-ES" sz="2000" b="1" kern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Profile</a:t>
              </a:r>
              <a:endParaRPr lang="es-ES" sz="20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733D72BB-E638-E813-973F-A44845B5BF1D}"/>
              </a:ext>
            </a:extLst>
          </p:cNvPr>
          <p:cNvSpPr txBox="1"/>
          <p:nvPr/>
        </p:nvSpPr>
        <p:spPr>
          <a:xfrm>
            <a:off x="4922386" y="3331717"/>
            <a:ext cx="3288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Insert</a:t>
            </a:r>
            <a:r>
              <a:rPr lang="es-ES" dirty="0"/>
              <a:t> table alguna cosa </a:t>
            </a:r>
            <a:r>
              <a:rPr lang="es-ES" dirty="0" err="1"/>
              <a:t>com</a:t>
            </a:r>
            <a:r>
              <a:rPr lang="es-ES" dirty="0"/>
              <a:t> </a:t>
            </a:r>
            <a:r>
              <a:rPr lang="es-ES" dirty="0" err="1"/>
              <a:t>aquesta</a:t>
            </a:r>
            <a:r>
              <a:rPr lang="es-ES" dirty="0"/>
              <a:t>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D645E2E-C54E-6C16-C029-65176EAC93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7522" y="4480977"/>
            <a:ext cx="8877365" cy="148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816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F764D-00E3-8211-FE7B-B9EA66C9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0062BD0E-84D3-0E9C-24BF-CC7BE47A5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F1DBE53-75AD-BDF4-4BC3-92934EB09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BE7657BD-0D8F-A4D0-C037-AF5433C92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23">
              <a:extLst>
                <a:ext uri="{FF2B5EF4-FFF2-40B4-BE49-F238E27FC236}">
                  <a16:creationId xmlns:a16="http://schemas.microsoft.com/office/drawing/2014/main" id="{4BED0AFD-CA59-B8AF-912E-7ADD3740D5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8423B067-FC13-3529-A35C-4362BED11E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753F68A5-3E5C-C077-C948-7E86428476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1" name="Rectangle 27">
              <a:extLst>
                <a:ext uri="{FF2B5EF4-FFF2-40B4-BE49-F238E27FC236}">
                  <a16:creationId xmlns:a16="http://schemas.microsoft.com/office/drawing/2014/main" id="{2033FEA0-C991-74F9-B33B-A46493ED8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2" name="Rectangle 28">
              <a:extLst>
                <a:ext uri="{FF2B5EF4-FFF2-40B4-BE49-F238E27FC236}">
                  <a16:creationId xmlns:a16="http://schemas.microsoft.com/office/drawing/2014/main" id="{F4DC61E2-65D6-9C78-1B21-32C2095DC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3" name="Rectangle 29">
              <a:extLst>
                <a:ext uri="{FF2B5EF4-FFF2-40B4-BE49-F238E27FC236}">
                  <a16:creationId xmlns:a16="http://schemas.microsoft.com/office/drawing/2014/main" id="{F3533934-E776-792D-A32A-D64A35AAA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355D9291-DA52-0147-AF1E-A8E922A7DB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D3C7B5B7-DD95-E8FC-DD6A-0754BB8B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1B8CA698-9EA3-6AA9-7CDA-637B6F59F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2EB43EF1-1A52-DB33-62A7-2A332FB94CB1}"/>
              </a:ext>
            </a:extLst>
          </p:cNvPr>
          <p:cNvSpPr txBox="1"/>
          <p:nvPr/>
        </p:nvSpPr>
        <p:spPr>
          <a:xfrm>
            <a:off x="2576967" y="1004417"/>
            <a:ext cx="5698067" cy="639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7500" lnSpcReduction="20000"/>
          </a:bodyPr>
          <a:lstStyle/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54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Finance</a:t>
            </a:r>
            <a:r>
              <a:rPr lang="es-ES" sz="54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Credit Risk </a:t>
            </a:r>
            <a:r>
              <a:rPr lang="es-ES" sz="54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</a:t>
            </a:r>
            <a:endParaRPr lang="es-ES" sz="54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06FE74C2-406A-302B-0A46-5932ED653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981A8A13-5201-1BFB-200E-6489C0601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49" name="Imagen 4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3499A092-2BBE-60C6-38BA-9F032416A8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4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71432" y="235210"/>
            <a:ext cx="1388837" cy="596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296B1D16-F992-9E37-06C0-ADD1720E8294}"/>
              </a:ext>
            </a:extLst>
          </p:cNvPr>
          <p:cNvGrpSpPr/>
          <p:nvPr/>
        </p:nvGrpSpPr>
        <p:grpSpPr>
          <a:xfrm>
            <a:off x="4046185" y="153756"/>
            <a:ext cx="6515981" cy="436698"/>
            <a:chOff x="4805581" y="89131"/>
            <a:chExt cx="6515981" cy="436698"/>
          </a:xfrm>
        </p:grpSpPr>
        <p:sp>
          <p:nvSpPr>
            <p:cNvPr id="3" name="Forma libre: forma 2">
              <a:extLst>
                <a:ext uri="{FF2B5EF4-FFF2-40B4-BE49-F238E27FC236}">
                  <a16:creationId xmlns:a16="http://schemas.microsoft.com/office/drawing/2014/main" id="{3F29AA35-17AB-54CE-D5AB-214EC2905D16}"/>
                </a:ext>
              </a:extLst>
            </p:cNvPr>
            <p:cNvSpPr/>
            <p:nvPr/>
          </p:nvSpPr>
          <p:spPr>
            <a:xfrm>
              <a:off x="4805581" y="167521"/>
              <a:ext cx="3112390" cy="301513"/>
            </a:xfrm>
            <a:custGeom>
              <a:avLst/>
              <a:gdLst>
                <a:gd name="csX0" fmla="*/ 0 w 3112390"/>
                <a:gd name="csY0" fmla="*/ 0 h 301513"/>
                <a:gd name="csX1" fmla="*/ 2961634 w 3112390"/>
                <a:gd name="csY1" fmla="*/ 0 h 301513"/>
                <a:gd name="csX2" fmla="*/ 3112390 w 3112390"/>
                <a:gd name="csY2" fmla="*/ 150757 h 301513"/>
                <a:gd name="csX3" fmla="*/ 2961634 w 3112390"/>
                <a:gd name="csY3" fmla="*/ 301513 h 301513"/>
                <a:gd name="csX4" fmla="*/ 0 w 3112390"/>
                <a:gd name="csY4" fmla="*/ 301513 h 301513"/>
                <a:gd name="csX5" fmla="*/ 150757 w 3112390"/>
                <a:gd name="csY5" fmla="*/ 150757 h 301513"/>
                <a:gd name="csX6" fmla="*/ 0 w 3112390"/>
                <a:gd name="csY6" fmla="*/ 0 h 301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12390" h="301513">
                  <a:moveTo>
                    <a:pt x="0" y="0"/>
                  </a:moveTo>
                  <a:lnTo>
                    <a:pt x="2961634" y="0"/>
                  </a:lnTo>
                  <a:lnTo>
                    <a:pt x="3112390" y="150757"/>
                  </a:lnTo>
                  <a:lnTo>
                    <a:pt x="2961634" y="301513"/>
                  </a:lnTo>
                  <a:lnTo>
                    <a:pt x="0" y="301513"/>
                  </a:lnTo>
                  <a:lnTo>
                    <a:pt x="150757" y="150757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06764" tIns="18669" rIns="169425" bIns="18669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400" kern="1200" dirty="0" err="1"/>
                <a:t>Customer</a:t>
              </a:r>
              <a:r>
                <a:rPr lang="es-ES" sz="1400" kern="1200" dirty="0"/>
                <a:t> </a:t>
              </a:r>
              <a:r>
                <a:rPr lang="es-ES" sz="1400" kern="1200" dirty="0" err="1"/>
                <a:t>Profile</a:t>
              </a:r>
              <a:endParaRPr lang="es-ES" sz="1400" kern="1200" dirty="0"/>
            </a:p>
          </p:txBody>
        </p:sp>
        <p:sp>
          <p:nvSpPr>
            <p:cNvPr id="4" name="Forma libre: forma 3">
              <a:extLst>
                <a:ext uri="{FF2B5EF4-FFF2-40B4-BE49-F238E27FC236}">
                  <a16:creationId xmlns:a16="http://schemas.microsoft.com/office/drawing/2014/main" id="{C0666080-AEB2-6B67-DDCD-8608A14D50CA}"/>
                </a:ext>
              </a:extLst>
            </p:cNvPr>
            <p:cNvSpPr/>
            <p:nvPr/>
          </p:nvSpPr>
          <p:spPr>
            <a:xfrm>
              <a:off x="7487955" y="89131"/>
              <a:ext cx="3833607" cy="436698"/>
            </a:xfrm>
            <a:custGeom>
              <a:avLst/>
              <a:gdLst>
                <a:gd name="csX0" fmla="*/ 0 w 3833607"/>
                <a:gd name="csY0" fmla="*/ 0 h 436698"/>
                <a:gd name="csX1" fmla="*/ 3615258 w 3833607"/>
                <a:gd name="csY1" fmla="*/ 0 h 436698"/>
                <a:gd name="csX2" fmla="*/ 3833607 w 3833607"/>
                <a:gd name="csY2" fmla="*/ 218349 h 436698"/>
                <a:gd name="csX3" fmla="*/ 3615258 w 3833607"/>
                <a:gd name="csY3" fmla="*/ 436698 h 436698"/>
                <a:gd name="csX4" fmla="*/ 0 w 3833607"/>
                <a:gd name="csY4" fmla="*/ 436698 h 436698"/>
                <a:gd name="csX5" fmla="*/ 218349 w 3833607"/>
                <a:gd name="csY5" fmla="*/ 218349 h 436698"/>
                <a:gd name="csX6" fmla="*/ 0 w 3833607"/>
                <a:gd name="csY6" fmla="*/ 0 h 436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833607" h="436698">
                  <a:moveTo>
                    <a:pt x="0" y="0"/>
                  </a:moveTo>
                  <a:lnTo>
                    <a:pt x="3615258" y="0"/>
                  </a:lnTo>
                  <a:lnTo>
                    <a:pt x="3833607" y="218349"/>
                  </a:lnTo>
                  <a:lnTo>
                    <a:pt x="3615258" y="436698"/>
                  </a:lnTo>
                  <a:lnTo>
                    <a:pt x="0" y="436698"/>
                  </a:lnTo>
                  <a:lnTo>
                    <a:pt x="218349" y="218349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98359" tIns="26670" rIns="245019" bIns="2667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Finance</a:t>
              </a:r>
              <a:r>
                <a:rPr lang="es-ES" sz="2000" b="1" kern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and Credit Risk</a:t>
              </a:r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DB2A9451-C254-C82F-5260-5CE540D1E1B8}"/>
              </a:ext>
            </a:extLst>
          </p:cNvPr>
          <p:cNvSpPr txBox="1"/>
          <p:nvPr/>
        </p:nvSpPr>
        <p:spPr>
          <a:xfrm>
            <a:off x="842597" y="2344680"/>
            <a:ext cx="106811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 err="1"/>
              <a:t>To</a:t>
            </a:r>
            <a:r>
              <a:rPr lang="es-ES" sz="3200" dirty="0"/>
              <a:t> </a:t>
            </a:r>
            <a:r>
              <a:rPr lang="es-ES" sz="3200" dirty="0" err="1"/>
              <a:t>what</a:t>
            </a:r>
            <a:r>
              <a:rPr lang="es-ES" sz="3200" dirty="0"/>
              <a:t> </a:t>
            </a:r>
            <a:r>
              <a:rPr lang="es-ES" sz="3200" dirty="0" err="1"/>
              <a:t>extent</a:t>
            </a:r>
            <a:r>
              <a:rPr lang="es-ES" sz="3200" dirty="0"/>
              <a:t> are </a:t>
            </a:r>
            <a:r>
              <a:rPr lang="es-ES" sz="3200" dirty="0" err="1"/>
              <a:t>customers</a:t>
            </a:r>
            <a:r>
              <a:rPr lang="es-ES" sz="3200" dirty="0"/>
              <a:t> </a:t>
            </a:r>
            <a:r>
              <a:rPr lang="es-ES" sz="3200" dirty="0" err="1"/>
              <a:t>with</a:t>
            </a:r>
            <a:r>
              <a:rPr lang="es-ES" sz="3200" dirty="0"/>
              <a:t> </a:t>
            </a:r>
            <a:r>
              <a:rPr lang="es-ES" sz="3200" dirty="0" err="1"/>
              <a:t>lower</a:t>
            </a:r>
            <a:r>
              <a:rPr lang="es-ES" sz="3200" dirty="0"/>
              <a:t> </a:t>
            </a:r>
            <a:r>
              <a:rPr lang="es-ES" sz="3200" dirty="0" err="1"/>
              <a:t>account</a:t>
            </a:r>
            <a:r>
              <a:rPr lang="es-ES" sz="3200" dirty="0"/>
              <a:t> balances at a </a:t>
            </a:r>
            <a:r>
              <a:rPr lang="es-ES" sz="3200" dirty="0" err="1"/>
              <a:t>higher</a:t>
            </a:r>
            <a:r>
              <a:rPr lang="es-ES" sz="3200" dirty="0"/>
              <a:t> </a:t>
            </a:r>
            <a:r>
              <a:rPr lang="es-ES" sz="3200" dirty="0" err="1"/>
              <a:t>risk</a:t>
            </a:r>
            <a:r>
              <a:rPr lang="es-ES" sz="3200" dirty="0"/>
              <a:t> </a:t>
            </a:r>
            <a:r>
              <a:rPr lang="es-ES" sz="3200" dirty="0" err="1"/>
              <a:t>of</a:t>
            </a:r>
            <a:r>
              <a:rPr lang="es-ES" sz="3200" dirty="0"/>
              <a:t> </a:t>
            </a:r>
            <a:r>
              <a:rPr lang="es-ES" sz="3200" dirty="0" err="1"/>
              <a:t>credit</a:t>
            </a:r>
            <a:r>
              <a:rPr lang="es-ES" sz="3200" dirty="0"/>
              <a:t> default, and </a:t>
            </a:r>
            <a:r>
              <a:rPr lang="es-ES" sz="3200" dirty="0" err="1"/>
              <a:t>how</a:t>
            </a:r>
            <a:r>
              <a:rPr lang="es-ES" sz="3200" dirty="0"/>
              <a:t> </a:t>
            </a:r>
            <a:r>
              <a:rPr lang="es-ES" sz="3200" dirty="0" err="1"/>
              <a:t>should</a:t>
            </a:r>
            <a:r>
              <a:rPr lang="es-ES" sz="3200" dirty="0"/>
              <a:t> </a:t>
            </a:r>
            <a:r>
              <a:rPr lang="es-ES" sz="3200" dirty="0" err="1"/>
              <a:t>we</a:t>
            </a:r>
            <a:r>
              <a:rPr lang="es-ES" sz="3200" dirty="0"/>
              <a:t> </a:t>
            </a:r>
            <a:r>
              <a:rPr lang="es-ES" sz="3200" dirty="0" err="1"/>
              <a:t>adjust</a:t>
            </a:r>
            <a:r>
              <a:rPr lang="es-ES" sz="3200" dirty="0"/>
              <a:t> </a:t>
            </a:r>
            <a:r>
              <a:rPr lang="es-ES" sz="3200" dirty="0" err="1"/>
              <a:t>our</a:t>
            </a:r>
            <a:r>
              <a:rPr lang="es-ES" sz="3200" dirty="0"/>
              <a:t> </a:t>
            </a:r>
            <a:r>
              <a:rPr lang="es-ES" sz="3200" dirty="0" err="1"/>
              <a:t>credit</a:t>
            </a:r>
            <a:r>
              <a:rPr lang="es-ES" sz="3200" dirty="0"/>
              <a:t> </a:t>
            </a:r>
            <a:r>
              <a:rPr lang="es-ES" sz="3200" dirty="0" err="1"/>
              <a:t>policies</a:t>
            </a:r>
            <a:r>
              <a:rPr lang="es-ES" sz="3200" dirty="0"/>
              <a:t> </a:t>
            </a:r>
            <a:r>
              <a:rPr lang="es-ES" sz="3200" dirty="0" err="1"/>
              <a:t>to</a:t>
            </a:r>
            <a:r>
              <a:rPr lang="es-ES" sz="3200" dirty="0"/>
              <a:t> </a:t>
            </a:r>
            <a:r>
              <a:rPr lang="es-ES" sz="3200" dirty="0" err="1"/>
              <a:t>mitigate</a:t>
            </a:r>
            <a:r>
              <a:rPr lang="es-ES" sz="3200" dirty="0"/>
              <a:t> </a:t>
            </a:r>
            <a:r>
              <a:rPr lang="es-ES" sz="3200" dirty="0" err="1"/>
              <a:t>this</a:t>
            </a:r>
            <a:r>
              <a:rPr lang="es-ES" sz="3200" dirty="0"/>
              <a:t> </a:t>
            </a:r>
            <a:r>
              <a:rPr lang="es-ES" sz="3200" dirty="0" err="1"/>
              <a:t>risk</a:t>
            </a:r>
            <a:r>
              <a:rPr lang="es-ES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12198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687BBC-52EF-6A11-D123-AA466EF3D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E80CC9DB-8D81-65A6-120A-B0507656E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952BDAC8-57BC-663E-7D7B-3F46C75E1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4BBB8F1-96E2-5299-A425-CA65360ED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23">
              <a:extLst>
                <a:ext uri="{FF2B5EF4-FFF2-40B4-BE49-F238E27FC236}">
                  <a16:creationId xmlns:a16="http://schemas.microsoft.com/office/drawing/2014/main" id="{46C68555-6680-FF10-9C18-2C98EC8978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4907A512-074E-629A-3D17-607BF7C05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9E4DC7F9-F8B7-02E8-CB2C-726B46890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1" name="Rectangle 27">
              <a:extLst>
                <a:ext uri="{FF2B5EF4-FFF2-40B4-BE49-F238E27FC236}">
                  <a16:creationId xmlns:a16="http://schemas.microsoft.com/office/drawing/2014/main" id="{F4255998-1EF6-5857-0655-A450FCDC9E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2" name="Rectangle 28">
              <a:extLst>
                <a:ext uri="{FF2B5EF4-FFF2-40B4-BE49-F238E27FC236}">
                  <a16:creationId xmlns:a16="http://schemas.microsoft.com/office/drawing/2014/main" id="{6F6799F9-33AE-7ACD-4390-461DB1204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3" name="Rectangle 29">
              <a:extLst>
                <a:ext uri="{FF2B5EF4-FFF2-40B4-BE49-F238E27FC236}">
                  <a16:creationId xmlns:a16="http://schemas.microsoft.com/office/drawing/2014/main" id="{7ADD3BD0-F270-5F67-438C-56488E0E8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6F3A27BA-8405-D414-1201-976CF653D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A0131126-5EB6-54FE-A9A1-A55D0BA76B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9E9E9396-A20E-1907-8DC9-428AC4CF8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6D870206-B111-4179-7FAD-486F6ED842B7}"/>
              </a:ext>
            </a:extLst>
          </p:cNvPr>
          <p:cNvSpPr txBox="1"/>
          <p:nvPr/>
        </p:nvSpPr>
        <p:spPr>
          <a:xfrm>
            <a:off x="1593768" y="1112327"/>
            <a:ext cx="5698067" cy="639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algn="r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39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Portfolio </a:t>
            </a:r>
            <a:r>
              <a:rPr lang="es-ES" sz="39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Analysis</a:t>
            </a:r>
            <a:r>
              <a:rPr lang="es-ES" sz="39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endParaRPr lang="en-US" sz="39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069121F6-EA74-867E-8A2D-31866B85E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C10FD6A8-6107-3A14-16CF-7D328A4AD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49" name="Imagen 4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DC2CE66D-59D0-A307-6FB6-4EAA6599EF6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4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71432" y="235210"/>
            <a:ext cx="1388837" cy="596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779B2D58-434F-5CD6-F987-FD47EA9CCCC9}"/>
              </a:ext>
            </a:extLst>
          </p:cNvPr>
          <p:cNvGrpSpPr/>
          <p:nvPr/>
        </p:nvGrpSpPr>
        <p:grpSpPr>
          <a:xfrm>
            <a:off x="4046185" y="153756"/>
            <a:ext cx="6515981" cy="436698"/>
            <a:chOff x="4805581" y="89131"/>
            <a:chExt cx="6515981" cy="436698"/>
          </a:xfrm>
        </p:grpSpPr>
        <p:sp>
          <p:nvSpPr>
            <p:cNvPr id="3" name="Forma libre: forma 2">
              <a:extLst>
                <a:ext uri="{FF2B5EF4-FFF2-40B4-BE49-F238E27FC236}">
                  <a16:creationId xmlns:a16="http://schemas.microsoft.com/office/drawing/2014/main" id="{8252EB70-B9FA-DD43-572C-31FC2678AFCB}"/>
                </a:ext>
              </a:extLst>
            </p:cNvPr>
            <p:cNvSpPr/>
            <p:nvPr/>
          </p:nvSpPr>
          <p:spPr>
            <a:xfrm>
              <a:off x="4805581" y="167521"/>
              <a:ext cx="3112390" cy="301513"/>
            </a:xfrm>
            <a:custGeom>
              <a:avLst/>
              <a:gdLst>
                <a:gd name="csX0" fmla="*/ 0 w 3112390"/>
                <a:gd name="csY0" fmla="*/ 0 h 301513"/>
                <a:gd name="csX1" fmla="*/ 2961634 w 3112390"/>
                <a:gd name="csY1" fmla="*/ 0 h 301513"/>
                <a:gd name="csX2" fmla="*/ 3112390 w 3112390"/>
                <a:gd name="csY2" fmla="*/ 150757 h 301513"/>
                <a:gd name="csX3" fmla="*/ 2961634 w 3112390"/>
                <a:gd name="csY3" fmla="*/ 301513 h 301513"/>
                <a:gd name="csX4" fmla="*/ 0 w 3112390"/>
                <a:gd name="csY4" fmla="*/ 301513 h 301513"/>
                <a:gd name="csX5" fmla="*/ 150757 w 3112390"/>
                <a:gd name="csY5" fmla="*/ 150757 h 301513"/>
                <a:gd name="csX6" fmla="*/ 0 w 3112390"/>
                <a:gd name="csY6" fmla="*/ 0 h 301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12390" h="301513">
                  <a:moveTo>
                    <a:pt x="0" y="0"/>
                  </a:moveTo>
                  <a:lnTo>
                    <a:pt x="2961634" y="0"/>
                  </a:lnTo>
                  <a:lnTo>
                    <a:pt x="3112390" y="150757"/>
                  </a:lnTo>
                  <a:lnTo>
                    <a:pt x="2961634" y="301513"/>
                  </a:lnTo>
                  <a:lnTo>
                    <a:pt x="0" y="301513"/>
                  </a:lnTo>
                  <a:lnTo>
                    <a:pt x="150757" y="150757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06764" tIns="18669" rIns="169425" bIns="18669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400" kern="1200" dirty="0" err="1"/>
                <a:t>Customer</a:t>
              </a:r>
              <a:r>
                <a:rPr lang="es-ES" sz="1400" kern="1200" dirty="0"/>
                <a:t> </a:t>
              </a:r>
              <a:r>
                <a:rPr lang="es-ES" sz="1400" kern="1200" dirty="0" err="1"/>
                <a:t>Profile</a:t>
              </a:r>
              <a:endParaRPr lang="es-ES" sz="1400" kern="1200" dirty="0"/>
            </a:p>
          </p:txBody>
        </p:sp>
        <p:sp>
          <p:nvSpPr>
            <p:cNvPr id="4" name="Forma libre: forma 3">
              <a:extLst>
                <a:ext uri="{FF2B5EF4-FFF2-40B4-BE49-F238E27FC236}">
                  <a16:creationId xmlns:a16="http://schemas.microsoft.com/office/drawing/2014/main" id="{826A7AF3-0EDB-85BC-04D9-D48DDED19250}"/>
                </a:ext>
              </a:extLst>
            </p:cNvPr>
            <p:cNvSpPr/>
            <p:nvPr/>
          </p:nvSpPr>
          <p:spPr>
            <a:xfrm>
              <a:off x="7487955" y="89131"/>
              <a:ext cx="3833607" cy="436698"/>
            </a:xfrm>
            <a:custGeom>
              <a:avLst/>
              <a:gdLst>
                <a:gd name="csX0" fmla="*/ 0 w 3833607"/>
                <a:gd name="csY0" fmla="*/ 0 h 436698"/>
                <a:gd name="csX1" fmla="*/ 3615258 w 3833607"/>
                <a:gd name="csY1" fmla="*/ 0 h 436698"/>
                <a:gd name="csX2" fmla="*/ 3833607 w 3833607"/>
                <a:gd name="csY2" fmla="*/ 218349 h 436698"/>
                <a:gd name="csX3" fmla="*/ 3615258 w 3833607"/>
                <a:gd name="csY3" fmla="*/ 436698 h 436698"/>
                <a:gd name="csX4" fmla="*/ 0 w 3833607"/>
                <a:gd name="csY4" fmla="*/ 436698 h 436698"/>
                <a:gd name="csX5" fmla="*/ 218349 w 3833607"/>
                <a:gd name="csY5" fmla="*/ 218349 h 436698"/>
                <a:gd name="csX6" fmla="*/ 0 w 3833607"/>
                <a:gd name="csY6" fmla="*/ 0 h 436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833607" h="436698">
                  <a:moveTo>
                    <a:pt x="0" y="0"/>
                  </a:moveTo>
                  <a:lnTo>
                    <a:pt x="3615258" y="0"/>
                  </a:lnTo>
                  <a:lnTo>
                    <a:pt x="3833607" y="218349"/>
                  </a:lnTo>
                  <a:lnTo>
                    <a:pt x="3615258" y="436698"/>
                  </a:lnTo>
                  <a:lnTo>
                    <a:pt x="0" y="436698"/>
                  </a:lnTo>
                  <a:lnTo>
                    <a:pt x="218349" y="218349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98359" tIns="26670" rIns="245019" bIns="2667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Finance</a:t>
              </a:r>
              <a:r>
                <a:rPr lang="es-ES" sz="2000" b="1" kern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and Credit Risk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6250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C670AB-1F04-6C53-2551-5FC662AC3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0965D8FD-9297-1DDF-F319-56B9490FD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C96564F-E875-4F93-344B-053B9A5AB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6392336-71A8-7281-64CC-F00ECD7E6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23">
              <a:extLst>
                <a:ext uri="{FF2B5EF4-FFF2-40B4-BE49-F238E27FC236}">
                  <a16:creationId xmlns:a16="http://schemas.microsoft.com/office/drawing/2014/main" id="{D0111C44-54DF-9BC3-CDFD-4D06BB537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A6AFE79F-A08B-4A48-B968-8E088F4F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C9182DF4-0D5E-BE3B-ED0B-31C60B48A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1" name="Rectangle 27">
              <a:extLst>
                <a:ext uri="{FF2B5EF4-FFF2-40B4-BE49-F238E27FC236}">
                  <a16:creationId xmlns:a16="http://schemas.microsoft.com/office/drawing/2014/main" id="{D0BD691A-12E6-1BF3-681B-19AB683E76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2" name="Rectangle 28">
              <a:extLst>
                <a:ext uri="{FF2B5EF4-FFF2-40B4-BE49-F238E27FC236}">
                  <a16:creationId xmlns:a16="http://schemas.microsoft.com/office/drawing/2014/main" id="{D6F3F9CB-ED1A-5088-1DCA-054BD4D9F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3" name="Rectangle 29">
              <a:extLst>
                <a:ext uri="{FF2B5EF4-FFF2-40B4-BE49-F238E27FC236}">
                  <a16:creationId xmlns:a16="http://schemas.microsoft.com/office/drawing/2014/main" id="{7F866FEC-EB35-4967-2167-C04877AD3E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6F610E31-9EDB-0AFA-11F3-5ABB2A61D8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39573C33-B14C-1141-7337-6DE27D284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2384009C-A01A-17BE-EA34-3BC59BE2F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6503BB81-B2EF-A636-ECCE-7659C94B83B2}"/>
              </a:ext>
            </a:extLst>
          </p:cNvPr>
          <p:cNvSpPr txBox="1"/>
          <p:nvPr/>
        </p:nvSpPr>
        <p:spPr>
          <a:xfrm>
            <a:off x="1460508" y="1265674"/>
            <a:ext cx="5698067" cy="639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algn="r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39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Portfolio </a:t>
            </a:r>
            <a:r>
              <a:rPr lang="es-ES" sz="39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Analysis</a:t>
            </a:r>
            <a:r>
              <a:rPr lang="es-ES" sz="39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endParaRPr lang="en-US" sz="39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4D31E8CC-C7E5-21BF-B87D-7444ABADE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14C9C16E-112D-41FF-BCE4-B83710055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49" name="Imagen 4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75BF2AB2-F563-D99E-56E4-381B962BCF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4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71432" y="235210"/>
            <a:ext cx="1388837" cy="596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F288426C-3635-646C-C5AF-3B5D62D79FAF}"/>
              </a:ext>
            </a:extLst>
          </p:cNvPr>
          <p:cNvGrpSpPr/>
          <p:nvPr/>
        </p:nvGrpSpPr>
        <p:grpSpPr>
          <a:xfrm>
            <a:off x="4046185" y="153756"/>
            <a:ext cx="6515981" cy="436698"/>
            <a:chOff x="4805581" y="89131"/>
            <a:chExt cx="6515981" cy="436698"/>
          </a:xfrm>
        </p:grpSpPr>
        <p:sp>
          <p:nvSpPr>
            <p:cNvPr id="3" name="Forma libre: forma 2">
              <a:extLst>
                <a:ext uri="{FF2B5EF4-FFF2-40B4-BE49-F238E27FC236}">
                  <a16:creationId xmlns:a16="http://schemas.microsoft.com/office/drawing/2014/main" id="{9F667D12-1AF7-0A4E-01BE-82749ACDD0D2}"/>
                </a:ext>
              </a:extLst>
            </p:cNvPr>
            <p:cNvSpPr/>
            <p:nvPr/>
          </p:nvSpPr>
          <p:spPr>
            <a:xfrm>
              <a:off x="4805581" y="167521"/>
              <a:ext cx="3112390" cy="301513"/>
            </a:xfrm>
            <a:custGeom>
              <a:avLst/>
              <a:gdLst>
                <a:gd name="csX0" fmla="*/ 0 w 3112390"/>
                <a:gd name="csY0" fmla="*/ 0 h 301513"/>
                <a:gd name="csX1" fmla="*/ 2961634 w 3112390"/>
                <a:gd name="csY1" fmla="*/ 0 h 301513"/>
                <a:gd name="csX2" fmla="*/ 3112390 w 3112390"/>
                <a:gd name="csY2" fmla="*/ 150757 h 301513"/>
                <a:gd name="csX3" fmla="*/ 2961634 w 3112390"/>
                <a:gd name="csY3" fmla="*/ 301513 h 301513"/>
                <a:gd name="csX4" fmla="*/ 0 w 3112390"/>
                <a:gd name="csY4" fmla="*/ 301513 h 301513"/>
                <a:gd name="csX5" fmla="*/ 150757 w 3112390"/>
                <a:gd name="csY5" fmla="*/ 150757 h 301513"/>
                <a:gd name="csX6" fmla="*/ 0 w 3112390"/>
                <a:gd name="csY6" fmla="*/ 0 h 301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12390" h="301513">
                  <a:moveTo>
                    <a:pt x="0" y="0"/>
                  </a:moveTo>
                  <a:lnTo>
                    <a:pt x="2961634" y="0"/>
                  </a:lnTo>
                  <a:lnTo>
                    <a:pt x="3112390" y="150757"/>
                  </a:lnTo>
                  <a:lnTo>
                    <a:pt x="2961634" y="301513"/>
                  </a:lnTo>
                  <a:lnTo>
                    <a:pt x="0" y="301513"/>
                  </a:lnTo>
                  <a:lnTo>
                    <a:pt x="150757" y="150757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06764" tIns="18669" rIns="169425" bIns="18669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400" kern="1200" dirty="0" err="1"/>
                <a:t>Customer</a:t>
              </a:r>
              <a:r>
                <a:rPr lang="es-ES" sz="1400" kern="1200" dirty="0"/>
                <a:t> </a:t>
              </a:r>
              <a:r>
                <a:rPr lang="es-ES" sz="1400" kern="1200" dirty="0" err="1"/>
                <a:t>Profile</a:t>
              </a:r>
              <a:endParaRPr lang="es-ES" sz="1400" kern="1200" dirty="0"/>
            </a:p>
          </p:txBody>
        </p:sp>
        <p:sp>
          <p:nvSpPr>
            <p:cNvPr id="4" name="Forma libre: forma 3">
              <a:extLst>
                <a:ext uri="{FF2B5EF4-FFF2-40B4-BE49-F238E27FC236}">
                  <a16:creationId xmlns:a16="http://schemas.microsoft.com/office/drawing/2014/main" id="{AAFD63B1-208E-23E0-8A20-2CC552E0603B}"/>
                </a:ext>
              </a:extLst>
            </p:cNvPr>
            <p:cNvSpPr/>
            <p:nvPr/>
          </p:nvSpPr>
          <p:spPr>
            <a:xfrm>
              <a:off x="7487955" y="89131"/>
              <a:ext cx="3833607" cy="436698"/>
            </a:xfrm>
            <a:custGeom>
              <a:avLst/>
              <a:gdLst>
                <a:gd name="csX0" fmla="*/ 0 w 3833607"/>
                <a:gd name="csY0" fmla="*/ 0 h 436698"/>
                <a:gd name="csX1" fmla="*/ 3615258 w 3833607"/>
                <a:gd name="csY1" fmla="*/ 0 h 436698"/>
                <a:gd name="csX2" fmla="*/ 3833607 w 3833607"/>
                <a:gd name="csY2" fmla="*/ 218349 h 436698"/>
                <a:gd name="csX3" fmla="*/ 3615258 w 3833607"/>
                <a:gd name="csY3" fmla="*/ 436698 h 436698"/>
                <a:gd name="csX4" fmla="*/ 0 w 3833607"/>
                <a:gd name="csY4" fmla="*/ 436698 h 436698"/>
                <a:gd name="csX5" fmla="*/ 218349 w 3833607"/>
                <a:gd name="csY5" fmla="*/ 218349 h 436698"/>
                <a:gd name="csX6" fmla="*/ 0 w 3833607"/>
                <a:gd name="csY6" fmla="*/ 0 h 436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833607" h="436698">
                  <a:moveTo>
                    <a:pt x="0" y="0"/>
                  </a:moveTo>
                  <a:lnTo>
                    <a:pt x="3615258" y="0"/>
                  </a:lnTo>
                  <a:lnTo>
                    <a:pt x="3833607" y="218349"/>
                  </a:lnTo>
                  <a:lnTo>
                    <a:pt x="3615258" y="436698"/>
                  </a:lnTo>
                  <a:lnTo>
                    <a:pt x="0" y="436698"/>
                  </a:lnTo>
                  <a:lnTo>
                    <a:pt x="218349" y="218349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98359" tIns="26670" rIns="245019" bIns="2667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Finance</a:t>
              </a:r>
              <a:r>
                <a:rPr lang="es-ES" sz="2000" b="1" kern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and Credit Risk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5372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A174B-2230-9736-EFA9-BA504A259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3B4CFFAC-C841-16DE-B37C-AC894F190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E66F568-82FB-694B-AA1B-228519E6B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1D99D13-0B03-3C0B-7C45-747157034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23">
              <a:extLst>
                <a:ext uri="{FF2B5EF4-FFF2-40B4-BE49-F238E27FC236}">
                  <a16:creationId xmlns:a16="http://schemas.microsoft.com/office/drawing/2014/main" id="{C138EA48-70AB-638A-AD9C-4BBEF87D5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168363D4-2973-E8C1-B972-B8771FA7EA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5407E387-CE3D-4FDA-0C05-E197FBAE3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1" name="Rectangle 27">
              <a:extLst>
                <a:ext uri="{FF2B5EF4-FFF2-40B4-BE49-F238E27FC236}">
                  <a16:creationId xmlns:a16="http://schemas.microsoft.com/office/drawing/2014/main" id="{6296D7EC-A456-151A-29DE-BF94FBA4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2" name="Rectangle 28">
              <a:extLst>
                <a:ext uri="{FF2B5EF4-FFF2-40B4-BE49-F238E27FC236}">
                  <a16:creationId xmlns:a16="http://schemas.microsoft.com/office/drawing/2014/main" id="{BB48CEAE-55E9-CD00-5585-E9D2CFE87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3" name="Rectangle 29">
              <a:extLst>
                <a:ext uri="{FF2B5EF4-FFF2-40B4-BE49-F238E27FC236}">
                  <a16:creationId xmlns:a16="http://schemas.microsoft.com/office/drawing/2014/main" id="{251F9364-030F-CD11-69B8-FAE6BAF42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7A94F6B0-B7F5-C762-79C6-533A7E064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918C30B1-8DB3-BB3F-3478-FDBF54027B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A42FC04A-AABF-4869-CBA5-5FA251880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0EAD1C89-C475-97AC-F5EA-EC557C50B197}"/>
              </a:ext>
            </a:extLst>
          </p:cNvPr>
          <p:cNvSpPr txBox="1"/>
          <p:nvPr/>
        </p:nvSpPr>
        <p:spPr>
          <a:xfrm>
            <a:off x="1478649" y="1294072"/>
            <a:ext cx="5698067" cy="639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algn="r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39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Portfolio </a:t>
            </a:r>
            <a:r>
              <a:rPr lang="es-ES" sz="39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Analysis</a:t>
            </a:r>
            <a:r>
              <a:rPr lang="es-ES" sz="39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endParaRPr lang="en-US" sz="39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F01F382A-C0F8-CBB1-BF76-FD9D30944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8659BB0F-680B-053B-8F6E-66E32D600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49" name="Imagen 4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195BADF6-BDDE-0892-1C35-0EFB00EA74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4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71432" y="235210"/>
            <a:ext cx="1388837" cy="596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A0A4DFD9-D915-DC86-2FC0-CA3978A10555}"/>
              </a:ext>
            </a:extLst>
          </p:cNvPr>
          <p:cNvGrpSpPr/>
          <p:nvPr/>
        </p:nvGrpSpPr>
        <p:grpSpPr>
          <a:xfrm>
            <a:off x="4046185" y="153756"/>
            <a:ext cx="6515981" cy="436698"/>
            <a:chOff x="4805581" y="89131"/>
            <a:chExt cx="6515981" cy="436698"/>
          </a:xfrm>
        </p:grpSpPr>
        <p:sp>
          <p:nvSpPr>
            <p:cNvPr id="3" name="Forma libre: forma 2">
              <a:extLst>
                <a:ext uri="{FF2B5EF4-FFF2-40B4-BE49-F238E27FC236}">
                  <a16:creationId xmlns:a16="http://schemas.microsoft.com/office/drawing/2014/main" id="{EAEF4E79-71D0-FBF4-C158-BF840920812F}"/>
                </a:ext>
              </a:extLst>
            </p:cNvPr>
            <p:cNvSpPr/>
            <p:nvPr/>
          </p:nvSpPr>
          <p:spPr>
            <a:xfrm>
              <a:off x="4805581" y="167521"/>
              <a:ext cx="3112390" cy="301513"/>
            </a:xfrm>
            <a:custGeom>
              <a:avLst/>
              <a:gdLst>
                <a:gd name="csX0" fmla="*/ 0 w 3112390"/>
                <a:gd name="csY0" fmla="*/ 0 h 301513"/>
                <a:gd name="csX1" fmla="*/ 2961634 w 3112390"/>
                <a:gd name="csY1" fmla="*/ 0 h 301513"/>
                <a:gd name="csX2" fmla="*/ 3112390 w 3112390"/>
                <a:gd name="csY2" fmla="*/ 150757 h 301513"/>
                <a:gd name="csX3" fmla="*/ 2961634 w 3112390"/>
                <a:gd name="csY3" fmla="*/ 301513 h 301513"/>
                <a:gd name="csX4" fmla="*/ 0 w 3112390"/>
                <a:gd name="csY4" fmla="*/ 301513 h 301513"/>
                <a:gd name="csX5" fmla="*/ 150757 w 3112390"/>
                <a:gd name="csY5" fmla="*/ 150757 h 301513"/>
                <a:gd name="csX6" fmla="*/ 0 w 3112390"/>
                <a:gd name="csY6" fmla="*/ 0 h 301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12390" h="301513">
                  <a:moveTo>
                    <a:pt x="0" y="0"/>
                  </a:moveTo>
                  <a:lnTo>
                    <a:pt x="2961634" y="0"/>
                  </a:lnTo>
                  <a:lnTo>
                    <a:pt x="3112390" y="150757"/>
                  </a:lnTo>
                  <a:lnTo>
                    <a:pt x="2961634" y="301513"/>
                  </a:lnTo>
                  <a:lnTo>
                    <a:pt x="0" y="301513"/>
                  </a:lnTo>
                  <a:lnTo>
                    <a:pt x="150757" y="150757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06764" tIns="18669" rIns="169425" bIns="18669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400" kern="1200" dirty="0" err="1"/>
                <a:t>Customer</a:t>
              </a:r>
              <a:r>
                <a:rPr lang="es-ES" sz="1400" kern="1200" dirty="0"/>
                <a:t> </a:t>
              </a:r>
              <a:r>
                <a:rPr lang="es-ES" sz="1400" kern="1200" dirty="0" err="1"/>
                <a:t>Profile</a:t>
              </a:r>
              <a:endParaRPr lang="es-ES" sz="1400" kern="1200" dirty="0"/>
            </a:p>
          </p:txBody>
        </p:sp>
        <p:sp>
          <p:nvSpPr>
            <p:cNvPr id="4" name="Forma libre: forma 3">
              <a:extLst>
                <a:ext uri="{FF2B5EF4-FFF2-40B4-BE49-F238E27FC236}">
                  <a16:creationId xmlns:a16="http://schemas.microsoft.com/office/drawing/2014/main" id="{BD30F1D1-376A-F621-EEA5-3F24AFC5A654}"/>
                </a:ext>
              </a:extLst>
            </p:cNvPr>
            <p:cNvSpPr/>
            <p:nvPr/>
          </p:nvSpPr>
          <p:spPr>
            <a:xfrm>
              <a:off x="7487955" y="89131"/>
              <a:ext cx="3833607" cy="436698"/>
            </a:xfrm>
            <a:custGeom>
              <a:avLst/>
              <a:gdLst>
                <a:gd name="csX0" fmla="*/ 0 w 3833607"/>
                <a:gd name="csY0" fmla="*/ 0 h 436698"/>
                <a:gd name="csX1" fmla="*/ 3615258 w 3833607"/>
                <a:gd name="csY1" fmla="*/ 0 h 436698"/>
                <a:gd name="csX2" fmla="*/ 3833607 w 3833607"/>
                <a:gd name="csY2" fmla="*/ 218349 h 436698"/>
                <a:gd name="csX3" fmla="*/ 3615258 w 3833607"/>
                <a:gd name="csY3" fmla="*/ 436698 h 436698"/>
                <a:gd name="csX4" fmla="*/ 0 w 3833607"/>
                <a:gd name="csY4" fmla="*/ 436698 h 436698"/>
                <a:gd name="csX5" fmla="*/ 218349 w 3833607"/>
                <a:gd name="csY5" fmla="*/ 218349 h 436698"/>
                <a:gd name="csX6" fmla="*/ 0 w 3833607"/>
                <a:gd name="csY6" fmla="*/ 0 h 436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833607" h="436698">
                  <a:moveTo>
                    <a:pt x="0" y="0"/>
                  </a:moveTo>
                  <a:lnTo>
                    <a:pt x="3615258" y="0"/>
                  </a:lnTo>
                  <a:lnTo>
                    <a:pt x="3833607" y="218349"/>
                  </a:lnTo>
                  <a:lnTo>
                    <a:pt x="3615258" y="436698"/>
                  </a:lnTo>
                  <a:lnTo>
                    <a:pt x="0" y="436698"/>
                  </a:lnTo>
                  <a:lnTo>
                    <a:pt x="218349" y="218349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98359" tIns="26670" rIns="245019" bIns="2667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Finance</a:t>
              </a:r>
              <a:r>
                <a:rPr lang="es-ES" sz="2000" b="1" kern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and Credit Risk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8877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527CEF-4EA5-55A0-1423-6974FF5F0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425811C7-B8C4-1D17-A904-C40A0331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9AAEFA94-EE1C-5337-02D4-66614F5BB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CEF6879-D24C-68AB-255E-1E0DE1D48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23">
              <a:extLst>
                <a:ext uri="{FF2B5EF4-FFF2-40B4-BE49-F238E27FC236}">
                  <a16:creationId xmlns:a16="http://schemas.microsoft.com/office/drawing/2014/main" id="{18F26A57-130A-1DA5-A481-FD1D00B5E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C52C8B34-129F-9199-58F6-B136B7B1B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20511957-AFFB-2757-9A54-F3E749E409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1" name="Rectangle 27">
              <a:extLst>
                <a:ext uri="{FF2B5EF4-FFF2-40B4-BE49-F238E27FC236}">
                  <a16:creationId xmlns:a16="http://schemas.microsoft.com/office/drawing/2014/main" id="{9867C69B-68F4-61FA-E783-5FB610D27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2" name="Rectangle 28">
              <a:extLst>
                <a:ext uri="{FF2B5EF4-FFF2-40B4-BE49-F238E27FC236}">
                  <a16:creationId xmlns:a16="http://schemas.microsoft.com/office/drawing/2014/main" id="{FAAF84B8-DEA5-A817-18BA-3867D4104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3" name="Rectangle 29">
              <a:extLst>
                <a:ext uri="{FF2B5EF4-FFF2-40B4-BE49-F238E27FC236}">
                  <a16:creationId xmlns:a16="http://schemas.microsoft.com/office/drawing/2014/main" id="{0A2143ED-490D-3927-1DB7-B03E65EA9C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5EE94F0C-8E81-1659-A107-3C2AABEE2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D841052B-8710-8610-5251-50088BA6D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CD4A4876-36AC-8DA9-3DF3-87A8754E6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308A7177-6846-0821-343C-40081A9B4E37}"/>
              </a:ext>
            </a:extLst>
          </p:cNvPr>
          <p:cNvSpPr txBox="1"/>
          <p:nvPr/>
        </p:nvSpPr>
        <p:spPr>
          <a:xfrm>
            <a:off x="1460508" y="976019"/>
            <a:ext cx="5698067" cy="639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algn="r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39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Portfolio </a:t>
            </a:r>
            <a:r>
              <a:rPr lang="es-ES" sz="39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Analysis</a:t>
            </a:r>
            <a:r>
              <a:rPr lang="es-ES" sz="39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endParaRPr lang="en-US" sz="39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487C20DB-8D5E-62B3-8C33-9D31A9ED2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AF92DD39-1A00-ED49-69A1-5DE3E932F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49" name="Imagen 4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BD570F9A-AC51-7545-E4F5-2E001B767E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4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71432" y="235210"/>
            <a:ext cx="1388837" cy="596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38502BBC-A4AE-0D65-4E9A-28239C29B75A}"/>
              </a:ext>
            </a:extLst>
          </p:cNvPr>
          <p:cNvGrpSpPr/>
          <p:nvPr/>
        </p:nvGrpSpPr>
        <p:grpSpPr>
          <a:xfrm>
            <a:off x="4046185" y="153756"/>
            <a:ext cx="6515981" cy="436698"/>
            <a:chOff x="4805581" y="89131"/>
            <a:chExt cx="6515981" cy="436698"/>
          </a:xfrm>
        </p:grpSpPr>
        <p:sp>
          <p:nvSpPr>
            <p:cNvPr id="3" name="Forma libre: forma 2">
              <a:extLst>
                <a:ext uri="{FF2B5EF4-FFF2-40B4-BE49-F238E27FC236}">
                  <a16:creationId xmlns:a16="http://schemas.microsoft.com/office/drawing/2014/main" id="{12C4A1C2-066A-F3A0-1D12-E365175321DB}"/>
                </a:ext>
              </a:extLst>
            </p:cNvPr>
            <p:cNvSpPr/>
            <p:nvPr/>
          </p:nvSpPr>
          <p:spPr>
            <a:xfrm>
              <a:off x="4805581" y="167521"/>
              <a:ext cx="3112390" cy="301513"/>
            </a:xfrm>
            <a:custGeom>
              <a:avLst/>
              <a:gdLst>
                <a:gd name="csX0" fmla="*/ 0 w 3112390"/>
                <a:gd name="csY0" fmla="*/ 0 h 301513"/>
                <a:gd name="csX1" fmla="*/ 2961634 w 3112390"/>
                <a:gd name="csY1" fmla="*/ 0 h 301513"/>
                <a:gd name="csX2" fmla="*/ 3112390 w 3112390"/>
                <a:gd name="csY2" fmla="*/ 150757 h 301513"/>
                <a:gd name="csX3" fmla="*/ 2961634 w 3112390"/>
                <a:gd name="csY3" fmla="*/ 301513 h 301513"/>
                <a:gd name="csX4" fmla="*/ 0 w 3112390"/>
                <a:gd name="csY4" fmla="*/ 301513 h 301513"/>
                <a:gd name="csX5" fmla="*/ 150757 w 3112390"/>
                <a:gd name="csY5" fmla="*/ 150757 h 301513"/>
                <a:gd name="csX6" fmla="*/ 0 w 3112390"/>
                <a:gd name="csY6" fmla="*/ 0 h 301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12390" h="301513">
                  <a:moveTo>
                    <a:pt x="0" y="0"/>
                  </a:moveTo>
                  <a:lnTo>
                    <a:pt x="2961634" y="0"/>
                  </a:lnTo>
                  <a:lnTo>
                    <a:pt x="3112390" y="150757"/>
                  </a:lnTo>
                  <a:lnTo>
                    <a:pt x="2961634" y="301513"/>
                  </a:lnTo>
                  <a:lnTo>
                    <a:pt x="0" y="301513"/>
                  </a:lnTo>
                  <a:lnTo>
                    <a:pt x="150757" y="150757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06764" tIns="18669" rIns="169425" bIns="18669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400" kern="1200" dirty="0" err="1"/>
                <a:t>Customer</a:t>
              </a:r>
              <a:r>
                <a:rPr lang="es-ES" sz="1400" kern="1200" dirty="0"/>
                <a:t> </a:t>
              </a:r>
              <a:r>
                <a:rPr lang="es-ES" sz="1400" kern="1200" dirty="0" err="1"/>
                <a:t>Profile</a:t>
              </a:r>
              <a:endParaRPr lang="es-ES" sz="1400" kern="1200" dirty="0"/>
            </a:p>
          </p:txBody>
        </p:sp>
        <p:sp>
          <p:nvSpPr>
            <p:cNvPr id="4" name="Forma libre: forma 3">
              <a:extLst>
                <a:ext uri="{FF2B5EF4-FFF2-40B4-BE49-F238E27FC236}">
                  <a16:creationId xmlns:a16="http://schemas.microsoft.com/office/drawing/2014/main" id="{C26998C6-5FF2-5303-7297-5B2D74271C58}"/>
                </a:ext>
              </a:extLst>
            </p:cNvPr>
            <p:cNvSpPr/>
            <p:nvPr/>
          </p:nvSpPr>
          <p:spPr>
            <a:xfrm>
              <a:off x="7487955" y="89131"/>
              <a:ext cx="3833607" cy="436698"/>
            </a:xfrm>
            <a:custGeom>
              <a:avLst/>
              <a:gdLst>
                <a:gd name="csX0" fmla="*/ 0 w 3833607"/>
                <a:gd name="csY0" fmla="*/ 0 h 436698"/>
                <a:gd name="csX1" fmla="*/ 3615258 w 3833607"/>
                <a:gd name="csY1" fmla="*/ 0 h 436698"/>
                <a:gd name="csX2" fmla="*/ 3833607 w 3833607"/>
                <a:gd name="csY2" fmla="*/ 218349 h 436698"/>
                <a:gd name="csX3" fmla="*/ 3615258 w 3833607"/>
                <a:gd name="csY3" fmla="*/ 436698 h 436698"/>
                <a:gd name="csX4" fmla="*/ 0 w 3833607"/>
                <a:gd name="csY4" fmla="*/ 436698 h 436698"/>
                <a:gd name="csX5" fmla="*/ 218349 w 3833607"/>
                <a:gd name="csY5" fmla="*/ 218349 h 436698"/>
                <a:gd name="csX6" fmla="*/ 0 w 3833607"/>
                <a:gd name="csY6" fmla="*/ 0 h 436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833607" h="436698">
                  <a:moveTo>
                    <a:pt x="0" y="0"/>
                  </a:moveTo>
                  <a:lnTo>
                    <a:pt x="3615258" y="0"/>
                  </a:lnTo>
                  <a:lnTo>
                    <a:pt x="3833607" y="218349"/>
                  </a:lnTo>
                  <a:lnTo>
                    <a:pt x="3615258" y="436698"/>
                  </a:lnTo>
                  <a:lnTo>
                    <a:pt x="0" y="436698"/>
                  </a:lnTo>
                  <a:lnTo>
                    <a:pt x="218349" y="218349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98359" tIns="26670" rIns="245019" bIns="2667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Finance</a:t>
              </a:r>
              <a:r>
                <a:rPr lang="es-ES" sz="2000" b="1" kern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and Credit Risk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2032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0F8F4-063A-7D14-64FC-51B9D2942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037F4371-2EA9-68F5-E9E5-A4FFF01D5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97C57E6-9B2F-8393-0244-93CA00A091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D33B193F-D7B8-BEB8-6A99-AD8D859EF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23">
              <a:extLst>
                <a:ext uri="{FF2B5EF4-FFF2-40B4-BE49-F238E27FC236}">
                  <a16:creationId xmlns:a16="http://schemas.microsoft.com/office/drawing/2014/main" id="{BD8EFB4B-AFFA-3149-2C3A-D607E3D22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D4BB261F-7D77-76E0-0708-30EAD621C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F399FEE7-DB1E-7FF1-120E-35D5D42B2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1" name="Rectangle 27">
              <a:extLst>
                <a:ext uri="{FF2B5EF4-FFF2-40B4-BE49-F238E27FC236}">
                  <a16:creationId xmlns:a16="http://schemas.microsoft.com/office/drawing/2014/main" id="{01C3D82D-F633-C086-05A4-1ED7CD1F6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2" name="Rectangle 28">
              <a:extLst>
                <a:ext uri="{FF2B5EF4-FFF2-40B4-BE49-F238E27FC236}">
                  <a16:creationId xmlns:a16="http://schemas.microsoft.com/office/drawing/2014/main" id="{AC07D3B1-B79F-44D1-F347-9F3F9D2C6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3" name="Rectangle 29">
              <a:extLst>
                <a:ext uri="{FF2B5EF4-FFF2-40B4-BE49-F238E27FC236}">
                  <a16:creationId xmlns:a16="http://schemas.microsoft.com/office/drawing/2014/main" id="{6428E620-A426-3811-CFE8-B9C741BE9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F3F9EA1A-8D06-DCB8-99AA-4468761ED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29830A08-77A6-8017-3270-A209849C7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E5A322ED-75AC-FFB7-344F-67B2DAD3D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EEA32618-4BE8-213E-C3CD-1EAFB1D5D477}"/>
              </a:ext>
            </a:extLst>
          </p:cNvPr>
          <p:cNvSpPr txBox="1"/>
          <p:nvPr/>
        </p:nvSpPr>
        <p:spPr>
          <a:xfrm>
            <a:off x="1396230" y="510300"/>
            <a:ext cx="5698067" cy="6397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algn="r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endParaRPr lang="en-US" sz="39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8B0F65E3-4143-2265-39F1-356413089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3EA68220-4657-DA0C-0467-6881B2553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49" name="Imagen 4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02C52916-83EB-DB39-0D5A-A147E3236F8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4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71432" y="235210"/>
            <a:ext cx="1388837" cy="596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75E3785-43B4-C89D-5FA3-3EC7AD9EED51}"/>
              </a:ext>
            </a:extLst>
          </p:cNvPr>
          <p:cNvSpPr txBox="1"/>
          <p:nvPr/>
        </p:nvSpPr>
        <p:spPr>
          <a:xfrm>
            <a:off x="2357414" y="1374560"/>
            <a:ext cx="7765532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36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Conclusions</a:t>
            </a:r>
            <a:r>
              <a:rPr lang="es-ES" sz="36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, </a:t>
            </a:r>
            <a:r>
              <a:rPr lang="es-ES" sz="36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Insights</a:t>
            </a:r>
            <a:r>
              <a:rPr lang="es-ES" sz="36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, and Policy </a:t>
            </a:r>
            <a:r>
              <a:rPr lang="es-ES" sz="3600" b="1" i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Recommendations</a:t>
            </a:r>
            <a:endParaRPr lang="es-ES" sz="36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EF96EC7-6BF9-3437-1797-28BC4694C8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0474" y="4114632"/>
            <a:ext cx="9191692" cy="141923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087BBCA-F19C-25BF-3ED4-88902B1149BB}"/>
              </a:ext>
            </a:extLst>
          </p:cNvPr>
          <p:cNvSpPr txBox="1"/>
          <p:nvPr/>
        </p:nvSpPr>
        <p:spPr>
          <a:xfrm>
            <a:off x="3720075" y="2928526"/>
            <a:ext cx="1618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ALGUNA COSA CON AQUESTA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C5C76881-CF7D-AAFF-B060-1614697DFE39}"/>
              </a:ext>
            </a:extLst>
          </p:cNvPr>
          <p:cNvGrpSpPr/>
          <p:nvPr/>
        </p:nvGrpSpPr>
        <p:grpSpPr>
          <a:xfrm>
            <a:off x="4046185" y="153756"/>
            <a:ext cx="6515981" cy="436698"/>
            <a:chOff x="4805581" y="89131"/>
            <a:chExt cx="6515981" cy="436698"/>
          </a:xfrm>
        </p:grpSpPr>
        <p:sp>
          <p:nvSpPr>
            <p:cNvPr id="4" name="Forma libre: forma 3">
              <a:extLst>
                <a:ext uri="{FF2B5EF4-FFF2-40B4-BE49-F238E27FC236}">
                  <a16:creationId xmlns:a16="http://schemas.microsoft.com/office/drawing/2014/main" id="{291B0705-6074-1E95-7013-A72F71210CA7}"/>
                </a:ext>
              </a:extLst>
            </p:cNvPr>
            <p:cNvSpPr/>
            <p:nvPr/>
          </p:nvSpPr>
          <p:spPr>
            <a:xfrm>
              <a:off x="4805581" y="167521"/>
              <a:ext cx="3112390" cy="301513"/>
            </a:xfrm>
            <a:custGeom>
              <a:avLst/>
              <a:gdLst>
                <a:gd name="csX0" fmla="*/ 0 w 3112390"/>
                <a:gd name="csY0" fmla="*/ 0 h 301513"/>
                <a:gd name="csX1" fmla="*/ 2961634 w 3112390"/>
                <a:gd name="csY1" fmla="*/ 0 h 301513"/>
                <a:gd name="csX2" fmla="*/ 3112390 w 3112390"/>
                <a:gd name="csY2" fmla="*/ 150757 h 301513"/>
                <a:gd name="csX3" fmla="*/ 2961634 w 3112390"/>
                <a:gd name="csY3" fmla="*/ 301513 h 301513"/>
                <a:gd name="csX4" fmla="*/ 0 w 3112390"/>
                <a:gd name="csY4" fmla="*/ 301513 h 301513"/>
                <a:gd name="csX5" fmla="*/ 150757 w 3112390"/>
                <a:gd name="csY5" fmla="*/ 150757 h 301513"/>
                <a:gd name="csX6" fmla="*/ 0 w 3112390"/>
                <a:gd name="csY6" fmla="*/ 0 h 301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12390" h="301513">
                  <a:moveTo>
                    <a:pt x="0" y="0"/>
                  </a:moveTo>
                  <a:lnTo>
                    <a:pt x="2961634" y="0"/>
                  </a:lnTo>
                  <a:lnTo>
                    <a:pt x="3112390" y="150757"/>
                  </a:lnTo>
                  <a:lnTo>
                    <a:pt x="2961634" y="301513"/>
                  </a:lnTo>
                  <a:lnTo>
                    <a:pt x="0" y="301513"/>
                  </a:lnTo>
                  <a:lnTo>
                    <a:pt x="150757" y="150757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06764" tIns="18669" rIns="169425" bIns="18669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400" kern="1200" dirty="0" err="1"/>
                <a:t>Customer</a:t>
              </a:r>
              <a:r>
                <a:rPr lang="es-ES" sz="1400" kern="1200" dirty="0"/>
                <a:t> </a:t>
              </a:r>
              <a:r>
                <a:rPr lang="es-ES" sz="1400" kern="1200" dirty="0" err="1"/>
                <a:t>Profile</a:t>
              </a:r>
              <a:endParaRPr lang="es-ES" sz="1400" kern="1200" dirty="0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A631ACAC-6F43-201B-56EA-B92CB6E19759}"/>
                </a:ext>
              </a:extLst>
            </p:cNvPr>
            <p:cNvSpPr/>
            <p:nvPr/>
          </p:nvSpPr>
          <p:spPr>
            <a:xfrm>
              <a:off x="7487955" y="89131"/>
              <a:ext cx="3833607" cy="436698"/>
            </a:xfrm>
            <a:custGeom>
              <a:avLst/>
              <a:gdLst>
                <a:gd name="csX0" fmla="*/ 0 w 3833607"/>
                <a:gd name="csY0" fmla="*/ 0 h 436698"/>
                <a:gd name="csX1" fmla="*/ 3615258 w 3833607"/>
                <a:gd name="csY1" fmla="*/ 0 h 436698"/>
                <a:gd name="csX2" fmla="*/ 3833607 w 3833607"/>
                <a:gd name="csY2" fmla="*/ 218349 h 436698"/>
                <a:gd name="csX3" fmla="*/ 3615258 w 3833607"/>
                <a:gd name="csY3" fmla="*/ 436698 h 436698"/>
                <a:gd name="csX4" fmla="*/ 0 w 3833607"/>
                <a:gd name="csY4" fmla="*/ 436698 h 436698"/>
                <a:gd name="csX5" fmla="*/ 218349 w 3833607"/>
                <a:gd name="csY5" fmla="*/ 218349 h 436698"/>
                <a:gd name="csX6" fmla="*/ 0 w 3833607"/>
                <a:gd name="csY6" fmla="*/ 0 h 436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833607" h="436698">
                  <a:moveTo>
                    <a:pt x="0" y="0"/>
                  </a:moveTo>
                  <a:lnTo>
                    <a:pt x="3615258" y="0"/>
                  </a:lnTo>
                  <a:lnTo>
                    <a:pt x="3833607" y="218349"/>
                  </a:lnTo>
                  <a:lnTo>
                    <a:pt x="3615258" y="436698"/>
                  </a:lnTo>
                  <a:lnTo>
                    <a:pt x="0" y="436698"/>
                  </a:lnTo>
                  <a:lnTo>
                    <a:pt x="218349" y="218349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98359" tIns="26670" rIns="245019" bIns="2667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000" b="1" kern="1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Finance</a:t>
              </a:r>
              <a:r>
                <a:rPr lang="es-ES" sz="2000" b="1" kern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and Credit Risk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1249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70220-677A-411B-B416-94321A55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820" y="2563357"/>
            <a:ext cx="5009169" cy="1588360"/>
          </a:xfrm>
          <a:noFill/>
          <a:ln w="31750" cap="sq">
            <a:solidFill>
              <a:schemeClr val="bg1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 fontScale="90000"/>
          </a:bodyPr>
          <a:lstStyle/>
          <a:p>
            <a:pPr algn="ctr"/>
            <a:r>
              <a:rPr lang="es-ES" sz="3100" dirty="0" err="1"/>
              <a:t>Thank</a:t>
            </a:r>
            <a:r>
              <a:rPr lang="es-ES" sz="3100" dirty="0"/>
              <a:t> </a:t>
            </a:r>
            <a:r>
              <a:rPr lang="es-ES" sz="3100" dirty="0" err="1"/>
              <a:t>you</a:t>
            </a:r>
            <a:r>
              <a:rPr lang="es-ES" sz="3100" dirty="0"/>
              <a:t> </a:t>
            </a:r>
            <a:r>
              <a:rPr lang="es-ES" sz="3100" dirty="0" err="1"/>
              <a:t>for</a:t>
            </a:r>
            <a:r>
              <a:rPr lang="es-ES" sz="3100" dirty="0"/>
              <a:t> </a:t>
            </a:r>
            <a:r>
              <a:rPr lang="es-ES" sz="3100" dirty="0" err="1"/>
              <a:t>your</a:t>
            </a:r>
            <a:r>
              <a:rPr lang="es-ES" sz="3100" dirty="0"/>
              <a:t> </a:t>
            </a:r>
            <a:r>
              <a:rPr lang="es-ES" sz="3100" dirty="0" err="1"/>
              <a:t>attention</a:t>
            </a:r>
            <a:r>
              <a:rPr lang="es-ES" sz="3100" dirty="0"/>
              <a:t>. </a:t>
            </a:r>
            <a:br>
              <a:rPr lang="es-ES" sz="3100" dirty="0"/>
            </a:br>
            <a:r>
              <a:rPr lang="es-ES" sz="3100" dirty="0" err="1"/>
              <a:t>We</a:t>
            </a:r>
            <a:r>
              <a:rPr lang="es-ES" sz="3100" dirty="0"/>
              <a:t> </a:t>
            </a:r>
            <a:r>
              <a:rPr lang="es-ES" sz="3100" dirty="0" err="1"/>
              <a:t>welcome</a:t>
            </a:r>
            <a:r>
              <a:rPr lang="es-ES" sz="3100" dirty="0"/>
              <a:t> </a:t>
            </a:r>
            <a:r>
              <a:rPr lang="es-ES" sz="3100" dirty="0" err="1"/>
              <a:t>your</a:t>
            </a:r>
            <a:r>
              <a:rPr lang="es-ES" sz="3100" dirty="0"/>
              <a:t> </a:t>
            </a:r>
            <a:r>
              <a:rPr lang="es-ES" sz="3100" dirty="0" err="1"/>
              <a:t>questions</a:t>
            </a:r>
            <a:r>
              <a:rPr lang="es-ES" dirty="0"/>
              <a:t>.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4" name="Imagen 3" descr="Mano con bolígrafo que apunta a números financieros">
            <a:extLst>
              <a:ext uri="{FF2B5EF4-FFF2-40B4-BE49-F238E27FC236}">
                <a16:creationId xmlns:a16="http://schemas.microsoft.com/office/drawing/2014/main" id="{AB2E0BE0-B684-4228-A4DF-58C8CAFFDF4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8491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566865C-06EC-4791-9E67-38F3AD8FD6F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95F751-6EE8-404A-B437-18DA1AADDA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90C99F-ABF3-4FED-B5A3-5D1E68261DB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90</TotalTime>
  <Words>229</Words>
  <Application>Microsoft Office PowerPoint</Application>
  <PresentationFormat>Panorámica</PresentationFormat>
  <Paragraphs>65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Trebuchet MS</vt:lpstr>
      <vt:lpstr>Wingdings 3</vt:lpstr>
      <vt:lpstr>Facet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Thank you for your attention.  We welcome your questions.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Trinidad Piedra Clemente</dc:creator>
  <cp:lastModifiedBy>Trinidad Piedra Clemente</cp:lastModifiedBy>
  <cp:revision>88</cp:revision>
  <dcterms:created xsi:type="dcterms:W3CDTF">2026-07-01T17:48:00Z</dcterms:created>
  <dcterms:modified xsi:type="dcterms:W3CDTF">2026-07-01T19:40:29Z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