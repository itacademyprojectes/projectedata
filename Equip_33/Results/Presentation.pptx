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1" r:id="rId3"/>
    <p:sldId id="288" r:id="rId4"/>
    <p:sldId id="287" r:id="rId5"/>
    <p:sldId id="263" r:id="rId6"/>
    <p:sldId id="265" r:id="rId7"/>
    <p:sldId id="293" r:id="rId8"/>
    <p:sldId id="27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642808D-74B7-4E4C-BA10-810E52EA849E}">
          <p14:sldIdLst>
            <p14:sldId id="256"/>
            <p14:sldId id="271"/>
            <p14:sldId id="288"/>
            <p14:sldId id="287"/>
            <p14:sldId id="263"/>
            <p14:sldId id="265"/>
          </p14:sldIdLst>
        </p14:section>
        <p14:section name="Sección sin título" id="{9F251DBD-B9CE-468D-BCE1-14A98C934B53}">
          <p14:sldIdLst>
            <p14:sldId id="293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14" autoAdjust="0"/>
  </p:normalViewPr>
  <p:slideViewPr>
    <p:cSldViewPr snapToGrid="0" snapToObjects="1">
      <p:cViewPr>
        <p:scale>
          <a:sx n="92" d="100"/>
          <a:sy n="92" d="100"/>
        </p:scale>
        <p:origin x="2154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758AA-3774-4FDF-89E1-1FCDCF42BDA0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3C43C-4BC7-4BE8-990F-AB729AAC449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904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3C43C-4BC7-4BE8-990F-AB729AAC449F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4157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3C43C-4BC7-4BE8-990F-AB729AAC449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064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3C43C-4BC7-4BE8-990F-AB729AAC449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757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3C43C-4BC7-4BE8-990F-AB729AAC449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5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3C43C-4BC7-4BE8-990F-AB729AAC449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08873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3C43C-4BC7-4BE8-990F-AB729AAC449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0088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  <a:defRPr sz="1600"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3C43C-4BC7-4BE8-990F-AB729AAC449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5745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8182" y="4786086"/>
            <a:ext cx="3486150" cy="1600200"/>
          </a:xfrm>
        </p:spPr>
        <p:txBody>
          <a:bodyPr>
            <a:normAutofit/>
          </a:bodyPr>
          <a:lstStyle/>
          <a:p>
            <a:pPr>
              <a:defRPr sz="1600" b="1">
                <a:solidFill>
                  <a:srgbClr val="375A8C"/>
                </a:solidFill>
              </a:defRPr>
            </a:pPr>
            <a:endParaRPr lang="es-ES" dirty="0"/>
          </a:p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DPT. XXXX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EMPRESA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XX-XX-2026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defRPr sz="1600" b="1">
                <a:solidFill>
                  <a:srgbClr val="375A8C"/>
                </a:solidFill>
              </a:defRPr>
            </a:pPr>
            <a:endParaRPr dirty="0"/>
          </a:p>
        </p:txBody>
      </p:sp>
      <p:pic>
        <p:nvPicPr>
          <p:cNvPr id="4" name="Picture 2" descr="Barcelona Activa - IT Academy | Digital Future Society">
            <a:extLst>
              <a:ext uri="{FF2B5EF4-FFF2-40B4-BE49-F238E27FC236}">
                <a16:creationId xmlns:a16="http://schemas.microsoft.com/office/drawing/2014/main" id="{D585895B-3D46-BDBA-08B8-39E08F99D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3" t="36984" r="1369" b="34461"/>
          <a:stretch>
            <a:fillRect/>
          </a:stretch>
        </p:blipFill>
        <p:spPr bwMode="auto">
          <a:xfrm>
            <a:off x="644306" y="536280"/>
            <a:ext cx="2068839" cy="61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89D2ED00-5BBA-BE91-C326-C0C6D75D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28900"/>
            <a:ext cx="8229600" cy="16002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192D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XXXXX</a:t>
            </a:r>
            <a:br>
              <a:rPr lang="en-US" sz="2800" b="1" dirty="0">
                <a:solidFill>
                  <a:srgbClr val="192D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XXXX</a:t>
            </a:r>
            <a:endParaRPr lang="es-ES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C6518F-6F44-B638-B3ED-A356BA86B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171" y="597331"/>
            <a:ext cx="2338161" cy="49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>
            <a:extLst>
              <a:ext uri="{FF2B5EF4-FFF2-40B4-BE49-F238E27FC236}">
                <a16:creationId xmlns:a16="http://schemas.microsoft.com/office/drawing/2014/main" id="{D3853D3E-53F7-2582-2806-231B46728340}"/>
              </a:ext>
            </a:extLst>
          </p:cNvPr>
          <p:cNvSpPr txBox="1"/>
          <p:nvPr/>
        </p:nvSpPr>
        <p:spPr>
          <a:xfrm>
            <a:off x="571500" y="2019409"/>
            <a:ext cx="7619999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 err="1">
                <a:solidFill>
                  <a:srgbClr val="00A1DE"/>
                </a:solidFill>
              </a:rPr>
              <a:t>xxxxxx</a:t>
            </a:r>
            <a:r>
              <a:rPr lang="es-ES" sz="2000" b="1" dirty="0"/>
              <a:t>:</a:t>
            </a:r>
          </a:p>
          <a:p>
            <a:endParaRPr lang="es-ES" sz="2000" b="1" dirty="0">
              <a:solidFill>
                <a:srgbClr val="00A1DE"/>
              </a:solidFill>
            </a:endParaRPr>
          </a:p>
          <a:p>
            <a:r>
              <a:rPr lang="es-ES" dirty="0"/>
              <a:t>• </a:t>
            </a:r>
            <a:r>
              <a:rPr lang="es-ES" dirty="0" err="1"/>
              <a:t>xx</a:t>
            </a:r>
            <a:endParaRPr lang="es-ES" dirty="0"/>
          </a:p>
          <a:p>
            <a:r>
              <a:rPr lang="es-ES" dirty="0"/>
              <a:t>• </a:t>
            </a:r>
            <a:r>
              <a:rPr lang="en-US" dirty="0"/>
              <a:t>xx</a:t>
            </a:r>
          </a:p>
          <a:p>
            <a:r>
              <a:rPr lang="es-ES" dirty="0"/>
              <a:t>• </a:t>
            </a:r>
            <a:r>
              <a:rPr lang="en-US" dirty="0"/>
              <a:t>xx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F2A4D491-F6E5-F2FC-EA22-CB31C0DEB2AE}"/>
              </a:ext>
            </a:extLst>
          </p:cNvPr>
          <p:cNvSpPr/>
          <p:nvPr/>
        </p:nvSpPr>
        <p:spPr>
          <a:xfrm>
            <a:off x="571500" y="4269836"/>
            <a:ext cx="7619998" cy="1401921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rPr lang="es-ES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xxxx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A7D27A-70A7-B7E4-A946-40B8075170E8}"/>
              </a:ext>
            </a:extLst>
          </p:cNvPr>
          <p:cNvSpPr txBox="1"/>
          <p:nvPr/>
        </p:nvSpPr>
        <p:spPr>
          <a:xfrm>
            <a:off x="571499" y="584284"/>
            <a:ext cx="7871273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700" b="1" dirty="0">
                <a:solidFill>
                  <a:srgbClr val="003366"/>
                </a:solidFill>
              </a:rPr>
              <a:t>XXXXXXXXXXXXXX</a:t>
            </a:r>
          </a:p>
          <a:p>
            <a:r>
              <a:rPr lang="en-US" sz="2700" dirty="0">
                <a:solidFill>
                  <a:srgbClr val="003366"/>
                </a:solidFill>
              </a:rPr>
              <a:t>XX</a:t>
            </a:r>
            <a:endParaRPr lang="es-ES" sz="2200" dirty="0">
              <a:solidFill>
                <a:srgbClr val="003366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6B1E80-3813-3875-CDA4-5AFB674FBA9F}"/>
              </a:ext>
            </a:extLst>
          </p:cNvPr>
          <p:cNvSpPr/>
          <p:nvPr/>
        </p:nvSpPr>
        <p:spPr>
          <a:xfrm>
            <a:off x="381000" y="631908"/>
            <a:ext cx="57150" cy="476250"/>
          </a:xfrm>
          <a:prstGeom prst="rect">
            <a:avLst/>
          </a:prstGeom>
          <a:solidFill>
            <a:srgbClr val="E619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4116332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0D3D782F-16B1-97F9-FE3D-F88CB4DC5ACF}"/>
              </a:ext>
            </a:extLst>
          </p:cNvPr>
          <p:cNvSpPr txBox="1"/>
          <p:nvPr/>
        </p:nvSpPr>
        <p:spPr>
          <a:xfrm>
            <a:off x="571499" y="584284"/>
            <a:ext cx="7871273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700" b="1" dirty="0">
                <a:solidFill>
                  <a:srgbClr val="003366"/>
                </a:solidFill>
              </a:rPr>
              <a:t>XXXXXXXXXXXXXX</a:t>
            </a:r>
          </a:p>
          <a:p>
            <a:r>
              <a:rPr lang="en-US" sz="2700" dirty="0">
                <a:solidFill>
                  <a:srgbClr val="003366"/>
                </a:solidFill>
              </a:rPr>
              <a:t>XX</a:t>
            </a:r>
            <a:endParaRPr lang="es-ES" sz="2200" dirty="0">
              <a:solidFill>
                <a:srgbClr val="003366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3E869D1-DD3E-0465-CF42-5ECF240CDF24}"/>
              </a:ext>
            </a:extLst>
          </p:cNvPr>
          <p:cNvSpPr/>
          <p:nvPr/>
        </p:nvSpPr>
        <p:spPr>
          <a:xfrm>
            <a:off x="381000" y="631908"/>
            <a:ext cx="57150" cy="476250"/>
          </a:xfrm>
          <a:prstGeom prst="rect">
            <a:avLst/>
          </a:prstGeom>
          <a:solidFill>
            <a:srgbClr val="E619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290498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0F7B5B30-CA14-DA61-ABFC-744025F2DBEB}"/>
              </a:ext>
            </a:extLst>
          </p:cNvPr>
          <p:cNvSpPr/>
          <p:nvPr/>
        </p:nvSpPr>
        <p:spPr>
          <a:xfrm>
            <a:off x="3543032" y="2048582"/>
            <a:ext cx="2057936" cy="2590590"/>
          </a:xfrm>
          <a:prstGeom prst="roundRect">
            <a:avLst/>
          </a:prstGeom>
          <a:solidFill>
            <a:srgbClr val="FFFFFF"/>
          </a:solidFill>
          <a:ln>
            <a:solidFill>
              <a:srgbClr val="00A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XXXXXXXXX</a:t>
            </a:r>
          </a:p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XXXXXX</a:t>
            </a:r>
          </a:p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XXXXXXXXX</a:t>
            </a:r>
          </a:p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XXXXXX</a:t>
            </a:r>
          </a:p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XXXXXXXXX</a:t>
            </a:r>
          </a:p>
          <a:p>
            <a:pPr algn="ctr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XXXXXX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A06B430-4E0E-CF86-5BCD-BE5384F1A7EF}"/>
              </a:ext>
            </a:extLst>
          </p:cNvPr>
          <p:cNvSpPr txBox="1"/>
          <p:nvPr/>
        </p:nvSpPr>
        <p:spPr>
          <a:xfrm>
            <a:off x="571499" y="6056668"/>
            <a:ext cx="78039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XXXXXXXX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5D8E82-5E16-E544-1306-D99695F8C4AE}"/>
              </a:ext>
            </a:extLst>
          </p:cNvPr>
          <p:cNvSpPr txBox="1"/>
          <p:nvPr/>
        </p:nvSpPr>
        <p:spPr>
          <a:xfrm>
            <a:off x="571499" y="584284"/>
            <a:ext cx="7871273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700" b="1" dirty="0">
                <a:solidFill>
                  <a:srgbClr val="003366"/>
                </a:solidFill>
              </a:rPr>
              <a:t>XXXXXXXXXXXXXX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4ABC20-C700-2758-34B1-31220D6EF98A}"/>
              </a:ext>
            </a:extLst>
          </p:cNvPr>
          <p:cNvSpPr/>
          <p:nvPr/>
        </p:nvSpPr>
        <p:spPr>
          <a:xfrm>
            <a:off x="381000" y="631908"/>
            <a:ext cx="57150" cy="476250"/>
          </a:xfrm>
          <a:prstGeom prst="rect">
            <a:avLst/>
          </a:prstGeom>
          <a:solidFill>
            <a:srgbClr val="E619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3144265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60" y="1680962"/>
            <a:ext cx="8229600" cy="44045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/>
              <a:t>	📱 XXXXXXX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dirty="0"/>
              <a:t>	🌍 XXXXXXXX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dirty="0"/>
              <a:t>	🔎 XX</a:t>
            </a:r>
            <a:endParaRPr lang="en-US" sz="2000" dirty="0"/>
          </a:p>
          <a:p>
            <a:pPr marL="0" indent="0">
              <a:buNone/>
            </a:pPr>
            <a:endParaRPr lang="es-ES" sz="2000" dirty="0"/>
          </a:p>
          <a:p>
            <a:pPr marL="457200" lvl="1" indent="0">
              <a:buNone/>
              <a:defRPr sz="1300"/>
            </a:pPr>
            <a:r>
              <a:rPr lang="es-ES" sz="2000" dirty="0"/>
              <a:t>🗣 </a:t>
            </a:r>
            <a:r>
              <a:rPr lang="en-US" sz="2000" dirty="0"/>
              <a:t>XXXX</a:t>
            </a:r>
          </a:p>
          <a:p>
            <a:pPr marL="457200" lvl="1" indent="0">
              <a:buNone/>
              <a:defRPr sz="1300"/>
            </a:pPr>
            <a:endParaRPr lang="en-US" sz="2000" dirty="0"/>
          </a:p>
          <a:p>
            <a:pPr marL="0" indent="0">
              <a:buNone/>
            </a:pPr>
            <a:r>
              <a:rPr lang="es-ES" sz="2000" dirty="0"/>
              <a:t>	👴 XXXXXX</a:t>
            </a:r>
            <a:endParaRPr lang="en-US" sz="1050" dirty="0"/>
          </a:p>
          <a:p>
            <a:endParaRPr lang="es-ES" sz="2000" dirty="0"/>
          </a:p>
          <a:p>
            <a:pPr lvl="1">
              <a:defRPr sz="1300"/>
            </a:pP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9236AF6-97AC-A429-56CA-C29E8FEA9481}"/>
              </a:ext>
            </a:extLst>
          </p:cNvPr>
          <p:cNvSpPr txBox="1"/>
          <p:nvPr/>
        </p:nvSpPr>
        <p:spPr>
          <a:xfrm>
            <a:off x="571499" y="584284"/>
            <a:ext cx="7871273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700" b="1" dirty="0">
                <a:solidFill>
                  <a:srgbClr val="003366"/>
                </a:solidFill>
              </a:rPr>
              <a:t>XXXXXXXXXXXXX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9269DE-14D5-5C28-AC3A-2DBD6CB58153}"/>
              </a:ext>
            </a:extLst>
          </p:cNvPr>
          <p:cNvSpPr/>
          <p:nvPr/>
        </p:nvSpPr>
        <p:spPr>
          <a:xfrm>
            <a:off x="381000" y="631908"/>
            <a:ext cx="57150" cy="476250"/>
          </a:xfrm>
          <a:prstGeom prst="rect">
            <a:avLst/>
          </a:prstGeom>
          <a:solidFill>
            <a:srgbClr val="E619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3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4053950B-54CA-0DFB-C692-3C76C6962CFA}"/>
              </a:ext>
            </a:extLst>
          </p:cNvPr>
          <p:cNvSpPr/>
          <p:nvPr/>
        </p:nvSpPr>
        <p:spPr>
          <a:xfrm>
            <a:off x="571499" y="495954"/>
            <a:ext cx="7988109" cy="722341"/>
          </a:xfrm>
          <a:prstGeom prst="roundRect">
            <a:avLst/>
          </a:prstGeom>
          <a:solidFill>
            <a:srgbClr val="FFFFFF"/>
          </a:solidFill>
          <a:ln>
            <a:solidFill>
              <a:srgbClr val="E61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/>
              <a:t>variables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CE6C7C-BB7D-56C9-E559-B7B32FF01169}"/>
              </a:ext>
            </a:extLst>
          </p:cNvPr>
          <p:cNvSpPr txBox="1"/>
          <p:nvPr/>
        </p:nvSpPr>
        <p:spPr>
          <a:xfrm>
            <a:off x="633846" y="543522"/>
            <a:ext cx="7988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XXXXXXXXXXXXXX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1BB9B2-4E00-1519-C65B-0A6F5B18B9D8}"/>
              </a:ext>
            </a:extLst>
          </p:cNvPr>
          <p:cNvSpPr txBox="1"/>
          <p:nvPr/>
        </p:nvSpPr>
        <p:spPr>
          <a:xfrm>
            <a:off x="438150" y="6258234"/>
            <a:ext cx="8121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+mj-lt"/>
              </a:rPr>
              <a:t>XXXXXXXXXXXXXXX</a:t>
            </a:r>
            <a:endParaRPr lang="en-US" sz="1000" b="0" dirty="0">
              <a:effectLst/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0093" y="629526"/>
            <a:ext cx="34299" cy="377288"/>
          </a:xfrm>
          <a:prstGeom prst="rect">
            <a:avLst/>
          </a:prstGeom>
          <a:solidFill>
            <a:srgbClr val="E61973"/>
          </a:solidFill>
          <a:ln>
            <a:solidFill>
              <a:srgbClr val="E61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377288" y="626017"/>
            <a:ext cx="3260060" cy="4156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1" b="1" dirty="0">
                <a:solidFill>
                  <a:srgbClr val="003366"/>
                </a:solidFill>
                <a:latin typeface="Aptos Display"/>
              </a:rPr>
              <a:t>CONCLUSION</a:t>
            </a:r>
            <a:r>
              <a:rPr lang="es-ES" sz="2101" b="1" dirty="0">
                <a:solidFill>
                  <a:srgbClr val="003366"/>
                </a:solidFill>
                <a:latin typeface="Aptos Display"/>
              </a:rPr>
              <a:t>S / SUMMARY</a:t>
            </a:r>
            <a:endParaRPr sz="2101" b="1" dirty="0">
              <a:solidFill>
                <a:srgbClr val="003366"/>
              </a:solidFill>
              <a:latin typeface="Aptos Display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03EC5A9-B028-88E2-9476-106F9FA2C541}"/>
              </a:ext>
            </a:extLst>
          </p:cNvPr>
          <p:cNvSpPr txBox="1"/>
          <p:nvPr/>
        </p:nvSpPr>
        <p:spPr>
          <a:xfrm>
            <a:off x="480186" y="1246792"/>
            <a:ext cx="6796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lang="en-US" b="1" dirty="0" err="1">
                <a:solidFill>
                  <a:srgbClr val="003366"/>
                </a:solidFill>
                <a:latin typeface="Aptos Display"/>
              </a:rPr>
              <a:t>XXXXXXXXXXXXX</a:t>
            </a:r>
            <a:r>
              <a:rPr lang="en-US" dirty="0" err="1"/>
              <a:t>decisions</a:t>
            </a:r>
            <a:r>
              <a:rPr lang="en-US" dirty="0"/>
              <a:t>?</a:t>
            </a:r>
          </a:p>
        </p:txBody>
      </p:sp>
      <p:sp>
        <p:nvSpPr>
          <p:cNvPr id="9" name="AnswerBox">
            <a:extLst>
              <a:ext uri="{FF2B5EF4-FFF2-40B4-BE49-F238E27FC236}">
                <a16:creationId xmlns:a16="http://schemas.microsoft.com/office/drawing/2014/main" id="{632FF05A-EEDE-D97F-F54D-277088AE4F85}"/>
              </a:ext>
            </a:extLst>
          </p:cNvPr>
          <p:cNvSpPr>
            <a:spLocks noGrp="1"/>
          </p:cNvSpPr>
          <p:nvPr/>
        </p:nvSpPr>
        <p:spPr>
          <a:xfrm>
            <a:off x="4063179" y="1554568"/>
            <a:ext cx="4126606" cy="307777"/>
          </a:xfrm>
          <a:prstGeom prst="roundRect">
            <a:avLst>
              <a:gd name="adj" fmla="val 6000"/>
            </a:avLst>
          </a:prstGeom>
          <a:solidFill>
            <a:srgbClr val="E8F0F7"/>
          </a:solidFill>
          <a:ln w="12700">
            <a:solidFill>
              <a:srgbClr val="1B4F72"/>
            </a:solidFill>
          </a:ln>
        </p:spPr>
        <p:txBody>
          <a:bodyPr wrap="square" lIns="120000" tIns="80000" rIns="120000" bIns="80000" anchor="ctr"/>
          <a:lstStyle/>
          <a:p>
            <a:r>
              <a:rPr lang="en-US" sz="1300" b="1" dirty="0">
                <a:solidFill>
                  <a:srgbClr val="1B4F72"/>
                </a:solidFill>
              </a:rPr>
              <a:t>→ XXXX XXXXXXXX</a:t>
            </a:r>
            <a:endParaRPr lang="en-US" sz="1200" dirty="0">
              <a:solidFill>
                <a:srgbClr val="333333"/>
              </a:solidFill>
            </a:endParaRP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8587C5BE-126C-89F5-5B1C-99C6ECB80A34}"/>
              </a:ext>
            </a:extLst>
          </p:cNvPr>
          <p:cNvSpPr/>
          <p:nvPr/>
        </p:nvSpPr>
        <p:spPr>
          <a:xfrm>
            <a:off x="1639684" y="2525555"/>
            <a:ext cx="2651760" cy="1334575"/>
          </a:xfrm>
          <a:prstGeom prst="roundRect">
            <a:avLst/>
          </a:prstGeom>
          <a:solidFill>
            <a:srgbClr val="F8F0F4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rPr dirty="0"/>
              <a:t> </a:t>
            </a:r>
            <a:r>
              <a:rPr lang="es-ES" sz="2000" dirty="0"/>
              <a:t>📉 </a:t>
            </a:r>
            <a:r>
              <a:rPr lang="en-US" sz="1400" b="1" dirty="0">
                <a:solidFill>
                  <a:schemeClr val="tx1"/>
                </a:solidFill>
              </a:rPr>
              <a:t>• XXXXXX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B03544-4284-1B74-11A2-D53A5340171D}"/>
              </a:ext>
            </a:extLst>
          </p:cNvPr>
          <p:cNvSpPr/>
          <p:nvPr/>
        </p:nvSpPr>
        <p:spPr>
          <a:xfrm>
            <a:off x="1639684" y="4080669"/>
            <a:ext cx="2651760" cy="1334575"/>
          </a:xfrm>
          <a:prstGeom prst="roundRect">
            <a:avLst/>
          </a:prstGeom>
          <a:solidFill>
            <a:srgbClr val="F8F0F4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rPr dirty="0"/>
              <a:t> </a:t>
            </a:r>
            <a:r>
              <a:rPr lang="es-ES" sz="2000" dirty="0"/>
              <a:t>📊 </a:t>
            </a:r>
            <a:r>
              <a:rPr lang="en-US" sz="1400" b="1" dirty="0">
                <a:solidFill>
                  <a:schemeClr val="tx1"/>
                </a:solidFill>
              </a:rPr>
              <a:t>• XXXXXXX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27094CD-090C-FA77-44B2-C0A97B2139B5}"/>
              </a:ext>
            </a:extLst>
          </p:cNvPr>
          <p:cNvSpPr/>
          <p:nvPr/>
        </p:nvSpPr>
        <p:spPr>
          <a:xfrm>
            <a:off x="4748647" y="2525554"/>
            <a:ext cx="2651760" cy="1334576"/>
          </a:xfrm>
          <a:prstGeom prst="roundRect">
            <a:avLst/>
          </a:prstGeom>
          <a:solidFill>
            <a:srgbClr val="F8F0F4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rPr lang="es-ES" sz="1400" dirty="0"/>
              <a:t>📊 </a:t>
            </a:r>
            <a:r>
              <a:rPr lang="en-US" sz="1400" b="1" dirty="0">
                <a:solidFill>
                  <a:schemeClr val="tx1"/>
                </a:solidFill>
              </a:rPr>
              <a:t>• XXXXXXXXX.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83C1A843-393F-B9C1-DBF9-43EA56AF7449}"/>
              </a:ext>
            </a:extLst>
          </p:cNvPr>
          <p:cNvSpPr/>
          <p:nvPr/>
        </p:nvSpPr>
        <p:spPr>
          <a:xfrm>
            <a:off x="4748647" y="4080669"/>
            <a:ext cx="2651760" cy="1334575"/>
          </a:xfrm>
          <a:prstGeom prst="roundRect">
            <a:avLst/>
          </a:prstGeom>
          <a:solidFill>
            <a:srgbClr val="F8F0F4"/>
          </a:solidFill>
          <a:ln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/>
            </a:pPr>
            <a:r>
              <a:rPr dirty="0"/>
              <a:t> </a:t>
            </a:r>
            <a:r>
              <a:rPr lang="es-ES" sz="2000" dirty="0"/>
              <a:t>🌍 </a:t>
            </a:r>
            <a:r>
              <a:rPr lang="en-US" sz="1400" b="1" dirty="0">
                <a:solidFill>
                  <a:schemeClr val="tx1"/>
                </a:solidFill>
              </a:rPr>
              <a:t>• XXXXX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defRPr sz="1300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340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1647" y="715345"/>
            <a:ext cx="34299" cy="377288"/>
          </a:xfrm>
          <a:prstGeom prst="rect">
            <a:avLst/>
          </a:prstGeom>
          <a:solidFill>
            <a:srgbClr val="E61973"/>
          </a:solidFill>
          <a:ln>
            <a:solidFill>
              <a:srgbClr val="E61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558843" y="633028"/>
            <a:ext cx="3762568" cy="6926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ES" sz="2101" b="1" dirty="0">
                <a:solidFill>
                  <a:srgbClr val="003366"/>
                </a:solidFill>
                <a:latin typeface="Aptos Display"/>
              </a:rPr>
              <a:t>XXXXXXXXXXXXXXXXXXXXXXXX</a:t>
            </a:r>
          </a:p>
          <a:p>
            <a:r>
              <a:rPr lang="en-US" dirty="0"/>
              <a:t>XXXXX</a:t>
            </a:r>
            <a:endParaRPr b="1" dirty="0">
              <a:solidFill>
                <a:srgbClr val="003366"/>
              </a:solidFill>
              <a:latin typeface="Aptos Display"/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A1F2B760-44E3-423A-84C3-731A38FC9DD0}"/>
              </a:ext>
            </a:extLst>
          </p:cNvPr>
          <p:cNvSpPr/>
          <p:nvPr/>
        </p:nvSpPr>
        <p:spPr>
          <a:xfrm>
            <a:off x="1991322" y="4963716"/>
            <a:ext cx="4900800" cy="1288123"/>
          </a:xfrm>
          <a:prstGeom prst="roundRect">
            <a:avLst/>
          </a:prstGeom>
          <a:solidFill>
            <a:srgbClr val="FFFFFF"/>
          </a:solidFill>
          <a:ln>
            <a:solidFill>
              <a:srgbClr val="E61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/>
              <a:t>variables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91322" y="1662778"/>
            <a:ext cx="4900800" cy="1288123"/>
          </a:xfrm>
          <a:prstGeom prst="roundRect">
            <a:avLst/>
          </a:prstGeom>
          <a:solidFill>
            <a:srgbClr val="FFFFFF"/>
          </a:solidFill>
          <a:ln>
            <a:solidFill>
              <a:srgbClr val="E61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dirty="0"/>
              <a:t>variables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5921" y="3285754"/>
            <a:ext cx="4896201" cy="1381782"/>
          </a:xfrm>
          <a:prstGeom prst="roundRect">
            <a:avLst/>
          </a:prstGeom>
          <a:solidFill>
            <a:srgbClr val="FFFFFF"/>
          </a:solidFill>
          <a:ln>
            <a:solidFill>
              <a:srgbClr val="00A1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25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CF3B01D-34E6-8DAA-D4C9-6D9F445DFD3C}"/>
              </a:ext>
            </a:extLst>
          </p:cNvPr>
          <p:cNvSpPr txBox="1"/>
          <p:nvPr/>
        </p:nvSpPr>
        <p:spPr>
          <a:xfrm>
            <a:off x="2174048" y="1698465"/>
            <a:ext cx="45073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📊 </a:t>
            </a:r>
            <a:r>
              <a:rPr lang="es-ES" b="1" dirty="0"/>
              <a:t>XXXX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XXXX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dirty="0"/>
              <a:t> </a:t>
            </a:r>
          </a:p>
          <a:p>
            <a:endParaRPr lang="es-ES" b="1" dirty="0"/>
          </a:p>
          <a:p>
            <a:endParaRPr lang="es-ES" b="1" dirty="0"/>
          </a:p>
          <a:p>
            <a:r>
              <a:rPr lang="es-ES" dirty="0"/>
              <a:t>📈 </a:t>
            </a:r>
            <a:r>
              <a:rPr lang="es-ES" b="1" dirty="0"/>
              <a:t>XXXX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XXXX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endParaRPr lang="es-ES" b="1" dirty="0"/>
          </a:p>
          <a:p>
            <a:r>
              <a:rPr lang="es-ES" dirty="0"/>
              <a:t>🏢 </a:t>
            </a:r>
            <a:r>
              <a:rPr lang="es-ES" b="1" dirty="0"/>
              <a:t>XXXX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XXXX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3205</TotalTime>
  <Words>98</Words>
  <Application>Microsoft Office PowerPoint</Application>
  <PresentationFormat>Presentación en pantalla (4:3)</PresentationFormat>
  <Paragraphs>66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XXXXX XXXX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Vanessa Bujaldon</dc:creator>
  <cp:keywords/>
  <dc:description>generated using python-pptx</dc:description>
  <cp:lastModifiedBy>Vanessa Bujaldon</cp:lastModifiedBy>
  <cp:revision>65</cp:revision>
  <dcterms:created xsi:type="dcterms:W3CDTF">2013-01-27T09:14:16Z</dcterms:created>
  <dcterms:modified xsi:type="dcterms:W3CDTF">2026-07-01T11:57:13Z</dcterms:modified>
  <cp:category/>
</cp:coreProperties>
</file>