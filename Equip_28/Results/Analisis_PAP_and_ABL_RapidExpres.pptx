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2" r:id="rId2"/>
    <p:sldId id="299" r:id="rId3"/>
    <p:sldId id="297" r:id="rId4"/>
    <p:sldId id="279" r:id="rId5"/>
    <p:sldId id="300" r:id="rId6"/>
    <p:sldId id="306" r:id="rId7"/>
    <p:sldId id="302" r:id="rId8"/>
    <p:sldId id="301" r:id="rId9"/>
    <p:sldId id="307" r:id="rId10"/>
    <p:sldId id="308" r:id="rId11"/>
    <p:sldId id="309" r:id="rId12"/>
    <p:sldId id="304" r:id="rId13"/>
    <p:sldId id="30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9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A06E2-0DF3-432C-9669-7DF986ACE8BA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5AAB3B-1C4E-4889-8450-7362877989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8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15898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12105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088506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521856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074C-77A2-7240-B244-AF356ACE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3A008-BA98-7279-801F-7CC20F22B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444793-56C3-7E9D-EEE0-28D19EC13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CE3A0-0AFA-EB68-1884-62C62F957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02495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922EF-E12B-CA81-2820-157C077C6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E38776-CC39-CEC6-F62D-9586967B0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6DFEF-56FC-7FFB-F81D-76F164060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ABC80-84B0-3F79-0B1D-B0972FBD7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C5D3D-2C58-1D12-BFFE-48F7F857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988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184AA-B015-8CDD-4B75-C7BDDD84E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508CD-BD0F-7E17-285D-B8AFCA824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D7EF-E4B0-79EF-78B5-E1F328A8F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043E-1A27-C434-0DEE-C87A5E63E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C1804-9A77-4752-29A4-BB85E6B3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55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87E9-51EA-4BA5-EDA0-4557BB83E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4371D-4B7A-964E-D065-0840B93E2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D3CC5-3985-97D4-B660-3B3497B24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D9539-EA5B-39B6-5C96-4FD6362D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2EFF8-9AD1-4A24-2C6F-0405326D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10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20265-CFD4-6521-6651-55C70AA0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560E4-997A-B687-3EE6-08C2F9B3B0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7F246E-4FEA-0FC5-A049-AB90B439B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109DFB-BB79-6200-1BFE-6EE575113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40142-F185-95A2-BF3D-D8BC33208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977755-186E-5EA8-0E37-7ABBF7E0A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64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457B8-9DB2-1BE6-B755-440D87631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672861-033E-EE16-AFD5-E461FAEF9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EB92A-EB11-BE1F-A0FA-8515ADEA4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625C-96D7-66BD-2EDE-318A087F0E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D1303B-FCD4-47D4-0141-25AD42F1CF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7F451F-5BEC-621A-FCDF-99E70D5F8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341A02-0008-719A-11E4-F72E8E80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9DD76-61F0-692F-325B-4107138E0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99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4008F-46ED-ED20-93B9-1421AB6B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7D8C0D-E62E-5272-3AB4-DCE194A21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69814A-0E6E-5098-CC5B-158AA8979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8177A8-C5E2-3C35-280B-2E95EE70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2251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9B1244-8AE4-AC4B-26B7-A9BBE264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A710D9-EF00-8EB7-2A09-9F2B8235D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89A3B-7054-804D-5470-749438A32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428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7AF9-3F95-16A9-1E62-B7149056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C1A46-3F36-E189-1D13-E00EECEB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672A8-59D8-182D-4E5D-BBEF2AF0D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8EB8-FD7E-90A9-2978-AF7431F3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11061F-5C75-70E3-3656-2C790E0CB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32AEF-0B1F-8178-9542-14FBE0EF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30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1C392-901E-8603-9928-E372CEC4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AFBA5A-59B3-B12B-5BB6-2F6D0C5D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4324F9-151D-8A54-82FB-59617B7651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CFD8D7-E1B0-67A5-9FEC-DB5401429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1F0D9-E7A3-C8AE-22EA-DDC1299A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658CD-660D-E3B0-B616-DDF1C5F6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44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2932-ADF7-865D-F58F-9874FBD6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1B0B10-1606-6B70-2856-923875662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61D19-C96E-6202-A311-5229E8CA4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89269-DFA3-BF09-F6CA-095F4510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B14C-FA25-02D1-75A9-8800D34D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7133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654F50-E714-4642-1714-4260599EB3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86A30C-A2E6-D712-2807-8E75D7F8F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6BA21-2154-1A1D-FE52-F5FF113CA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66074-1D80-AF6E-03C7-2535BC98B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C938D-0416-5167-BA73-526F3B04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229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22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530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546531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515103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34A8B6-64B4-271A-5122-D642D38C5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54B30-660B-49C7-90F3-F454682C6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27C7CE-9CF6-2B71-E1EE-FFDC67548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7D434A-83FD-40C7-B814-5B722EE835FE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50493-823A-0928-E3A2-37EE2B0E7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35E03-DCBF-17D8-7A92-61687F8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0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78" y="506668"/>
            <a:ext cx="5903669" cy="3291840"/>
          </a:xfrm>
        </p:spPr>
        <p:txBody>
          <a:bodyPr lIns="0" anchor="b" anchorCtr="0"/>
          <a:lstStyle/>
          <a:p>
            <a:r>
              <a:rPr lang="en-US" altLang="zh-CN" dirty="0">
                <a:solidFill>
                  <a:schemeClr val="bg1"/>
                </a:solidFill>
              </a:rPr>
              <a:t>Rapid Express – </a:t>
            </a:r>
            <a:r>
              <a:rPr lang="en-US" altLang="zh-CN" dirty="0" err="1">
                <a:solidFill>
                  <a:schemeClr val="bg1"/>
                </a:solidFill>
              </a:rPr>
              <a:t>Analisis</a:t>
            </a:r>
            <a:r>
              <a:rPr lang="en-US" altLang="zh-CN" dirty="0">
                <a:solidFill>
                  <a:schemeClr val="bg1"/>
                </a:solidFill>
              </a:rPr>
              <a:t> 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 err="1">
                <a:solidFill>
                  <a:schemeClr val="bg1"/>
                </a:solidFill>
              </a:rPr>
              <a:t>Perfil</a:t>
            </a:r>
            <a:r>
              <a:rPr lang="en-US" altLang="zh-CN" dirty="0">
                <a:solidFill>
                  <a:schemeClr val="bg1"/>
                </a:solidFill>
              </a:rPr>
              <a:t> de Empleado y </a:t>
            </a:r>
            <a:r>
              <a:rPr lang="en-US" altLang="zh-CN" dirty="0" err="1">
                <a:solidFill>
                  <a:schemeClr val="bg1"/>
                </a:solidFill>
              </a:rPr>
              <a:t>Absentismo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 err="1"/>
              <a:t>Equipo</a:t>
            </a:r>
            <a:r>
              <a:rPr lang="en-US" dirty="0"/>
              <a:t> 28</a:t>
            </a:r>
          </a:p>
          <a:p>
            <a:r>
              <a:rPr lang="en-US" dirty="0"/>
              <a:t>Emilio T., Núria P., Andrea C. &amp; Ana C.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3840480" y="3429000"/>
            <a:ext cx="5028883" cy="2378075"/>
          </a:xfrm>
        </p:spPr>
        <p:txBody>
          <a:bodyPr anchor="t" anchorCtr="0">
            <a:normAutofit/>
          </a:bodyPr>
          <a:lstStyle/>
          <a:p>
            <a:endParaRPr lang="en-US" dirty="0"/>
          </a:p>
          <a:p>
            <a:r>
              <a:rPr lang="en-US" dirty="0" err="1"/>
              <a:t>Perfil</a:t>
            </a:r>
            <a:r>
              <a:rPr lang="en-US" dirty="0"/>
              <a:t> </a:t>
            </a:r>
            <a:r>
              <a:rPr lang="en-US" dirty="0" err="1"/>
              <a:t>sociodemográfico</a:t>
            </a:r>
            <a:endParaRPr lang="en-US" dirty="0"/>
          </a:p>
          <a:p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Compromiso</a:t>
            </a:r>
            <a:r>
              <a:rPr lang="en-US" dirty="0"/>
              <a:t> y Desarrollo</a:t>
            </a:r>
          </a:p>
          <a:p>
            <a:r>
              <a:rPr lang="en-US" dirty="0" err="1"/>
              <a:t>Analisis</a:t>
            </a:r>
            <a:r>
              <a:rPr lang="en-US" dirty="0"/>
              <a:t> de </a:t>
            </a:r>
            <a:r>
              <a:rPr lang="en-US" dirty="0" err="1"/>
              <a:t>Ausentismo</a:t>
            </a:r>
            <a:r>
              <a:rPr lang="en-US" dirty="0"/>
              <a:t>: </a:t>
            </a:r>
            <a:r>
              <a:rPr lang="en-US" dirty="0" err="1"/>
              <a:t>Magnitud</a:t>
            </a:r>
            <a:r>
              <a:rPr lang="en-US" dirty="0"/>
              <a:t> y </a:t>
            </a:r>
            <a:r>
              <a:rPr lang="en-US" dirty="0" err="1"/>
              <a:t>variación</a:t>
            </a:r>
            <a:r>
              <a:rPr lang="en-US" dirty="0"/>
              <a:t> temporal</a:t>
            </a:r>
          </a:p>
          <a:p>
            <a:r>
              <a:rPr lang="en-US" dirty="0" err="1"/>
              <a:t>Estrategias</a:t>
            </a:r>
            <a:r>
              <a:rPr lang="en-US" dirty="0"/>
              <a:t> para </a:t>
            </a:r>
            <a:r>
              <a:rPr lang="en-US" dirty="0" err="1"/>
              <a:t>reducir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Ausentismo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Perfil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sociodemográfico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4D3EACF-8C15-C3B6-9890-0444ABF9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0" y="277210"/>
            <a:ext cx="6830768" cy="572624"/>
          </a:xfrm>
        </p:spPr>
        <p:txBody>
          <a:bodyPr>
            <a:noAutofit/>
          </a:bodyPr>
          <a:lstStyle/>
          <a:p>
            <a:r>
              <a:rPr lang="es-ES" sz="4000" dirty="0"/>
              <a:t>Perfil sociodemográfico</a:t>
            </a:r>
            <a:endParaRPr lang="en-GB" sz="4000" dirty="0"/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275F812B-EEB7-4B59-91B3-9DEA9BE967FC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Estrategias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Compromiso</a:t>
            </a:r>
            <a:r>
              <a:rPr lang="en-US" dirty="0">
                <a:solidFill>
                  <a:schemeClr val="bg1"/>
                </a:solidFill>
              </a:rPr>
              <a:t> y Desarrollo</a:t>
            </a:r>
            <a:br>
              <a:rPr lang="en-US" dirty="0"/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2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Compromiso</a:t>
            </a:r>
            <a:r>
              <a:rPr lang="en-US" dirty="0"/>
              <a:t> y Desarrollo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95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F3D91-3F25-C8AD-C56E-5654F4022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3560-5215-1F3A-952F-5BA3A7B1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Analisis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Ausentismo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EBBA5-E421-4E85-51FD-D342C6122DD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Magnitud</a:t>
            </a:r>
            <a:r>
              <a:rPr lang="en-US" dirty="0"/>
              <a:t> y </a:t>
            </a:r>
            <a:r>
              <a:rPr lang="en-US" dirty="0" err="1"/>
              <a:t>análisis</a:t>
            </a:r>
            <a:r>
              <a:rPr lang="en-US" dirty="0"/>
              <a:t> temporal</a:t>
            </a:r>
          </a:p>
        </p:txBody>
      </p:sp>
    </p:spTree>
    <p:extLst>
      <p:ext uri="{BB962C8B-B14F-4D97-AF65-F5344CB8AC3E}">
        <p14:creationId xmlns:p14="http://schemas.microsoft.com/office/powerpoint/2010/main" val="98482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s-ES" dirty="0" err="1"/>
              <a:t>Analisis</a:t>
            </a:r>
            <a:r>
              <a:rPr lang="es-ES" dirty="0"/>
              <a:t> de la Magnitud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8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1766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 fontScale="90000"/>
          </a:bodyPr>
          <a:lstStyle/>
          <a:p>
            <a:r>
              <a:rPr lang="es-ES" dirty="0" err="1"/>
              <a:t>Analisis</a:t>
            </a:r>
            <a:r>
              <a:rPr lang="es-ES" dirty="0"/>
              <a:t> de la Variación Temporal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8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Estrategias</a:t>
            </a:r>
            <a:r>
              <a:rPr lang="en-US" dirty="0">
                <a:solidFill>
                  <a:schemeClr val="bg1"/>
                </a:solidFill>
              </a:rPr>
              <a:t> para reducer </a:t>
            </a:r>
            <a:r>
              <a:rPr lang="en-US" dirty="0" err="1">
                <a:solidFill>
                  <a:schemeClr val="bg1"/>
                </a:solidFill>
              </a:rPr>
              <a:t>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ausentismo</a:t>
            </a:r>
            <a:br>
              <a:rPr lang="en-US" dirty="0"/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739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/>
          </a:bodyPr>
          <a:lstStyle/>
          <a:p>
            <a:r>
              <a:rPr lang="es-ES" dirty="0"/>
              <a:t>Estrategias </a:t>
            </a:r>
            <a:r>
              <a:rPr lang="es-ES"/>
              <a:t>para reducir el </a:t>
            </a:r>
            <a:r>
              <a:rPr lang="es-ES" dirty="0"/>
              <a:t>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1655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584F02-A2B9-2345-0DE0-93652818A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D8CD-615F-2FDF-60D6-6BB24283F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Conclusiones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B6762-01B2-5A22-68D7-13B14882B78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22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5DDA-F1D2-3BEF-589C-D2974492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F530613-3352-A81F-4A58-9B7719729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B6B31FD-A185-0DBA-7184-24DDBB94A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0345A68-2C4F-EAB1-DABD-0CCB8FB52C6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B2B9B1-0ADD-6112-D4E6-403C5D15DF8D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13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E02865-2722-71C6-B58E-F92A2A4DCBA1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472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117</Words>
  <Application>Microsoft Office PowerPoint</Application>
  <PresentationFormat>Pantalla panoràmica</PresentationFormat>
  <Paragraphs>44</Paragraphs>
  <Slides>13</Slides>
  <Notes>7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5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13</vt:i4>
      </vt:variant>
    </vt:vector>
  </HeadingPairs>
  <TitlesOfParts>
    <vt:vector size="19" baseType="lpstr">
      <vt:lpstr>Abadi</vt:lpstr>
      <vt:lpstr>Aptos</vt:lpstr>
      <vt:lpstr>Aptos Display</vt:lpstr>
      <vt:lpstr>Arial</vt:lpstr>
      <vt:lpstr>Posterama Text SemiBold</vt:lpstr>
      <vt:lpstr>Office Theme</vt:lpstr>
      <vt:lpstr>Rapid Express – Analisis  Perfil de Empleado y Absentismo</vt:lpstr>
      <vt:lpstr>Agenda </vt:lpstr>
      <vt:lpstr>Perfil sociodemográfico </vt:lpstr>
      <vt:lpstr>Perfil sociodemográfico</vt:lpstr>
      <vt:lpstr>Estrategias de Compromiso y Desarrollo </vt:lpstr>
      <vt:lpstr>Estrategias de Compromiso y Desarrollo</vt:lpstr>
      <vt:lpstr>Analisis Ausentismo</vt:lpstr>
      <vt:lpstr>Analisis de la Magnitud del Ausentismo</vt:lpstr>
      <vt:lpstr>Analisis de la Variación Temporal del Ausentismo</vt:lpstr>
      <vt:lpstr>Estrategias para reducer el ausentismo </vt:lpstr>
      <vt:lpstr>Estrategias para reducir el Ausentismo</vt:lpstr>
      <vt:lpstr>Conclusiones</vt:lpstr>
      <vt:lpstr>Presentació del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Rapid Express – Analisis  Perfil de Empleado y Absentismo</dc:title>
  <dc:creator>Ana Claudia Dionisio</dc:creator>
  <cp:lastModifiedBy>Nuria Paredes</cp:lastModifiedBy>
  <cp:revision>2</cp:revision>
  <dcterms:created xsi:type="dcterms:W3CDTF">2026-04-21T09:34:24Z</dcterms:created>
  <dcterms:modified xsi:type="dcterms:W3CDTF">2026-04-23T11:37:04Z</dcterms:modified>
</cp:coreProperties>
</file>