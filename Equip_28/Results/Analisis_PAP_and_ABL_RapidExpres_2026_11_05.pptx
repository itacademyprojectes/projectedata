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1"/>
  </p:notesMasterIdLst>
  <p:sldIdLst>
    <p:sldId id="256" r:id="rId2"/>
    <p:sldId id="281" r:id="rId3"/>
    <p:sldId id="296" r:id="rId4"/>
    <p:sldId id="290" r:id="rId5"/>
    <p:sldId id="305" r:id="rId6"/>
    <p:sldId id="304" r:id="rId7"/>
    <p:sldId id="259" r:id="rId8"/>
    <p:sldId id="299" r:id="rId9"/>
    <p:sldId id="300" r:id="rId10"/>
    <p:sldId id="301" r:id="rId11"/>
    <p:sldId id="298" r:id="rId12"/>
    <p:sldId id="302" r:id="rId13"/>
    <p:sldId id="303" r:id="rId14"/>
    <p:sldId id="288" r:id="rId15"/>
    <p:sldId id="297" r:id="rId16"/>
    <p:sldId id="258" r:id="rId17"/>
    <p:sldId id="260" r:id="rId18"/>
    <p:sldId id="287" r:id="rId19"/>
    <p:sldId id="284" r:id="rId20"/>
    <p:sldId id="285" r:id="rId21"/>
    <p:sldId id="295" r:id="rId22"/>
    <p:sldId id="289" r:id="rId23"/>
    <p:sldId id="257" r:id="rId24"/>
    <p:sldId id="291" r:id="rId25"/>
    <p:sldId id="292" r:id="rId26"/>
    <p:sldId id="261" r:id="rId27"/>
    <p:sldId id="262" r:id="rId28"/>
    <p:sldId id="293" r:id="rId29"/>
    <p:sldId id="279" r:id="rId30"/>
  </p:sldIdLst>
  <p:sldSz cx="18288000" cy="10287000"/>
  <p:notesSz cx="6858000" cy="9144000"/>
  <p:embeddedFontLs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Poppins" panose="00000500000000000000" pitchFamily="2" charset="0"/>
      <p:regular r:id="rId36"/>
      <p:bold r:id="rId37"/>
      <p:italic r:id="rId38"/>
      <p:boldItalic r:id="rId39"/>
    </p:embeddedFont>
    <p:embeddedFont>
      <p:font typeface="Poppins Black" panose="00000A00000000000000" pitchFamily="2" charset="0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99"/>
    <p:restoredTop sz="94676"/>
  </p:normalViewPr>
  <p:slideViewPr>
    <p:cSldViewPr snapToGrid="0">
      <p:cViewPr varScale="1">
        <p:scale>
          <a:sx n="44" d="100"/>
          <a:sy n="44" d="100"/>
        </p:scale>
        <p:origin x="1301" y="24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7201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cl.org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5.png"/><Relationship Id="rId4" Type="http://schemas.openxmlformats.org/officeDocument/2006/relationships/image" Target="../media/image5.png"/><Relationship Id="rId9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8.png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dirty="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Competencias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10578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1006055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3210168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04192" y="5457240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NUESTROS DATOS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5524300"/>
            <a:ext cx="46350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Comunidad</a:t>
            </a:r>
            <a:r>
              <a:rPr lang="en-US" sz="3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Autónoma</a:t>
            </a:r>
            <a:endParaRPr sz="3000" dirty="0"/>
          </a:p>
        </p:txBody>
      </p:sp>
      <p:sp>
        <p:nvSpPr>
          <p:cNvPr id="140" name="Google Shape;140;g3dbe1710380_1_211"/>
          <p:cNvSpPr txBox="1"/>
          <p:nvPr/>
        </p:nvSpPr>
        <p:spPr>
          <a:xfrm>
            <a:off x="8188931" y="6071781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Cataluña</a:t>
            </a:r>
            <a:endParaRPr sz="36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1121450"/>
            <a:ext cx="45306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de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</a:t>
            </a:r>
            <a:endParaRPr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5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3277218"/>
            <a:ext cx="38058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Tamaño</a:t>
            </a: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empresa</a:t>
            </a:r>
            <a:endParaRPr sz="2600" dirty="0"/>
          </a:p>
        </p:txBody>
      </p:sp>
      <p:sp>
        <p:nvSpPr>
          <p:cNvPr id="144" name="Google Shape;144;g3dbe1710380_1_211"/>
          <p:cNvSpPr txBox="1"/>
          <p:nvPr/>
        </p:nvSpPr>
        <p:spPr>
          <a:xfrm>
            <a:off x="8188931" y="382674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386</a:t>
            </a:r>
            <a:endParaRPr sz="360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8045398" y="7870425"/>
            <a:ext cx="5150700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Estrategias</a:t>
            </a: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</a:t>
            </a:r>
            <a:r>
              <a:rPr lang="en-US" sz="29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</a:t>
            </a:r>
            <a:endParaRPr sz="2900" dirty="0"/>
          </a:p>
        </p:txBody>
      </p:sp>
      <p:sp>
        <p:nvSpPr>
          <p:cNvPr id="146" name="Google Shape;146;g3dbe1710380_1_211"/>
          <p:cNvSpPr txBox="1"/>
          <p:nvPr/>
        </p:nvSpPr>
        <p:spPr>
          <a:xfrm>
            <a:off x="8188919" y="8316815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?</a:t>
            </a:r>
            <a:endParaRPr sz="36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3" y="1609520"/>
            <a:ext cx="1544821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alineación de tendencias según medio de formación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968129" y="336335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 EMPRESA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230912" y="537488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 ECONÓMICO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2879440" y="7571741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COMUNIDAD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AUTÓNOMA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66951" y="543868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TENDENCIAS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192503" y="4589121"/>
            <a:ext cx="1226624" cy="891307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133369" y="6565045"/>
            <a:ext cx="1262204" cy="76501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4009956" y="599213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48042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POLÍTICAS DE MEDIOS DE FORMACIÓN</a:t>
            </a: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 flipV="1">
            <a:off x="8345109" y="5929015"/>
            <a:ext cx="1528696" cy="302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EF8D80AC-68BF-4C74-AF63-D036E6A52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7" y="1919752"/>
            <a:ext cx="15245681" cy="69749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18086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374698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2D5B2CC-4A8D-4CDB-8063-732212E7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95" y="1275255"/>
            <a:ext cx="10200871" cy="8929706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260632" y="2354376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EBBBF2B7-0BAE-486F-B9FD-CBE0F700B7FD}"/>
              </a:ext>
            </a:extLst>
          </p:cNvPr>
          <p:cNvSpPr/>
          <p:nvPr/>
        </p:nvSpPr>
        <p:spPr>
          <a:xfrm rot="5400000">
            <a:off x="5284696" y="5266018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 DE FORMACIÓN 70-20-10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70% APRENDER TRABAJANDO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20% APRENDER DE </a:t>
            </a:r>
            <a:r>
              <a:rPr lang="es-ES_tradnl" sz="24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OTROS </a:t>
            </a:r>
            <a:endParaRPr lang="es-ES_tradnl" sz="2400" b="1" dirty="0">
              <a:solidFill>
                <a:srgbClr val="004AAD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10% FORMACIÓN FORMAL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" name="QuadreDeText 20">
            <a:extLst>
              <a:ext uri="{FF2B5EF4-FFF2-40B4-BE49-F238E27FC236}">
                <a16:creationId xmlns:a16="http://schemas.microsoft.com/office/drawing/2014/main" id="{9DFD7447-688C-4313-A7DB-F0BBD3A18814}"/>
              </a:ext>
            </a:extLst>
          </p:cNvPr>
          <p:cNvSpPr txBox="1"/>
          <p:nvPr/>
        </p:nvSpPr>
        <p:spPr>
          <a:xfrm>
            <a:off x="3437792" y="5481981"/>
            <a:ext cx="9900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Developing Better Leaders For All Things Humanly Possible | CCL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Barreras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51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1564</TotalTime>
  <Words>654</Words>
  <Application>Microsoft Office PowerPoint</Application>
  <PresentationFormat>Personalitzat</PresentationFormat>
  <Paragraphs>209</Paragraphs>
  <Slides>29</Slides>
  <Notes>29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29</vt:i4>
      </vt:variant>
    </vt:vector>
  </HeadingPairs>
  <TitlesOfParts>
    <vt:vector size="34" baseType="lpstr">
      <vt:lpstr>Calibri</vt:lpstr>
      <vt:lpstr>Arial</vt:lpstr>
      <vt:lpstr>Poppins</vt:lpstr>
      <vt:lpstr>Poppins Black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19</cp:revision>
  <dcterms:modified xsi:type="dcterms:W3CDTF">2026-05-14T11:41:56Z</dcterms:modified>
</cp:coreProperties>
</file>