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2" r:id="rId2"/>
    <p:sldId id="299" r:id="rId3"/>
    <p:sldId id="297" r:id="rId4"/>
    <p:sldId id="279" r:id="rId5"/>
    <p:sldId id="300" r:id="rId6"/>
    <p:sldId id="301" r:id="rId7"/>
    <p:sldId id="302" r:id="rId8"/>
    <p:sldId id="303" r:id="rId9"/>
    <p:sldId id="304" r:id="rId10"/>
    <p:sldId id="30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A06E2-0DF3-432C-9669-7DF986ACE8BA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AAB3B-1C4E-4889-8450-7362877989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882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94D7A-605A-4AA1-B711-5FA23C46F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E335B2-AB66-DB4F-B453-0B60065C0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FFEAF8-3741-61E3-B146-374C0A3C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16D24-00CD-CF58-4F7A-66E42C8443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12105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0E79-7EF2-1C65-28F2-B3DDE5D84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6F96DC-B798-0103-EA95-43022E4AD6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93B30-F9BF-33C9-75BF-86C2E1C39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81017-3601-0C32-2202-F8D2CCA6B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1587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9074C-77A2-7240-B244-AF356ACE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83A008-BA98-7279-801F-7CC20F22B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444793-56C3-7E9D-EEE0-28D19EC13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CE3A0-0AFA-EB68-1884-62C62F957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10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02495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22EF-E12B-CA81-2820-157C077C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E38776-CC39-CEC6-F62D-9586967B0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6DFEF-56FC-7FFB-F81D-76F164060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BC80-84B0-3F79-0B1D-B0972FBD7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C5D3D-2C58-1D12-BFFE-48F7F857E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988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84AA-B015-8CDD-4B75-C7BDDD84E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508CD-BD0F-7E17-285D-B8AFCA824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ED7EF-E4B0-79EF-78B5-E1F328A8F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A043E-1A27-C434-0DEE-C87A5E63E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C1804-9A77-4752-29A4-BB85E6B3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555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687E9-51EA-4BA5-EDA0-4557BB83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54371D-4B7A-964E-D065-0840B93E2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D3CC5-3985-97D4-B660-3B3497B24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D9539-EA5B-39B6-5C96-4FD6362D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2EFF8-9AD1-4A24-2C6F-0405326D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10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20265-CFD4-6521-6651-55C70AA07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560E4-997A-B687-3EE6-08C2F9B3B0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7F246E-4FEA-0FC5-A049-AB90B439B9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109DFB-BB79-6200-1BFE-6EE57511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0142-F185-95A2-BF3D-D8BC33208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977755-186E-5EA8-0E37-7ABBF7E0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642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457B8-9DB2-1BE6-B755-440D8763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72861-033E-EE16-AFD5-E461FAEF9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EB92A-EB11-BE1F-A0FA-8515ADEA4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E625C-96D7-66BD-2EDE-318A087F0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D1303B-FCD4-47D4-0141-25AD42F1C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7F451F-5BEC-621A-FCDF-99E70D5F8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41A02-0008-719A-11E4-F72E8E80A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9DD76-61F0-692F-325B-4107138E0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99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4008F-46ED-ED20-93B9-1421AB6B9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D8C0D-E62E-5272-3AB4-DCE194A21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69814A-0E6E-5098-CC5B-158AA897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177A8-C5E2-3C35-280B-2E95EE70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51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9B1244-8AE4-AC4B-26B7-A9BBE264B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710D9-EF00-8EB7-2A09-9F2B8235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489A3B-7054-804D-5470-749438A32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428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E7AF9-3F95-16A9-1E62-B71490560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1A46-3F36-E189-1D13-E00EECEB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672A8-59D8-182D-4E5D-BBEF2AF0D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28EB8-FD7E-90A9-2978-AF7431F3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11061F-5C75-70E3-3656-2C790E0C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32AEF-0B1F-8178-9542-14FBE0EF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30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C392-901E-8603-9928-E372CEC46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AFBA5A-59B3-B12B-5BB6-2F6D0C5DE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4324F9-151D-8A54-82FB-59617B765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FD8D7-E1B0-67A5-9FEC-DB5401429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41F0D9-E7A3-C8AE-22EA-DDC1299A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658CD-660D-E3B0-B616-DDF1C5F6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14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52932-ADF7-865D-F58F-9874FBD69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B0B10-1606-6B70-2856-923875662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61D19-C96E-6202-A311-5229E8CA4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789269-DFA3-BF09-F6CA-095F45107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CB14C-FA25-02D1-75A9-8800D34D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13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654F50-E714-4642-1714-4260599EB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86A30C-A2E6-D712-2807-8E75D7F8F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6BA21-2154-1A1D-FE52-F5FF113C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66074-1D80-AF6E-03C7-2535BC98B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C938D-0416-5167-BA73-526F3B04A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229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22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530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546531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51510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34A8B6-64B4-271A-5122-D642D38C5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54B30-660B-49C7-90F3-F454682C6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27C7CE-9CF6-2B71-E1EE-FFDC675481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7D434A-83FD-40C7-B814-5B722EE835FE}" type="datetimeFigureOut">
              <a:rPr lang="en-GB" smtClean="0"/>
              <a:t>21/04/2026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50493-823A-0928-E3A2-37EE2B0E7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35E03-DCBF-17D8-7A92-61687F872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A8D57-9D10-4D47-9091-49E61AADFCF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8038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278" y="506668"/>
            <a:ext cx="5903669" cy="3291840"/>
          </a:xfrm>
        </p:spPr>
        <p:txBody>
          <a:bodyPr lIns="0" anchor="b" anchorCtr="0"/>
          <a:lstStyle/>
          <a:p>
            <a:r>
              <a:rPr lang="en-US" altLang="zh-CN" dirty="0">
                <a:solidFill>
                  <a:schemeClr val="bg1"/>
                </a:solidFill>
              </a:rPr>
              <a:t>Rapid Express – </a:t>
            </a:r>
            <a:r>
              <a:rPr lang="en-US" altLang="zh-CN" dirty="0" err="1">
                <a:solidFill>
                  <a:schemeClr val="bg1"/>
                </a:solidFill>
              </a:rPr>
              <a:t>Analisis</a:t>
            </a:r>
            <a:r>
              <a:rPr lang="en-US" altLang="zh-CN" dirty="0">
                <a:solidFill>
                  <a:schemeClr val="bg1"/>
                </a:solidFill>
              </a:rPr>
              <a:t> de </a:t>
            </a:r>
            <a:r>
              <a:rPr lang="en-US" altLang="zh-CN" dirty="0" err="1">
                <a:solidFill>
                  <a:schemeClr val="bg1"/>
                </a:solidFill>
              </a:rPr>
              <a:t>Perfil</a:t>
            </a:r>
            <a:r>
              <a:rPr lang="en-US" altLang="zh-CN" dirty="0">
                <a:solidFill>
                  <a:schemeClr val="bg1"/>
                </a:solidFill>
              </a:rPr>
              <a:t> de Empleado y </a:t>
            </a:r>
            <a:r>
              <a:rPr lang="en-US" altLang="zh-CN" dirty="0" err="1">
                <a:solidFill>
                  <a:schemeClr val="bg1"/>
                </a:solidFill>
              </a:rPr>
              <a:t>Absentismo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/>
              <a:t>Presenter Name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t" anchorCtr="0"/>
          <a:lstStyle/>
          <a:p>
            <a:endParaRPr lang="en-US" dirty="0"/>
          </a:p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Inicial</a:t>
            </a:r>
            <a:r>
              <a:rPr lang="en-US" dirty="0"/>
              <a:t> Dataset</a:t>
            </a:r>
          </a:p>
          <a:p>
            <a:r>
              <a:rPr lang="en-US" dirty="0"/>
              <a:t>Analisis Perfil </a:t>
            </a:r>
            <a:r>
              <a:rPr lang="en-US" dirty="0" err="1"/>
              <a:t>Empleado</a:t>
            </a:r>
            <a:endParaRPr lang="en-US" dirty="0"/>
          </a:p>
          <a:p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Ausentismo</a:t>
            </a:r>
            <a:endParaRPr lang="en-US" dirty="0"/>
          </a:p>
          <a:p>
            <a:r>
              <a:rPr lang="en-US" dirty="0" err="1"/>
              <a:t>Propuestas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Analisis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Inicial</a:t>
            </a:r>
            <a:r>
              <a:rPr lang="en-US" dirty="0">
                <a:solidFill>
                  <a:schemeClr val="bg1"/>
                </a:solidFill>
              </a:rPr>
              <a:t>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 err="1"/>
              <a:t>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AD8CEC-6900-76B1-F1ED-D24399498979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5531134" y="3206654"/>
            <a:ext cx="4077325" cy="3374136"/>
          </a:xfrm>
        </p:spPr>
        <p:txBody>
          <a:bodyPr/>
          <a:lstStyle/>
          <a:p>
            <a:pPr marL="0" indent="0">
              <a:buNone/>
            </a:pPr>
            <a:r>
              <a:rPr lang="es-ES" sz="3600" dirty="0"/>
              <a:t>Variables</a:t>
            </a:r>
          </a:p>
          <a:p>
            <a:pPr lvl="1"/>
            <a:r>
              <a:rPr lang="es-ES" sz="2400" dirty="0"/>
              <a:t>Age</a:t>
            </a:r>
          </a:p>
          <a:p>
            <a:pPr lvl="1"/>
            <a:r>
              <a:rPr lang="es-ES" sz="2400" dirty="0" err="1"/>
              <a:t>Education</a:t>
            </a:r>
            <a:endParaRPr lang="es-ES" sz="2400" dirty="0"/>
          </a:p>
          <a:p>
            <a:pPr lvl="1"/>
            <a:r>
              <a:rPr lang="es-ES" sz="2400" dirty="0"/>
              <a:t>Son</a:t>
            </a:r>
          </a:p>
          <a:p>
            <a:pPr lvl="1"/>
            <a:r>
              <a:rPr lang="en-GB" sz="2400" dirty="0" err="1"/>
              <a:t>Workload_average_day</a:t>
            </a:r>
            <a:endParaRPr lang="en-GB" sz="2400" dirty="0"/>
          </a:p>
          <a:p>
            <a:pPr lvl="1"/>
            <a:r>
              <a:rPr lang="en-GB" sz="2400" dirty="0" err="1"/>
              <a:t>Hit_target</a:t>
            </a:r>
            <a:endParaRPr lang="en-GB" sz="2400" dirty="0"/>
          </a:p>
          <a:p>
            <a:pPr lvl="1"/>
            <a:r>
              <a:rPr lang="en-GB" sz="2400" dirty="0" err="1"/>
              <a:t>Absenteeism_hours</a:t>
            </a:r>
            <a:endParaRPr lang="en-GB" sz="2400" dirty="0"/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s-ES" dirty="0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18074B9-AD83-6CCA-B321-4CAD9FC0033B}"/>
              </a:ext>
            </a:extLst>
          </p:cNvPr>
          <p:cNvSpPr txBox="1">
            <a:spLocks/>
          </p:cNvSpPr>
          <p:nvPr/>
        </p:nvSpPr>
        <p:spPr>
          <a:xfrm>
            <a:off x="1118765" y="1414000"/>
            <a:ext cx="4077325" cy="22098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ES" sz="3600" dirty="0"/>
              <a:t>Datos iniciales</a:t>
            </a:r>
          </a:p>
          <a:p>
            <a:pPr lvl="1"/>
            <a:r>
              <a:rPr lang="es-ES" sz="2400" dirty="0"/>
              <a:t>740 registros totales</a:t>
            </a:r>
          </a:p>
          <a:p>
            <a:pPr lvl="1"/>
            <a:r>
              <a:rPr lang="es-ES" sz="2400" dirty="0"/>
              <a:t>36 </a:t>
            </a:r>
            <a:r>
              <a:rPr lang="es-ES" sz="2400" dirty="0" err="1"/>
              <a:t>IDs</a:t>
            </a:r>
            <a:r>
              <a:rPr lang="es-ES" sz="2400" dirty="0"/>
              <a:t> únicos</a:t>
            </a:r>
          </a:p>
          <a:p>
            <a:pPr lvl="1"/>
            <a:r>
              <a:rPr lang="es-ES" sz="2400" dirty="0"/>
              <a:t>26 Duplicados exactos</a:t>
            </a:r>
          </a:p>
          <a:p>
            <a:pPr lvl="1"/>
            <a:r>
              <a:rPr lang="es-ES" sz="2400" dirty="0"/>
              <a:t>704 </a:t>
            </a:r>
            <a:r>
              <a:rPr lang="es-ES" sz="2400" dirty="0" err="1"/>
              <a:t>Ids</a:t>
            </a:r>
            <a:r>
              <a:rPr lang="es-ES" sz="2400" dirty="0"/>
              <a:t> extra</a:t>
            </a:r>
            <a:endParaRPr lang="en-GB" sz="2400" dirty="0"/>
          </a:p>
          <a:p>
            <a:pPr lvl="1"/>
            <a:endParaRPr lang="en-GB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s-E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4D3EACF-8C15-C3B6-9890-0444ABF9C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540" y="277210"/>
            <a:ext cx="6830768" cy="572624"/>
          </a:xfrm>
        </p:spPr>
        <p:txBody>
          <a:bodyPr>
            <a:noAutofit/>
          </a:bodyPr>
          <a:lstStyle/>
          <a:p>
            <a:r>
              <a:rPr lang="es-ES" sz="4000" dirty="0" err="1"/>
              <a:t>Analisis</a:t>
            </a:r>
            <a:r>
              <a:rPr lang="es-ES" sz="4000" dirty="0"/>
              <a:t> Inicial </a:t>
            </a:r>
            <a:r>
              <a:rPr lang="es-ES" sz="4000" dirty="0" err="1"/>
              <a:t>Dataset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9F8D9F-C89A-034F-7B09-10554510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A39A-B6E7-BF09-3F81-BF2A1E0AF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>
                <a:solidFill>
                  <a:schemeClr val="bg1"/>
                </a:solidFill>
              </a:rPr>
              <a:t>Analisis Perfil </a:t>
            </a:r>
            <a:r>
              <a:rPr lang="en-US" dirty="0" err="1">
                <a:solidFill>
                  <a:schemeClr val="bg1"/>
                </a:solidFill>
              </a:rPr>
              <a:t>Empleado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34173-5868-D8F5-63A1-3DA29FF2FE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 err="1"/>
              <a:t>xxxxxxxx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2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58946-A531-561B-3AA3-35914E7C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BCD14-0CCC-526E-9180-8F037954D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FA8DF1C-5E5A-4AF2-086B-02DBFBB0B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2161D003-994C-C1AF-75C5-78249C16A41F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C1DB30-6C5F-A09A-EF49-666C8F08A983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980DF7-A09D-57C4-737A-0D3BF8348406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176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F3D91-3F25-C8AD-C56E-5654F4022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63560-5215-1F3A-952F-5BA3A7B1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Analisis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Ausentismo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EBBA5-E421-4E85-51FD-D342C6122DD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 err="1"/>
              <a:t>xxxxxxxx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82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657F-E973-A6D3-9BF0-7CF3726A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975D215-5BE0-4568-1FB9-2DECAB308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844FFA9-65E9-EAB4-A048-27AFE0F5C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A4AC3F4-BF1A-775C-1726-9508E91D01E3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3D3374-3D90-156B-E6D4-4F0A05606530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220D6C-E893-A9D5-2BA6-5F9DDE9B2DD8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746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84F02-A2B9-2345-0DE0-93652818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4D8CD-615F-2FDF-60D6-6BB24283F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 err="1">
                <a:solidFill>
                  <a:schemeClr val="bg1"/>
                </a:solidFill>
              </a:rPr>
              <a:t>Propuestas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B6762-01B2-5A22-68D7-13B14882B78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 err="1"/>
              <a:t>xxxxxxxx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422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5DDA-F1D2-3BEF-589C-D29744925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530613-3352-A81F-4A58-9B7719729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B6B31FD-A185-0DBA-7184-24DDBB94A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0345A68-2C4F-EAB1-DABD-0CCB8FB52C6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B2B9B1-0ADD-6112-D4E6-403C5D15DF8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10</a:t>
            </a:fld>
            <a:endParaRPr lang="en-US" altLang="zh-CN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E02865-2722-71C6-B58E-F92A2A4DCBA1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472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81</Words>
  <Application>Microsoft Office PowerPoint</Application>
  <PresentationFormat>Widescreen</PresentationFormat>
  <Paragraphs>43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Posterama Text SemiBold</vt:lpstr>
      <vt:lpstr>Office Theme</vt:lpstr>
      <vt:lpstr>Rapid Express – Analisis de Perfil de Empleado y Absentismo</vt:lpstr>
      <vt:lpstr>Agenda </vt:lpstr>
      <vt:lpstr>Analisis Inicial Dataset</vt:lpstr>
      <vt:lpstr>Analisis Inicial Dataset</vt:lpstr>
      <vt:lpstr>Analisis Perfil Empleado</vt:lpstr>
      <vt:lpstr>PowerPoint Presentation</vt:lpstr>
      <vt:lpstr>Analisis Ausentismo</vt:lpstr>
      <vt:lpstr>PowerPoint Presentation</vt:lpstr>
      <vt:lpstr>Propuestas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Claudia Dionisio</dc:creator>
  <cp:lastModifiedBy>Ana Claudia Dionisio</cp:lastModifiedBy>
  <cp:revision>1</cp:revision>
  <dcterms:created xsi:type="dcterms:W3CDTF">2026-04-21T09:34:24Z</dcterms:created>
  <dcterms:modified xsi:type="dcterms:W3CDTF">2026-04-21T11:13:13Z</dcterms:modified>
</cp:coreProperties>
</file>