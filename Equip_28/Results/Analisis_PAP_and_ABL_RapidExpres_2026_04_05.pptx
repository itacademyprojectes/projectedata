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7"/>
  </p:notesMasterIdLst>
  <p:sldIdLst>
    <p:sldId id="256" r:id="rId2"/>
    <p:sldId id="257" r:id="rId3"/>
    <p:sldId id="258" r:id="rId4"/>
    <p:sldId id="259" r:id="rId5"/>
    <p:sldId id="260" r:id="rId6"/>
    <p:sldId id="261" r:id="rId7"/>
    <p:sldId id="262" r:id="rId8"/>
    <p:sldId id="263" r:id="rId9"/>
    <p:sldId id="271" r:id="rId10"/>
    <p:sldId id="265" r:id="rId11"/>
    <p:sldId id="266" r:id="rId12"/>
    <p:sldId id="267" r:id="rId13"/>
    <p:sldId id="268" r:id="rId14"/>
    <p:sldId id="269" r:id="rId15"/>
    <p:sldId id="270" r:id="rId16"/>
    <p:sldId id="264" r:id="rId17"/>
    <p:sldId id="272" r:id="rId18"/>
    <p:sldId id="273" r:id="rId19"/>
    <p:sldId id="274" r:id="rId20"/>
    <p:sldId id="275" r:id="rId21"/>
    <p:sldId id="276" r:id="rId22"/>
    <p:sldId id="277" r:id="rId23"/>
    <p:sldId id="278" r:id="rId24"/>
    <p:sldId id="279" r:id="rId25"/>
    <p:sldId id="280" r:id="rId26"/>
  </p:sldIdLst>
  <p:sldSz cx="18288000" cy="10287000"/>
  <p:notesSz cx="6858000" cy="9144000"/>
  <p:embeddedFontLst>
    <p:embeddedFont>
      <p:font typeface="Calibri" panose="020F0502020204030204" pitchFamily="34" charset="0"/>
      <p:regular r:id="rId28"/>
      <p:bold r:id="rId29"/>
      <p:italic r:id="rId30"/>
      <p:boldItalic r:id="rId31"/>
    </p:embeddedFont>
    <p:embeddedFont>
      <p:font typeface="Poppins" panose="00000500000000000000" pitchFamily="2" charset="0"/>
      <p:regular r:id="rId32"/>
      <p:bold r:id="rId33"/>
      <p:italic r:id="rId34"/>
      <p:boldItalic r:id="rId35"/>
    </p:embeddedFont>
    <p:embeddedFont>
      <p:font typeface="Poppins Black" panose="00000A00000000000000" pitchFamily="2" charset="0"/>
      <p:bold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17" userDrawn="1">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6" d="100"/>
          <a:sy n="46" d="100"/>
        </p:scale>
        <p:origin x="1114" y="48"/>
      </p:cViewPr>
      <p:guideLst>
        <p:guide orient="horz" pos="3217"/>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7.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be171038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g3dbe171038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dbe1710380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g3dbe1710380_1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 name="Google Shape;15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3dbe1710380_1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0" name="Google Shape;410;g3dbe1710380_1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7" name="Google Shape;24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3" name="Google Shape;313;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dbe171038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8" name="Google Shape;358;g3dbe171038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dbe1710380_1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5" name="Google Shape;375;g3dbe1710380_1_4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dbe1710380_1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9" name="Google Shape;399;g3dbe1710380_1_10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dbe1710380_1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1" name="Google Shape;421;g3dbe1710380_1_12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dbe1710380_1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4" name="Google Shape;434;g3dbe1710380_1_13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3dbe1710380_1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3" name="Google Shape;463;g3dbe1710380_1_16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3dbe1710380_1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4" name="Google Shape;494;g3dbe1710380_1_19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dbe1710380_1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9" name="Google Shape;509;g3dbe1710380_1_21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3dbe1710380_1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1" name="Google Shape;541;g3dbe1710380_1_24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dbe1710380_1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5" name="Google Shape;575;g3dbe1710380_1_27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0" name="Google Shape;620;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8" name="Google Shape;638;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3" Type="http://schemas.openxmlformats.org/officeDocument/2006/relationships/image" Target="../media/image1.png"/><Relationship Id="rId18" Type="http://schemas.openxmlformats.org/officeDocument/2006/relationships/image" Target="../media/image8.png"/><Relationship Id="rId26"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6.png"/><Relationship Id="rId34" Type="http://schemas.openxmlformats.org/officeDocument/2006/relationships/image" Target="../media/image33.png"/><Relationship Id="rId7" Type="http://schemas.openxmlformats.org/officeDocument/2006/relationships/image" Target="../media/image18.png"/><Relationship Id="rId12" Type="http://schemas.openxmlformats.org/officeDocument/2006/relationships/image" Target="../media/image21.png"/><Relationship Id="rId17" Type="http://schemas.openxmlformats.org/officeDocument/2006/relationships/image" Target="../media/image22.png"/><Relationship Id="rId25" Type="http://schemas.openxmlformats.org/officeDocument/2006/relationships/image" Target="../media/image25.png"/><Relationship Id="rId33" Type="http://schemas.openxmlformats.org/officeDocument/2006/relationships/image" Target="../media/image32.png"/><Relationship Id="rId2" Type="http://schemas.openxmlformats.org/officeDocument/2006/relationships/notesSlide" Target="../notesSlides/notesSlide25.xml"/><Relationship Id="rId16" Type="http://schemas.openxmlformats.org/officeDocument/2006/relationships/image" Target="../media/image5.png"/><Relationship Id="rId20" Type="http://schemas.openxmlformats.org/officeDocument/2006/relationships/image" Target="../media/image23.png"/><Relationship Id="rId29"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15.png"/><Relationship Id="rId24" Type="http://schemas.openxmlformats.org/officeDocument/2006/relationships/image" Target="../media/image24.png"/><Relationship Id="rId32" Type="http://schemas.openxmlformats.org/officeDocument/2006/relationships/image" Target="../media/image31.png"/><Relationship Id="rId5" Type="http://schemas.openxmlformats.org/officeDocument/2006/relationships/image" Target="../media/image14.png"/><Relationship Id="rId15" Type="http://schemas.openxmlformats.org/officeDocument/2006/relationships/image" Target="../media/image4.png"/><Relationship Id="rId23" Type="http://schemas.openxmlformats.org/officeDocument/2006/relationships/image" Target="../media/image13.png"/><Relationship Id="rId28" Type="http://schemas.openxmlformats.org/officeDocument/2006/relationships/image" Target="../media/image28.png"/><Relationship Id="rId10" Type="http://schemas.openxmlformats.org/officeDocument/2006/relationships/image" Target="../media/image20.png"/><Relationship Id="rId19" Type="http://schemas.openxmlformats.org/officeDocument/2006/relationships/image" Target="../media/image7.png"/><Relationship Id="rId31" Type="http://schemas.openxmlformats.org/officeDocument/2006/relationships/image" Target="../media/image30.png"/><Relationship Id="rId4" Type="http://schemas.openxmlformats.org/officeDocument/2006/relationships/image" Target="../media/image17.png"/><Relationship Id="rId9" Type="http://schemas.openxmlformats.org/officeDocument/2006/relationships/image" Target="../media/image10.png"/><Relationship Id="rId14" Type="http://schemas.openxmlformats.org/officeDocument/2006/relationships/image" Target="../media/image3.png"/><Relationship Id="rId22" Type="http://schemas.openxmlformats.org/officeDocument/2006/relationships/image" Target="../media/image12.png"/><Relationship Id="rId27" Type="http://schemas.openxmlformats.org/officeDocument/2006/relationships/image" Target="../media/image27.png"/><Relationship Id="rId30" Type="http://schemas.openxmlformats.org/officeDocument/2006/relationships/image" Target="../media/image9.png"/><Relationship Id="rId8"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83"/>
        <p:cNvGrpSpPr/>
        <p:nvPr/>
      </p:nvGrpSpPr>
      <p:grpSpPr>
        <a:xfrm>
          <a:off x="0" y="0"/>
          <a:ext cx="0" cy="0"/>
          <a:chOff x="0" y="0"/>
          <a:chExt cx="0" cy="0"/>
        </a:xfrm>
      </p:grpSpPr>
      <p:sp>
        <p:nvSpPr>
          <p:cNvPr id="84" name="Google Shape;84;p13"/>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85" name="Google Shape;85;p13"/>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86" name="Google Shape;86;p13"/>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87" name="Google Shape;87;p13"/>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88" name="Google Shape;88;p13"/>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89" name="Google Shape;89;p13"/>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90" name="Google Shape;90;p13"/>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91" name="Google Shape;91;p13"/>
          <p:cNvSpPr txBox="1"/>
          <p:nvPr/>
        </p:nvSpPr>
        <p:spPr>
          <a:xfrm>
            <a:off x="1041449" y="5799800"/>
            <a:ext cx="7061100" cy="369300"/>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dirty="0" err="1">
                <a:solidFill>
                  <a:srgbClr val="004AAD"/>
                </a:solidFill>
                <a:latin typeface="Poppins"/>
                <a:ea typeface="Poppins"/>
                <a:cs typeface="Poppins"/>
                <a:sym typeface="Poppins"/>
              </a:rPr>
              <a:t>Análisis</a:t>
            </a:r>
            <a:r>
              <a:rPr lang="en-US" sz="2400" b="0" i="0" u="none" strike="noStrike" cap="none" dirty="0">
                <a:solidFill>
                  <a:srgbClr val="004AAD"/>
                </a:solidFill>
                <a:latin typeface="Poppins"/>
                <a:ea typeface="Poppins"/>
                <a:cs typeface="Poppins"/>
                <a:sym typeface="Poppins"/>
              </a:rPr>
              <a:t> y </a:t>
            </a:r>
            <a:r>
              <a:rPr lang="en-US" sz="2400" b="0" i="0" u="none" strike="noStrike" cap="none" dirty="0" err="1">
                <a:solidFill>
                  <a:srgbClr val="004AAD"/>
                </a:solidFill>
                <a:latin typeface="Poppins"/>
                <a:ea typeface="Poppins"/>
                <a:cs typeface="Poppins"/>
                <a:sym typeface="Poppins"/>
              </a:rPr>
              <a:t>propuestas</a:t>
            </a:r>
            <a:r>
              <a:rPr lang="en-US" sz="2400" b="0" i="0" u="none" strike="noStrike" cap="none"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desde</a:t>
            </a:r>
            <a:r>
              <a:rPr lang="en-US" sz="2400" dirty="0">
                <a:solidFill>
                  <a:srgbClr val="004AAD"/>
                </a:solidFill>
                <a:latin typeface="Poppins"/>
                <a:ea typeface="Poppins"/>
                <a:cs typeface="Poppins"/>
                <a:sym typeface="Poppins"/>
              </a:rPr>
              <a:t> RRHH</a:t>
            </a:r>
            <a:endParaRPr dirty="0"/>
          </a:p>
        </p:txBody>
      </p:sp>
      <p:sp>
        <p:nvSpPr>
          <p:cNvPr id="92" name="Google Shape;92;p13"/>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Emilio </a:t>
            </a:r>
            <a:r>
              <a:rPr lang="en-US" sz="1800" b="1" dirty="0" err="1">
                <a:solidFill>
                  <a:srgbClr val="004AAD"/>
                </a:solidFill>
                <a:latin typeface="Poppins"/>
                <a:ea typeface="Poppins"/>
                <a:cs typeface="Poppins"/>
                <a:sym typeface="Poppins"/>
              </a:rPr>
              <a:t>Tornos</a:t>
            </a:r>
            <a:r>
              <a:rPr lang="en-US" sz="1800" b="1" dirty="0">
                <a:solidFill>
                  <a:srgbClr val="004AAD"/>
                </a:solidFill>
                <a:latin typeface="Poppins"/>
                <a:ea typeface="Poppins"/>
                <a:cs typeface="Poppins"/>
                <a:sym typeface="Poppins"/>
              </a:rPr>
              <a:t> &amp; Nuria Paredes</a:t>
            </a:r>
            <a:endParaRPr dirty="0"/>
          </a:p>
        </p:txBody>
      </p:sp>
      <p:sp>
        <p:nvSpPr>
          <p:cNvPr id="93" name="Google Shape;93;p13"/>
          <p:cNvSpPr txBox="1"/>
          <p:nvPr/>
        </p:nvSpPr>
        <p:spPr>
          <a:xfrm>
            <a:off x="1125000" y="3325625"/>
            <a:ext cx="8269200" cy="2049792"/>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dirty="0" err="1">
                <a:solidFill>
                  <a:srgbClr val="004AAD"/>
                </a:solidFill>
                <a:latin typeface="Poppins"/>
                <a:ea typeface="Poppins"/>
                <a:cs typeface="Poppins"/>
                <a:sym typeface="Poppins"/>
              </a:rPr>
              <a:t>Perfil</a:t>
            </a:r>
            <a:r>
              <a:rPr lang="en-US" sz="6000" b="1" dirty="0">
                <a:solidFill>
                  <a:srgbClr val="004AAD"/>
                </a:solidFill>
                <a:latin typeface="Poppins"/>
                <a:ea typeface="Poppins"/>
                <a:cs typeface="Poppins"/>
                <a:sym typeface="Poppins"/>
              </a:rPr>
              <a:t> </a:t>
            </a:r>
            <a:r>
              <a:rPr lang="en-US" sz="6000" b="1" dirty="0" err="1">
                <a:solidFill>
                  <a:srgbClr val="004AAD"/>
                </a:solidFill>
                <a:latin typeface="Poppins"/>
                <a:ea typeface="Poppins"/>
                <a:cs typeface="Poppins"/>
                <a:sym typeface="Poppins"/>
              </a:rPr>
              <a:t>Desempeño</a:t>
            </a:r>
            <a:r>
              <a:rPr lang="en-US" sz="6000" b="1" dirty="0">
                <a:solidFill>
                  <a:srgbClr val="004AAD"/>
                </a:solidFill>
                <a:latin typeface="Poppins"/>
                <a:ea typeface="Poppins"/>
                <a:cs typeface="Poppins"/>
                <a:sym typeface="Poppins"/>
              </a:rPr>
              <a:t> Professional </a:t>
            </a:r>
            <a:endParaRPr dirty="0"/>
          </a:p>
        </p:txBody>
      </p:sp>
      <p:grpSp>
        <p:nvGrpSpPr>
          <p:cNvPr id="94" name="Google Shape;94;p13"/>
          <p:cNvGrpSpPr/>
          <p:nvPr/>
        </p:nvGrpSpPr>
        <p:grpSpPr>
          <a:xfrm>
            <a:off x="0" y="0"/>
            <a:ext cx="2163413" cy="1886345"/>
            <a:chOff x="12784175" y="3675030"/>
            <a:chExt cx="2163413" cy="1886345"/>
          </a:xfrm>
        </p:grpSpPr>
        <p:sp>
          <p:nvSpPr>
            <p:cNvPr id="95" name="Google Shape;95;p1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96" name="Google Shape;96;p1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00"/>
        <p:cNvGrpSpPr/>
        <p:nvPr/>
      </p:nvGrpSpPr>
      <p:grpSpPr>
        <a:xfrm>
          <a:off x="0" y="0"/>
          <a:ext cx="0" cy="0"/>
          <a:chOff x="0" y="0"/>
          <a:chExt cx="0" cy="0"/>
        </a:xfrm>
      </p:grpSpPr>
      <p:sp>
        <p:nvSpPr>
          <p:cNvPr id="101" name="Google Shape;101;p14"/>
          <p:cNvSpPr/>
          <p:nvPr/>
        </p:nvSpPr>
        <p:spPr>
          <a:xfrm flipH="1">
            <a:off x="-2882994" y="-440968"/>
            <a:ext cx="10670792" cy="8148605"/>
          </a:xfrm>
          <a:custGeom>
            <a:avLst/>
            <a:gdLst/>
            <a:ahLst/>
            <a:cxnLst/>
            <a:rect l="l" t="t" r="r" b="b"/>
            <a:pathLst>
              <a:path w="10670792" h="8148605" extrusionOk="0">
                <a:moveTo>
                  <a:pt x="10670791" y="0"/>
                </a:moveTo>
                <a:lnTo>
                  <a:pt x="0" y="0"/>
                </a:lnTo>
                <a:lnTo>
                  <a:pt x="0" y="8148604"/>
                </a:lnTo>
                <a:lnTo>
                  <a:pt x="10670791" y="8148604"/>
                </a:lnTo>
                <a:lnTo>
                  <a:pt x="10670791" y="0"/>
                </a:lnTo>
                <a:close/>
              </a:path>
            </a:pathLst>
          </a:custGeom>
          <a:blipFill rotWithShape="1">
            <a:blip r:embed="rId3">
              <a:alphaModFix/>
            </a:blip>
            <a:stretch>
              <a:fillRect/>
            </a:stretch>
          </a:blipFill>
          <a:ln>
            <a:noFill/>
          </a:ln>
        </p:spPr>
      </p:sp>
      <p:sp>
        <p:nvSpPr>
          <p:cNvPr id="102" name="Google Shape;102;p14"/>
          <p:cNvSpPr/>
          <p:nvPr/>
        </p:nvSpPr>
        <p:spPr>
          <a:xfrm>
            <a:off x="6333881" y="5012864"/>
            <a:ext cx="2349660" cy="2950487"/>
          </a:xfrm>
          <a:custGeom>
            <a:avLst/>
            <a:gdLst/>
            <a:ahLst/>
            <a:cxnLst/>
            <a:rect l="l" t="t" r="r" b="b"/>
            <a:pathLst>
              <a:path w="2349660" h="2950487" extrusionOk="0">
                <a:moveTo>
                  <a:pt x="0" y="0"/>
                </a:moveTo>
                <a:lnTo>
                  <a:pt x="2349660" y="0"/>
                </a:lnTo>
                <a:lnTo>
                  <a:pt x="2349660" y="2950487"/>
                </a:lnTo>
                <a:lnTo>
                  <a:pt x="0" y="2950487"/>
                </a:lnTo>
                <a:lnTo>
                  <a:pt x="0" y="0"/>
                </a:lnTo>
                <a:close/>
              </a:path>
            </a:pathLst>
          </a:custGeom>
          <a:blipFill rotWithShape="1">
            <a:blip r:embed="rId4">
              <a:alphaModFix/>
            </a:blip>
            <a:stretch>
              <a:fillRect/>
            </a:stretch>
          </a:blipFill>
          <a:ln>
            <a:noFill/>
          </a:ln>
        </p:spPr>
      </p:sp>
      <p:sp>
        <p:nvSpPr>
          <p:cNvPr id="103" name="Google Shape;103;p14"/>
          <p:cNvSpPr/>
          <p:nvPr/>
        </p:nvSpPr>
        <p:spPr>
          <a:xfrm>
            <a:off x="7618338" y="6644331"/>
            <a:ext cx="1325577" cy="1497058"/>
          </a:xfrm>
          <a:custGeom>
            <a:avLst/>
            <a:gdLst/>
            <a:ahLst/>
            <a:cxnLst/>
            <a:rect l="l" t="t" r="r" b="b"/>
            <a:pathLst>
              <a:path w="1325577" h="1497058" extrusionOk="0">
                <a:moveTo>
                  <a:pt x="0" y="0"/>
                </a:moveTo>
                <a:lnTo>
                  <a:pt x="1325577" y="0"/>
                </a:lnTo>
                <a:lnTo>
                  <a:pt x="1325577" y="1497058"/>
                </a:lnTo>
                <a:lnTo>
                  <a:pt x="0" y="1497058"/>
                </a:lnTo>
                <a:lnTo>
                  <a:pt x="0" y="0"/>
                </a:lnTo>
                <a:close/>
              </a:path>
            </a:pathLst>
          </a:custGeom>
          <a:blipFill rotWithShape="1">
            <a:blip r:embed="rId5">
              <a:alphaModFix/>
            </a:blip>
            <a:stretch>
              <a:fillRect/>
            </a:stretch>
          </a:blipFill>
          <a:ln>
            <a:noFill/>
          </a:ln>
        </p:spPr>
      </p:sp>
      <p:sp>
        <p:nvSpPr>
          <p:cNvPr id="104" name="Google Shape;104;p14"/>
          <p:cNvSpPr/>
          <p:nvPr/>
        </p:nvSpPr>
        <p:spPr>
          <a:xfrm>
            <a:off x="6955550" y="7963351"/>
            <a:ext cx="1325577" cy="1497058"/>
          </a:xfrm>
          <a:custGeom>
            <a:avLst/>
            <a:gdLst/>
            <a:ahLst/>
            <a:cxnLst/>
            <a:rect l="l" t="t" r="r" b="b"/>
            <a:pathLst>
              <a:path w="1325577" h="1497058" extrusionOk="0">
                <a:moveTo>
                  <a:pt x="0" y="0"/>
                </a:moveTo>
                <a:lnTo>
                  <a:pt x="1325576" y="0"/>
                </a:lnTo>
                <a:lnTo>
                  <a:pt x="1325576" y="1497058"/>
                </a:lnTo>
                <a:lnTo>
                  <a:pt x="0" y="1497058"/>
                </a:lnTo>
                <a:lnTo>
                  <a:pt x="0" y="0"/>
                </a:lnTo>
                <a:close/>
              </a:path>
            </a:pathLst>
          </a:custGeom>
          <a:blipFill rotWithShape="1">
            <a:blip r:embed="rId5">
              <a:alphaModFix/>
            </a:blip>
            <a:stretch>
              <a:fillRect/>
            </a:stretch>
          </a:blipFill>
          <a:ln>
            <a:noFill/>
          </a:ln>
        </p:spPr>
      </p:sp>
      <p:sp>
        <p:nvSpPr>
          <p:cNvPr id="105" name="Google Shape;105;p14"/>
          <p:cNvSpPr txBox="1"/>
          <p:nvPr/>
        </p:nvSpPr>
        <p:spPr>
          <a:xfrm>
            <a:off x="11913210" y="2037914"/>
            <a:ext cx="3947700" cy="8309967"/>
          </a:xfrm>
          <a:prstGeom prst="rect">
            <a:avLst/>
          </a:prstGeom>
          <a:noFill/>
          <a:ln>
            <a:noFill/>
          </a:ln>
        </p:spPr>
        <p:txBody>
          <a:bodyPr spcFirstLastPara="1" wrap="square" lIns="0" tIns="0" rIns="0" bIns="0" anchor="t" anchorCtr="0">
            <a:spAutoFit/>
          </a:bodyPr>
          <a:lstStyle/>
          <a:p>
            <a:pPr marL="0" marR="0" lvl="0" indent="0" algn="l" rtl="0">
              <a:lnSpc>
                <a:spcPct val="250000"/>
              </a:lnSpc>
              <a:spcBef>
                <a:spcPts val="0"/>
              </a:spcBef>
              <a:spcAft>
                <a:spcPts val="0"/>
              </a:spcAft>
              <a:buNone/>
            </a:pPr>
            <a:r>
              <a:rPr lang="en-US" sz="2400" b="1" dirty="0">
                <a:solidFill>
                  <a:srgbClr val="004AAD"/>
                </a:solidFill>
                <a:latin typeface="Poppins"/>
                <a:cs typeface="Poppins"/>
                <a:sym typeface="Poppins"/>
              </a:rPr>
              <a:t>KPIs</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i="0" u="none" strike="noStrike" cap="none" dirty="0" err="1">
                <a:solidFill>
                  <a:srgbClr val="004AAD"/>
                </a:solidFill>
                <a:latin typeface="Poppins"/>
                <a:ea typeface="Poppins"/>
                <a:cs typeface="Poppins"/>
                <a:sym typeface="Poppins"/>
              </a:rPr>
              <a:t>Conclusiones</a:t>
            </a:r>
            <a:endParaRPr dirty="0"/>
          </a:p>
        </p:txBody>
      </p:sp>
      <p:sp>
        <p:nvSpPr>
          <p:cNvPr id="106" name="Google Shape;106;p14"/>
          <p:cNvSpPr txBox="1"/>
          <p:nvPr/>
        </p:nvSpPr>
        <p:spPr>
          <a:xfrm>
            <a:off x="10813399" y="2037914"/>
            <a:ext cx="797206" cy="6785610"/>
          </a:xfrm>
          <a:prstGeom prst="rect">
            <a:avLst/>
          </a:prstGeom>
          <a:noFill/>
          <a:ln>
            <a:noFill/>
          </a:ln>
        </p:spPr>
        <p:txBody>
          <a:bodyPr spcFirstLastPara="1" wrap="square" lIns="0" tIns="0" rIns="0" bIns="0" anchor="t" anchorCtr="0">
            <a:spAutoFit/>
          </a:bodyPr>
          <a:lstStyle/>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01</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02</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03</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04</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05</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06</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07</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08</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09</a:t>
            </a:r>
            <a:endParaRPr/>
          </a:p>
        </p:txBody>
      </p:sp>
      <p:sp>
        <p:nvSpPr>
          <p:cNvPr id="107" name="Google Shape;107;p14"/>
          <p:cNvSpPr txBox="1"/>
          <p:nvPr/>
        </p:nvSpPr>
        <p:spPr>
          <a:xfrm>
            <a:off x="11212002" y="1425376"/>
            <a:ext cx="2546316"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ÍNDICE</a:t>
            </a:r>
            <a:endParaRPr/>
          </a:p>
        </p:txBody>
      </p:sp>
      <p:grpSp>
        <p:nvGrpSpPr>
          <p:cNvPr id="108" name="Google Shape;108;p14"/>
          <p:cNvGrpSpPr/>
          <p:nvPr/>
        </p:nvGrpSpPr>
        <p:grpSpPr>
          <a:xfrm>
            <a:off x="16124575" y="8400655"/>
            <a:ext cx="2163413" cy="1886345"/>
            <a:chOff x="12784175" y="3675030"/>
            <a:chExt cx="2163413" cy="1886345"/>
          </a:xfrm>
        </p:grpSpPr>
        <p:sp>
          <p:nvSpPr>
            <p:cNvPr id="109" name="Google Shape;109;p1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10" name="Google Shape;110;p1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14"/>
        <p:cNvGrpSpPr/>
        <p:nvPr/>
      </p:nvGrpSpPr>
      <p:grpSpPr>
        <a:xfrm>
          <a:off x="0" y="0"/>
          <a:ext cx="0" cy="0"/>
          <a:chOff x="0" y="0"/>
          <a:chExt cx="0" cy="0"/>
        </a:xfrm>
      </p:grpSpPr>
      <p:sp>
        <p:nvSpPr>
          <p:cNvPr id="115" name="Google Shape;115;p15"/>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116" name="Google Shape;116;p15"/>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117" name="Google Shape;117;p15"/>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dirty="0">
                <a:solidFill>
                  <a:srgbClr val="004AAD"/>
                </a:solidFill>
                <a:latin typeface="Poppins"/>
                <a:ea typeface="Poppins"/>
                <a:cs typeface="Poppins"/>
                <a:sym typeface="Poppins"/>
              </a:rPr>
              <a:t>KPIs</a:t>
            </a:r>
            <a:endParaRPr dirty="0"/>
          </a:p>
        </p:txBody>
      </p:sp>
      <p:sp>
        <p:nvSpPr>
          <p:cNvPr id="118" name="Google Shape;118;p15"/>
          <p:cNvSpPr txBox="1"/>
          <p:nvPr/>
        </p:nvSpPr>
        <p:spPr>
          <a:xfrm>
            <a:off x="1295623"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94.6</a:t>
            </a:r>
            <a:endParaRPr dirty="0"/>
          </a:p>
        </p:txBody>
      </p:sp>
      <p:sp>
        <p:nvSpPr>
          <p:cNvPr id="119" name="Google Shape;119;p15"/>
          <p:cNvSpPr txBox="1"/>
          <p:nvPr/>
        </p:nvSpPr>
        <p:spPr>
          <a:xfrm>
            <a:off x="4412003" y="3413635"/>
            <a:ext cx="2889663"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12.5</a:t>
            </a:r>
            <a:endParaRPr dirty="0"/>
          </a:p>
        </p:txBody>
      </p:sp>
      <p:sp>
        <p:nvSpPr>
          <p:cNvPr id="120" name="Google Shape;120;p15"/>
          <p:cNvSpPr txBox="1"/>
          <p:nvPr/>
        </p:nvSpPr>
        <p:spPr>
          <a:xfrm>
            <a:off x="7840946" y="3413635"/>
            <a:ext cx="2630136"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256.7</a:t>
            </a:r>
            <a:endParaRPr dirty="0"/>
          </a:p>
        </p:txBody>
      </p:sp>
      <p:sp>
        <p:nvSpPr>
          <p:cNvPr id="121" name="Google Shape;121;p15"/>
          <p:cNvSpPr txBox="1"/>
          <p:nvPr/>
        </p:nvSpPr>
        <p:spPr>
          <a:xfrm>
            <a:off x="11019122" y="3413635"/>
            <a:ext cx="2960055"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29,1</a:t>
            </a:r>
            <a:endParaRPr dirty="0"/>
          </a:p>
        </p:txBody>
      </p:sp>
      <p:sp>
        <p:nvSpPr>
          <p:cNvPr id="122" name="Google Shape;122;p15"/>
          <p:cNvSpPr txBox="1"/>
          <p:nvPr/>
        </p:nvSpPr>
        <p:spPr>
          <a:xfrm>
            <a:off x="14556979"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386</a:t>
            </a:r>
            <a:endParaRPr dirty="0"/>
          </a:p>
        </p:txBody>
      </p:sp>
      <p:sp>
        <p:nvSpPr>
          <p:cNvPr id="123" name="Google Shape;123;p15"/>
          <p:cNvSpPr txBox="1"/>
          <p:nvPr/>
        </p:nvSpPr>
        <p:spPr>
          <a:xfrm>
            <a:off x="1178732"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Desempeño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4" name="Google Shape;124;p15"/>
          <p:cNvSpPr txBox="1"/>
          <p:nvPr/>
        </p:nvSpPr>
        <p:spPr>
          <a:xfrm>
            <a:off x="4529753" y="4653324"/>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Años</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servicio</a:t>
            </a:r>
            <a:r>
              <a:rPr lang="en-US" sz="2400" b="0" i="0" u="none" strike="noStrike" cap="none" dirty="0">
                <a:solidFill>
                  <a:srgbClr val="004AAD"/>
                </a:solidFill>
                <a:latin typeface="Poppins"/>
                <a:ea typeface="Poppins"/>
                <a:cs typeface="Poppins"/>
                <a:sym typeface="Poppins"/>
              </a:rPr>
              <a:t> </a:t>
            </a:r>
            <a:r>
              <a:rPr lang="en-US" sz="2400" b="0" i="0" u="none" strike="noStrike" cap="none" dirty="0" err="1">
                <a:solidFill>
                  <a:srgbClr val="004AAD"/>
                </a:solidFill>
                <a:latin typeface="Poppins"/>
                <a:ea typeface="Poppins"/>
                <a:cs typeface="Poppins"/>
                <a:sym typeface="Poppins"/>
              </a:rPr>
              <a:t>Promedio</a:t>
            </a:r>
            <a:endParaRPr dirty="0"/>
          </a:p>
        </p:txBody>
      </p:sp>
      <p:sp>
        <p:nvSpPr>
          <p:cNvPr id="125" name="Google Shape;125;p15"/>
          <p:cNvSpPr txBox="1"/>
          <p:nvPr/>
        </p:nvSpPr>
        <p:spPr>
          <a:xfrm>
            <a:off x="7816918" y="4707695"/>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a:solidFill>
                  <a:srgbClr val="004AAD"/>
                </a:solidFill>
                <a:latin typeface="Poppins"/>
                <a:cs typeface="Poppins"/>
                <a:sym typeface="Poppins"/>
              </a:rPr>
              <a:t>Carga de </a:t>
            </a:r>
            <a:r>
              <a:rPr lang="en-US" sz="2400" dirty="0" err="1">
                <a:solidFill>
                  <a:srgbClr val="004AAD"/>
                </a:solidFill>
                <a:latin typeface="Poppins"/>
                <a:cs typeface="Poppins"/>
                <a:sym typeface="Poppins"/>
              </a:rPr>
              <a:t>Trabajo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Diaria</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6" name="Google Shape;126;p15"/>
          <p:cNvSpPr txBox="1"/>
          <p:nvPr/>
        </p:nvSpPr>
        <p:spPr>
          <a:xfrm>
            <a:off x="11165133" y="4573824"/>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Distancia</a:t>
            </a:r>
            <a:r>
              <a:rPr lang="en-US" sz="2400" dirty="0">
                <a:solidFill>
                  <a:srgbClr val="004AAD"/>
                </a:solidFill>
                <a:latin typeface="Poppins"/>
                <a:ea typeface="Poppins"/>
                <a:cs typeface="Poppins"/>
                <a:sym typeface="Poppins"/>
              </a:rPr>
              <a:t> Casa </a:t>
            </a:r>
            <a:r>
              <a:rPr lang="en-US" sz="2400" dirty="0" err="1">
                <a:solidFill>
                  <a:srgbClr val="004AAD"/>
                </a:solidFill>
                <a:latin typeface="Poppins"/>
                <a:ea typeface="Poppins"/>
                <a:cs typeface="Poppins"/>
                <a:sym typeface="Poppins"/>
              </a:rPr>
              <a:t>Trabajo</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Promedio</a:t>
            </a:r>
            <a:endParaRPr dirty="0"/>
          </a:p>
        </p:txBody>
      </p:sp>
      <p:sp>
        <p:nvSpPr>
          <p:cNvPr id="127" name="Google Shape;127;p15"/>
          <p:cNvSpPr txBox="1"/>
          <p:nvPr/>
        </p:nvSpPr>
        <p:spPr>
          <a:xfrm>
            <a:off x="14455104"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Empleados</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Totales</a:t>
            </a:r>
            <a:endParaRPr dirty="0"/>
          </a:p>
        </p:txBody>
      </p:sp>
      <p:sp>
        <p:nvSpPr>
          <p:cNvPr id="128" name="Google Shape;128;p15"/>
          <p:cNvSpPr txBox="1"/>
          <p:nvPr/>
        </p:nvSpPr>
        <p:spPr>
          <a:xfrm>
            <a:off x="5095518" y="1865620"/>
            <a:ext cx="8096965" cy="954324"/>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dirty="0">
                <a:solidFill>
                  <a:srgbClr val="004AAD"/>
                </a:solidFill>
                <a:latin typeface="Poppins"/>
                <a:ea typeface="Poppins"/>
                <a:cs typeface="Poppins"/>
                <a:sym typeface="Poppins"/>
              </a:rPr>
              <a:t>Lorem ipsum dolor sit </a:t>
            </a:r>
            <a:r>
              <a:rPr lang="en-US" sz="1799" b="0" i="0" u="none" strike="noStrike" cap="none" dirty="0" err="1">
                <a:solidFill>
                  <a:srgbClr val="004AAD"/>
                </a:solidFill>
                <a:latin typeface="Poppins"/>
                <a:ea typeface="Poppins"/>
                <a:cs typeface="Poppins"/>
                <a:sym typeface="Poppins"/>
              </a:rPr>
              <a:t>amet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consectetur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adipiscing</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elit</a:t>
            </a:r>
            <a:r>
              <a:rPr lang="en-US" sz="1799" b="0" i="0" u="none" strike="noStrike" cap="none" dirty="0">
                <a:solidFill>
                  <a:srgbClr val="004AAD"/>
                </a:solidFill>
                <a:latin typeface="Poppins"/>
                <a:ea typeface="Poppins"/>
                <a:cs typeface="Poppins"/>
                <a:sym typeface="Poppins"/>
              </a:rPr>
              <a:t>. Ut a </a:t>
            </a:r>
            <a:r>
              <a:rPr lang="en-US" sz="1799" b="0" i="0" u="none" strike="noStrike" cap="none" dirty="0" err="1">
                <a:solidFill>
                  <a:srgbClr val="004AAD"/>
                </a:solidFill>
                <a:latin typeface="Poppins"/>
                <a:ea typeface="Poppins"/>
                <a:cs typeface="Poppins"/>
                <a:sym typeface="Poppins"/>
              </a:rPr>
              <a:t>enim</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nec</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nisl</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ullamcorper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eleifend</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Praesent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risus</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leo</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fringilla</a:t>
            </a:r>
            <a:r>
              <a:rPr lang="en-US" sz="1799" b="0" i="0" u="none" strike="noStrike" cap="none" dirty="0">
                <a:solidFill>
                  <a:srgbClr val="004AAD"/>
                </a:solidFill>
                <a:latin typeface="Poppins"/>
                <a:ea typeface="Poppins"/>
                <a:cs typeface="Poppins"/>
                <a:sym typeface="Poppins"/>
              </a:rPr>
              <a:t> et ipsum.</a:t>
            </a:r>
            <a:endParaRPr dirty="0"/>
          </a:p>
        </p:txBody>
      </p:sp>
      <p:sp>
        <p:nvSpPr>
          <p:cNvPr id="129" name="Google Shape;129;p15"/>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0" name="Google Shape;130;p15"/>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1" name="Google Shape;131;p15"/>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132" name="Google Shape;132;p15"/>
          <p:cNvGrpSpPr/>
          <p:nvPr/>
        </p:nvGrpSpPr>
        <p:grpSpPr>
          <a:xfrm>
            <a:off x="0" y="5"/>
            <a:ext cx="2163413" cy="1886345"/>
            <a:chOff x="12784175" y="3675030"/>
            <a:chExt cx="2163413" cy="1886345"/>
          </a:xfrm>
        </p:grpSpPr>
        <p:sp>
          <p:nvSpPr>
            <p:cNvPr id="133" name="Google Shape;133;p1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34" name="Google Shape;134;p1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38"/>
        <p:cNvGrpSpPr/>
        <p:nvPr/>
      </p:nvGrpSpPr>
      <p:grpSpPr>
        <a:xfrm>
          <a:off x="0" y="0"/>
          <a:ext cx="0" cy="0"/>
          <a:chOff x="0" y="0"/>
          <a:chExt cx="0" cy="0"/>
        </a:xfrm>
      </p:grpSpPr>
      <p:sp>
        <p:nvSpPr>
          <p:cNvPr id="139" name="Google Shape;139;p16"/>
          <p:cNvSpPr txBox="1"/>
          <p:nvPr/>
        </p:nvSpPr>
        <p:spPr>
          <a:xfrm>
            <a:off x="6440043" y="2847470"/>
            <a:ext cx="4715972" cy="460236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0" name="Google Shape;140;p16"/>
          <p:cNvSpPr/>
          <p:nvPr/>
        </p:nvSpPr>
        <p:spPr>
          <a:xfrm>
            <a:off x="12878136" y="637630"/>
            <a:ext cx="5409818" cy="7513636"/>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41" name="Google Shape;141;p16"/>
          <p:cNvSpPr txBox="1"/>
          <p:nvPr/>
        </p:nvSpPr>
        <p:spPr>
          <a:xfrm>
            <a:off x="1028700" y="2847470"/>
            <a:ext cx="4715972" cy="561052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2" name="Google Shape;142;p16"/>
          <p:cNvSpPr txBox="1"/>
          <p:nvPr/>
        </p:nvSpPr>
        <p:spPr>
          <a:xfrm>
            <a:off x="1028700" y="1921635"/>
            <a:ext cx="6022114"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143" name="Google Shape;143;p16"/>
          <p:cNvGrpSpPr/>
          <p:nvPr/>
        </p:nvGrpSpPr>
        <p:grpSpPr>
          <a:xfrm>
            <a:off x="0" y="5"/>
            <a:ext cx="2163413" cy="1886345"/>
            <a:chOff x="12784175" y="3675030"/>
            <a:chExt cx="2163413" cy="1886345"/>
          </a:xfrm>
        </p:grpSpPr>
        <p:sp>
          <p:nvSpPr>
            <p:cNvPr id="144" name="Google Shape;144;p1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45" name="Google Shape;145;p1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49"/>
        <p:cNvGrpSpPr/>
        <p:nvPr/>
      </p:nvGrpSpPr>
      <p:grpSpPr>
        <a:xfrm>
          <a:off x="0" y="0"/>
          <a:ext cx="0" cy="0"/>
          <a:chOff x="0" y="0"/>
          <a:chExt cx="0" cy="0"/>
        </a:xfrm>
      </p:grpSpPr>
      <p:sp>
        <p:nvSpPr>
          <p:cNvPr id="150" name="Google Shape;150;p17"/>
          <p:cNvSpPr/>
          <p:nvPr/>
        </p:nvSpPr>
        <p:spPr>
          <a:xfrm>
            <a:off x="13697292" y="1276085"/>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51" name="Google Shape;151;p17"/>
          <p:cNvSpPr txBox="1"/>
          <p:nvPr/>
        </p:nvSpPr>
        <p:spPr>
          <a:xfrm>
            <a:off x="10278427" y="2118970"/>
            <a:ext cx="3101148" cy="6259406"/>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152" name="Google Shape;152;p17"/>
          <p:cNvSpPr txBox="1"/>
          <p:nvPr/>
        </p:nvSpPr>
        <p:spPr>
          <a:xfrm>
            <a:off x="1560900" y="998885"/>
            <a:ext cx="6022200" cy="670505"/>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dirty="0">
                <a:solidFill>
                  <a:srgbClr val="004AAD"/>
                </a:solidFill>
                <a:latin typeface="Poppins"/>
                <a:ea typeface="Poppins"/>
                <a:cs typeface="Poppins"/>
                <a:sym typeface="Poppins"/>
              </a:rPr>
              <a:t>PREGUNTA 1</a:t>
            </a:r>
            <a:endParaRPr dirty="0"/>
          </a:p>
        </p:txBody>
      </p:sp>
      <p:grpSp>
        <p:nvGrpSpPr>
          <p:cNvPr id="153" name="Google Shape;153;p17"/>
          <p:cNvGrpSpPr/>
          <p:nvPr/>
        </p:nvGrpSpPr>
        <p:grpSpPr>
          <a:xfrm>
            <a:off x="16124575" y="8400655"/>
            <a:ext cx="2163413" cy="1886345"/>
            <a:chOff x="12784175" y="3675030"/>
            <a:chExt cx="2163413" cy="1886345"/>
          </a:xfrm>
        </p:grpSpPr>
        <p:sp>
          <p:nvSpPr>
            <p:cNvPr id="154" name="Google Shape;154;p1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55" name="Google Shape;155;p1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156" name="Google Shape;156;p17"/>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 name="Rectangle 1">
            <a:extLst>
              <a:ext uri="{FF2B5EF4-FFF2-40B4-BE49-F238E27FC236}">
                <a16:creationId xmlns:a16="http://schemas.microsoft.com/office/drawing/2014/main" id="{F88B6A08-7CBD-42ED-A290-0D3CBBEBE747}"/>
              </a:ext>
            </a:extLst>
          </p:cNvPr>
          <p:cNvSpPr/>
          <p:nvPr/>
        </p:nvSpPr>
        <p:spPr>
          <a:xfrm>
            <a:off x="1206008" y="320040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AÑOS DE SERVICIO</a:t>
            </a:r>
          </a:p>
        </p:txBody>
      </p:sp>
      <p:sp>
        <p:nvSpPr>
          <p:cNvPr id="11" name="Rectangle 10">
            <a:extLst>
              <a:ext uri="{FF2B5EF4-FFF2-40B4-BE49-F238E27FC236}">
                <a16:creationId xmlns:a16="http://schemas.microsoft.com/office/drawing/2014/main" id="{9177A92D-B3AE-49AF-9B97-C5AF0DBFBCE9}"/>
              </a:ext>
            </a:extLst>
          </p:cNvPr>
          <p:cNvSpPr/>
          <p:nvPr/>
        </p:nvSpPr>
        <p:spPr>
          <a:xfrm>
            <a:off x="1165698" y="4705246"/>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CARGA LABORAL MEDIA DIARIA</a:t>
            </a:r>
          </a:p>
        </p:txBody>
      </p:sp>
      <p:sp>
        <p:nvSpPr>
          <p:cNvPr id="12" name="Rectangle 11">
            <a:extLst>
              <a:ext uri="{FF2B5EF4-FFF2-40B4-BE49-F238E27FC236}">
                <a16:creationId xmlns:a16="http://schemas.microsoft.com/office/drawing/2014/main" id="{413A90B0-3711-4C1A-B59B-049DD31A5C94}"/>
              </a:ext>
            </a:extLst>
          </p:cNvPr>
          <p:cNvSpPr/>
          <p:nvPr/>
        </p:nvSpPr>
        <p:spPr>
          <a:xfrm>
            <a:off x="1165698" y="6203132"/>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DISTANCIA CASA TRABAJO</a:t>
            </a:r>
          </a:p>
        </p:txBody>
      </p:sp>
      <p:sp>
        <p:nvSpPr>
          <p:cNvPr id="13" name="Rectangle 12">
            <a:extLst>
              <a:ext uri="{FF2B5EF4-FFF2-40B4-BE49-F238E27FC236}">
                <a16:creationId xmlns:a16="http://schemas.microsoft.com/office/drawing/2014/main" id="{94FAE6EC-7E4C-4622-9755-AF6150B1BB98}"/>
              </a:ext>
            </a:extLst>
          </p:cNvPr>
          <p:cNvSpPr/>
          <p:nvPr/>
        </p:nvSpPr>
        <p:spPr>
          <a:xfrm>
            <a:off x="5228595" y="469522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a:t>
            </a:r>
          </a:p>
        </p:txBody>
      </p:sp>
      <p:cxnSp>
        <p:nvCxnSpPr>
          <p:cNvPr id="4" name="Connector de fletxa recta 3">
            <a:extLst>
              <a:ext uri="{FF2B5EF4-FFF2-40B4-BE49-F238E27FC236}">
                <a16:creationId xmlns:a16="http://schemas.microsoft.com/office/drawing/2014/main" id="{6E2E7557-7AC6-41A1-9647-8CB5A5F8D857}"/>
              </a:ext>
            </a:extLst>
          </p:cNvPr>
          <p:cNvCxnSpPr>
            <a:cxnSpLocks/>
          </p:cNvCxnSpPr>
          <p:nvPr/>
        </p:nvCxnSpPr>
        <p:spPr>
          <a:xfrm>
            <a:off x="3907668" y="3753853"/>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679C43D3-063B-471C-98B4-4F1B9C10124D}"/>
              </a:ext>
            </a:extLst>
          </p:cNvPr>
          <p:cNvCxnSpPr>
            <a:cxnSpLocks/>
          </p:cNvCxnSpPr>
          <p:nvPr/>
        </p:nvCxnSpPr>
        <p:spPr>
          <a:xfrm flipV="1">
            <a:off x="3865387" y="5826518"/>
            <a:ext cx="1226330" cy="94664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de fletxa recta 19">
            <a:extLst>
              <a:ext uri="{FF2B5EF4-FFF2-40B4-BE49-F238E27FC236}">
                <a16:creationId xmlns:a16="http://schemas.microsoft.com/office/drawing/2014/main" id="{503C184A-52E8-4BDD-88C5-AB3981C81FC3}"/>
              </a:ext>
            </a:extLst>
          </p:cNvPr>
          <p:cNvCxnSpPr>
            <a:cxnSpLocks/>
          </p:cNvCxnSpPr>
          <p:nvPr/>
        </p:nvCxnSpPr>
        <p:spPr>
          <a:xfrm>
            <a:off x="3827036" y="5358477"/>
            <a:ext cx="1344892" cy="0"/>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60"/>
        <p:cNvGrpSpPr/>
        <p:nvPr/>
      </p:nvGrpSpPr>
      <p:grpSpPr>
        <a:xfrm>
          <a:off x="0" y="0"/>
          <a:ext cx="0" cy="0"/>
          <a:chOff x="0" y="0"/>
          <a:chExt cx="0" cy="0"/>
        </a:xfrm>
      </p:grpSpPr>
      <p:sp>
        <p:nvSpPr>
          <p:cNvPr id="161" name="Google Shape;161;p18"/>
          <p:cNvSpPr/>
          <p:nvPr/>
        </p:nvSpPr>
        <p:spPr>
          <a:xfrm>
            <a:off x="0" y="412266"/>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162" name="Google Shape;162;p18"/>
          <p:cNvSpPr/>
          <p:nvPr/>
        </p:nvSpPr>
        <p:spPr>
          <a:xfrm>
            <a:off x="170187" y="327811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163" name="Google Shape;163;p18"/>
          <p:cNvSpPr/>
          <p:nvPr/>
        </p:nvSpPr>
        <p:spPr>
          <a:xfrm>
            <a:off x="814384" y="4848064"/>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164" name="Google Shape;164;p18"/>
          <p:cNvGrpSpPr/>
          <p:nvPr/>
        </p:nvGrpSpPr>
        <p:grpSpPr>
          <a:xfrm>
            <a:off x="16124575" y="8400655"/>
            <a:ext cx="2163413" cy="1886345"/>
            <a:chOff x="12784175" y="3675030"/>
            <a:chExt cx="2163413" cy="1886345"/>
          </a:xfrm>
        </p:grpSpPr>
        <p:sp>
          <p:nvSpPr>
            <p:cNvPr id="165" name="Google Shape;165;p1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66" name="Google Shape;166;p1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167" name="Google Shape;167;p18"/>
          <p:cNvSpPr txBox="1"/>
          <p:nvPr/>
        </p:nvSpPr>
        <p:spPr>
          <a:xfrm>
            <a:off x="9675900" y="1400735"/>
            <a:ext cx="6022200" cy="670505"/>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dirty="0">
                <a:solidFill>
                  <a:srgbClr val="004AAD"/>
                </a:solidFill>
                <a:latin typeface="Poppins"/>
                <a:ea typeface="Poppins"/>
                <a:cs typeface="Poppins"/>
                <a:sym typeface="Poppins"/>
              </a:rPr>
              <a:t>PREGUNTA 2</a:t>
            </a:r>
            <a:endParaRPr dirty="0"/>
          </a:p>
        </p:txBody>
      </p:sp>
      <p:sp>
        <p:nvSpPr>
          <p:cNvPr id="168" name="Google Shape;168;p18"/>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69" name="Google Shape;169;p18"/>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1" name="Rectangle 10">
            <a:extLst>
              <a:ext uri="{FF2B5EF4-FFF2-40B4-BE49-F238E27FC236}">
                <a16:creationId xmlns:a16="http://schemas.microsoft.com/office/drawing/2014/main" id="{7DEC304F-C054-4C1D-8DD1-37A4D57E9C7F}"/>
              </a:ext>
            </a:extLst>
          </p:cNvPr>
          <p:cNvSpPr/>
          <p:nvPr/>
        </p:nvSpPr>
        <p:spPr>
          <a:xfrm>
            <a:off x="9185434" y="534873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ÓPTIMO</a:t>
            </a:r>
          </a:p>
        </p:txBody>
      </p:sp>
      <p:sp>
        <p:nvSpPr>
          <p:cNvPr id="13" name="Rectangle 12">
            <a:extLst>
              <a:ext uri="{FF2B5EF4-FFF2-40B4-BE49-F238E27FC236}">
                <a16:creationId xmlns:a16="http://schemas.microsoft.com/office/drawing/2014/main" id="{AE35B180-DB42-4672-A018-0CC9E45C6A7F}"/>
              </a:ext>
            </a:extLst>
          </p:cNvPr>
          <p:cNvSpPr/>
          <p:nvPr/>
        </p:nvSpPr>
        <p:spPr>
          <a:xfrm>
            <a:off x="9176181" y="3254475"/>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CRÍTICO</a:t>
            </a:r>
          </a:p>
        </p:txBody>
      </p:sp>
      <p:sp>
        <p:nvSpPr>
          <p:cNvPr id="14" name="Rectangle 13">
            <a:extLst>
              <a:ext uri="{FF2B5EF4-FFF2-40B4-BE49-F238E27FC236}">
                <a16:creationId xmlns:a16="http://schemas.microsoft.com/office/drawing/2014/main" id="{2C599FCC-30BA-49EA-B8B7-EFC7481EF9DA}"/>
              </a:ext>
            </a:extLst>
          </p:cNvPr>
          <p:cNvSpPr/>
          <p:nvPr/>
        </p:nvSpPr>
        <p:spPr>
          <a:xfrm>
            <a:off x="9144000" y="7310372"/>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SATURADO</a:t>
            </a:r>
          </a:p>
        </p:txBody>
      </p:sp>
      <p:sp>
        <p:nvSpPr>
          <p:cNvPr id="15" name="Rectangle 14">
            <a:extLst>
              <a:ext uri="{FF2B5EF4-FFF2-40B4-BE49-F238E27FC236}">
                <a16:creationId xmlns:a16="http://schemas.microsoft.com/office/drawing/2014/main" id="{333172FC-CAB4-46DA-ABCB-8C7C3DB5B330}"/>
              </a:ext>
            </a:extLst>
          </p:cNvPr>
          <p:cNvSpPr/>
          <p:nvPr/>
        </p:nvSpPr>
        <p:spPr>
          <a:xfrm>
            <a:off x="12650378" y="3254475"/>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 BAJO</a:t>
            </a:r>
          </a:p>
        </p:txBody>
      </p:sp>
      <p:sp>
        <p:nvSpPr>
          <p:cNvPr id="16" name="Rectangle 15">
            <a:extLst>
              <a:ext uri="{FF2B5EF4-FFF2-40B4-BE49-F238E27FC236}">
                <a16:creationId xmlns:a16="http://schemas.microsoft.com/office/drawing/2014/main" id="{F929C9C7-D33B-44C9-9E6D-D125CABD2080}"/>
              </a:ext>
            </a:extLst>
          </p:cNvPr>
          <p:cNvSpPr/>
          <p:nvPr/>
        </p:nvSpPr>
        <p:spPr>
          <a:xfrm>
            <a:off x="12764093" y="534873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 ALTO</a:t>
            </a:r>
          </a:p>
        </p:txBody>
      </p:sp>
      <p:sp>
        <p:nvSpPr>
          <p:cNvPr id="17" name="Rectangle 16">
            <a:extLst>
              <a:ext uri="{FF2B5EF4-FFF2-40B4-BE49-F238E27FC236}">
                <a16:creationId xmlns:a16="http://schemas.microsoft.com/office/drawing/2014/main" id="{1B9B3BC1-57B0-4601-BDEE-DAB122F66A1A}"/>
              </a:ext>
            </a:extLst>
          </p:cNvPr>
          <p:cNvSpPr/>
          <p:nvPr/>
        </p:nvSpPr>
        <p:spPr>
          <a:xfrm>
            <a:off x="12764093" y="729374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a:solidFill>
                  <a:schemeClr val="bg2"/>
                </a:solidFill>
              </a:rPr>
              <a:t>DESEMPEÑO MEDIO</a:t>
            </a:r>
            <a:endParaRPr lang="es-ES" sz="2400" b="1" dirty="0">
              <a:solidFill>
                <a:schemeClr val="bg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73"/>
        <p:cNvGrpSpPr/>
        <p:nvPr/>
      </p:nvGrpSpPr>
      <p:grpSpPr>
        <a:xfrm>
          <a:off x="0" y="0"/>
          <a:ext cx="0" cy="0"/>
          <a:chOff x="0" y="0"/>
          <a:chExt cx="0" cy="0"/>
        </a:xfrm>
      </p:grpSpPr>
      <p:grpSp>
        <p:nvGrpSpPr>
          <p:cNvPr id="174" name="Google Shape;174;p19"/>
          <p:cNvGrpSpPr/>
          <p:nvPr/>
        </p:nvGrpSpPr>
        <p:grpSpPr>
          <a:xfrm>
            <a:off x="4855646" y="3940218"/>
            <a:ext cx="1879445" cy="1901470"/>
            <a:chOff x="0" y="-9525"/>
            <a:chExt cx="812800" cy="822325"/>
          </a:xfrm>
        </p:grpSpPr>
        <p:sp>
          <p:nvSpPr>
            <p:cNvPr id="175" name="Google Shape;175;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6" name="Google Shape;176;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177" name="Google Shape;177;p19"/>
          <p:cNvGrpSpPr/>
          <p:nvPr/>
        </p:nvGrpSpPr>
        <p:grpSpPr>
          <a:xfrm>
            <a:off x="8275799" y="3940218"/>
            <a:ext cx="1879445" cy="1901470"/>
            <a:chOff x="0" y="-9525"/>
            <a:chExt cx="812800" cy="822325"/>
          </a:xfrm>
        </p:grpSpPr>
        <p:sp>
          <p:nvSpPr>
            <p:cNvPr id="178" name="Google Shape;178;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9" name="Google Shape;179;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180" name="Google Shape;180;p19"/>
          <p:cNvGrpSpPr/>
          <p:nvPr/>
        </p:nvGrpSpPr>
        <p:grpSpPr>
          <a:xfrm>
            <a:off x="1440994" y="3940218"/>
            <a:ext cx="1879445" cy="1901470"/>
            <a:chOff x="0" y="-9525"/>
            <a:chExt cx="812800" cy="822325"/>
          </a:xfrm>
        </p:grpSpPr>
        <p:sp>
          <p:nvSpPr>
            <p:cNvPr id="181" name="Google Shape;181;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82" name="Google Shape;182;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183" name="Google Shape;183;p19"/>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184" name="Google Shape;184;p19"/>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185" name="Google Shape;185;p19"/>
          <p:cNvGrpSpPr/>
          <p:nvPr/>
        </p:nvGrpSpPr>
        <p:grpSpPr>
          <a:xfrm>
            <a:off x="1028700" y="6208079"/>
            <a:ext cx="2708535" cy="2326376"/>
            <a:chOff x="0" y="-19050"/>
            <a:chExt cx="3611380" cy="3101834"/>
          </a:xfrm>
        </p:grpSpPr>
        <p:sp>
          <p:nvSpPr>
            <p:cNvPr id="186" name="Google Shape;186;p19"/>
            <p:cNvSpPr txBox="1"/>
            <p:nvPr/>
          </p:nvSpPr>
          <p:spPr>
            <a:xfrm>
              <a:off x="0" y="592446"/>
              <a:ext cx="361138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87" name="Google Shape;187;p19"/>
            <p:cNvSpPr txBox="1"/>
            <p:nvPr/>
          </p:nvSpPr>
          <p:spPr>
            <a:xfrm>
              <a:off x="0" y="-19050"/>
              <a:ext cx="3611380" cy="505678"/>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188" name="Google Shape;188;p19"/>
          <p:cNvGrpSpPr/>
          <p:nvPr/>
        </p:nvGrpSpPr>
        <p:grpSpPr>
          <a:xfrm>
            <a:off x="4456254" y="6208079"/>
            <a:ext cx="2705100" cy="2688299"/>
            <a:chOff x="0" y="-19050"/>
            <a:chExt cx="3606800" cy="3584398"/>
          </a:xfrm>
        </p:grpSpPr>
        <p:sp>
          <p:nvSpPr>
            <p:cNvPr id="189" name="Google Shape;189;p19"/>
            <p:cNvSpPr txBox="1"/>
            <p:nvPr/>
          </p:nvSpPr>
          <p:spPr>
            <a:xfrm>
              <a:off x="0" y="1075010"/>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0" name="Google Shape;190;p19"/>
            <p:cNvSpPr txBox="1"/>
            <p:nvPr/>
          </p:nvSpPr>
          <p:spPr>
            <a:xfrm>
              <a:off x="0" y="-19050"/>
              <a:ext cx="3606800" cy="988242"/>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191" name="Google Shape;191;p19"/>
          <p:cNvGrpSpPr/>
          <p:nvPr/>
        </p:nvGrpSpPr>
        <p:grpSpPr>
          <a:xfrm>
            <a:off x="7876408" y="6208079"/>
            <a:ext cx="2705100" cy="3050221"/>
            <a:chOff x="0" y="-19050"/>
            <a:chExt cx="3606800" cy="4066962"/>
          </a:xfrm>
        </p:grpSpPr>
        <p:sp>
          <p:nvSpPr>
            <p:cNvPr id="192" name="Google Shape;192;p19"/>
            <p:cNvSpPr txBox="1"/>
            <p:nvPr/>
          </p:nvSpPr>
          <p:spPr>
            <a:xfrm>
              <a:off x="0" y="1557574"/>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3" name="Google Shape;193;p19"/>
            <p:cNvSpPr txBox="1"/>
            <p:nvPr/>
          </p:nvSpPr>
          <p:spPr>
            <a:xfrm>
              <a:off x="0" y="-19050"/>
              <a:ext cx="3606800" cy="1470806"/>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194" name="Google Shape;194;p19"/>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dirty="0">
                <a:solidFill>
                  <a:srgbClr val="004AAD"/>
                </a:solidFill>
                <a:latin typeface="Poppins"/>
                <a:ea typeface="Poppins"/>
                <a:cs typeface="Poppins"/>
                <a:sym typeface="Poppins"/>
              </a:rPr>
              <a:t>TRES PUNTOS CLAVE</a:t>
            </a:r>
            <a:endParaRPr dirty="0"/>
          </a:p>
        </p:txBody>
      </p:sp>
      <p:sp>
        <p:nvSpPr>
          <p:cNvPr id="195" name="Google Shape;195;p19"/>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196" name="Google Shape;196;p19"/>
          <p:cNvGrpSpPr/>
          <p:nvPr/>
        </p:nvGrpSpPr>
        <p:grpSpPr>
          <a:xfrm>
            <a:off x="0" y="5"/>
            <a:ext cx="2163413" cy="1886345"/>
            <a:chOff x="12784175" y="3675030"/>
            <a:chExt cx="2163413" cy="1886345"/>
          </a:xfrm>
        </p:grpSpPr>
        <p:sp>
          <p:nvSpPr>
            <p:cNvPr id="197" name="Google Shape;197;p1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98" name="Google Shape;198;p1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02"/>
        <p:cNvGrpSpPr/>
        <p:nvPr/>
      </p:nvGrpSpPr>
      <p:grpSpPr>
        <a:xfrm>
          <a:off x="0" y="0"/>
          <a:ext cx="0" cy="0"/>
          <a:chOff x="0" y="0"/>
          <a:chExt cx="0" cy="0"/>
        </a:xfrm>
      </p:grpSpPr>
      <p:sp>
        <p:nvSpPr>
          <p:cNvPr id="203" name="Google Shape;203;p20"/>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204" name="Google Shape;204;p20"/>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205" name="Google Shape;205;p20"/>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206" name="Google Shape;206;p20"/>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7" name="Google Shape;207;p20"/>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8" name="Google Shape;208;p20"/>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209" name="Google Shape;209;p20"/>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210" name="Google Shape;210;p20"/>
          <p:cNvSpPr txBox="1"/>
          <p:nvPr/>
        </p:nvSpPr>
        <p:spPr>
          <a:xfrm>
            <a:off x="13477884" y="5522845"/>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211" name="Google Shape;211;p20"/>
          <p:cNvSpPr txBox="1"/>
          <p:nvPr/>
        </p:nvSpPr>
        <p:spPr>
          <a:xfrm>
            <a:off x="1030354" y="5496626"/>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212" name="Google Shape;212;p20"/>
          <p:cNvSpPr txBox="1"/>
          <p:nvPr/>
        </p:nvSpPr>
        <p:spPr>
          <a:xfrm>
            <a:off x="13477884" y="583907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3" name="Google Shape;213;p20"/>
          <p:cNvSpPr txBox="1"/>
          <p:nvPr/>
        </p:nvSpPr>
        <p:spPr>
          <a:xfrm>
            <a:off x="1030354" y="5924940"/>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4" name="Google Shape;214;p20"/>
          <p:cNvSpPr txBox="1"/>
          <p:nvPr/>
        </p:nvSpPr>
        <p:spPr>
          <a:xfrm>
            <a:off x="12430134" y="102094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215" name="Google Shape;215;p20"/>
          <p:cNvSpPr txBox="1"/>
          <p:nvPr/>
        </p:nvSpPr>
        <p:spPr>
          <a:xfrm>
            <a:off x="2078104" y="11299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216" name="Google Shape;216;p20"/>
          <p:cNvSpPr txBox="1"/>
          <p:nvPr/>
        </p:nvSpPr>
        <p:spPr>
          <a:xfrm>
            <a:off x="12430134" y="1337174"/>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7" name="Google Shape;217;p20"/>
          <p:cNvSpPr txBox="1"/>
          <p:nvPr/>
        </p:nvSpPr>
        <p:spPr>
          <a:xfrm>
            <a:off x="2078104" y="1427485"/>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8" name="Google Shape;218;p20"/>
          <p:cNvSpPr txBox="1"/>
          <p:nvPr/>
        </p:nvSpPr>
        <p:spPr>
          <a:xfrm>
            <a:off x="13477884" y="3275772"/>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219" name="Google Shape;219;p20"/>
          <p:cNvSpPr txBox="1"/>
          <p:nvPr/>
        </p:nvSpPr>
        <p:spPr>
          <a:xfrm>
            <a:off x="1030354" y="32495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220" name="Google Shape;220;p20"/>
          <p:cNvSpPr txBox="1"/>
          <p:nvPr/>
        </p:nvSpPr>
        <p:spPr>
          <a:xfrm>
            <a:off x="13477884" y="3593853"/>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1" name="Google Shape;221;p20"/>
          <p:cNvSpPr txBox="1"/>
          <p:nvPr/>
        </p:nvSpPr>
        <p:spPr>
          <a:xfrm>
            <a:off x="1030354" y="3677868"/>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2" name="Google Shape;222;p20"/>
          <p:cNvSpPr txBox="1"/>
          <p:nvPr/>
        </p:nvSpPr>
        <p:spPr>
          <a:xfrm>
            <a:off x="12430134" y="7769917"/>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223" name="Google Shape;223;p20"/>
          <p:cNvSpPr txBox="1"/>
          <p:nvPr/>
        </p:nvSpPr>
        <p:spPr>
          <a:xfrm>
            <a:off x="2078104" y="7743699"/>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224" name="Google Shape;224;p20"/>
          <p:cNvSpPr txBox="1"/>
          <p:nvPr/>
        </p:nvSpPr>
        <p:spPr>
          <a:xfrm>
            <a:off x="12430134" y="808799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5" name="Google Shape;225;p20"/>
          <p:cNvSpPr txBox="1"/>
          <p:nvPr/>
        </p:nvSpPr>
        <p:spPr>
          <a:xfrm>
            <a:off x="2078104" y="8080829"/>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6" name="Google Shape;226;p20"/>
          <p:cNvSpPr txBox="1"/>
          <p:nvPr/>
        </p:nvSpPr>
        <p:spPr>
          <a:xfrm>
            <a:off x="6648875" y="990600"/>
            <a:ext cx="4990250" cy="1138372"/>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227" name="Google Shape;227;p20"/>
          <p:cNvGrpSpPr/>
          <p:nvPr/>
        </p:nvGrpSpPr>
        <p:grpSpPr>
          <a:xfrm>
            <a:off x="16124575" y="8400655"/>
            <a:ext cx="2163413" cy="1886345"/>
            <a:chOff x="12784175" y="3675030"/>
            <a:chExt cx="2163413" cy="1886345"/>
          </a:xfrm>
        </p:grpSpPr>
        <p:sp>
          <p:nvSpPr>
            <p:cNvPr id="228" name="Google Shape;228;p2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29" name="Google Shape;229;p2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11"/>
        <p:cNvGrpSpPr/>
        <p:nvPr/>
      </p:nvGrpSpPr>
      <p:grpSpPr>
        <a:xfrm>
          <a:off x="0" y="0"/>
          <a:ext cx="0" cy="0"/>
          <a:chOff x="0" y="0"/>
          <a:chExt cx="0" cy="0"/>
        </a:xfrm>
      </p:grpSpPr>
      <p:sp>
        <p:nvSpPr>
          <p:cNvPr id="412" name="Google Shape;412;p28"/>
          <p:cNvSpPr/>
          <p:nvPr/>
        </p:nvSpPr>
        <p:spPr>
          <a:xfrm>
            <a:off x="14900450" y="1077150"/>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13" name="Google Shape;413;p28"/>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14" name="Google Shape;414;p28"/>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1</a:t>
            </a:r>
            <a:endParaRPr/>
          </a:p>
        </p:txBody>
      </p:sp>
      <p:grpSp>
        <p:nvGrpSpPr>
          <p:cNvPr id="415" name="Google Shape;415;p28"/>
          <p:cNvGrpSpPr/>
          <p:nvPr/>
        </p:nvGrpSpPr>
        <p:grpSpPr>
          <a:xfrm>
            <a:off x="16124575" y="8400655"/>
            <a:ext cx="2163413" cy="1886345"/>
            <a:chOff x="12784175" y="3675030"/>
            <a:chExt cx="2163413" cy="1886345"/>
          </a:xfrm>
        </p:grpSpPr>
        <p:sp>
          <p:nvSpPr>
            <p:cNvPr id="416" name="Google Shape;416;p2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17" name="Google Shape;417;p2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418" name="Google Shape;418;p28"/>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48"/>
        <p:cNvGrpSpPr/>
        <p:nvPr/>
      </p:nvGrpSpPr>
      <p:grpSpPr>
        <a:xfrm>
          <a:off x="0" y="0"/>
          <a:ext cx="0" cy="0"/>
          <a:chOff x="0" y="0"/>
          <a:chExt cx="0" cy="0"/>
        </a:xfrm>
      </p:grpSpPr>
      <p:cxnSp>
        <p:nvCxnSpPr>
          <p:cNvPr id="249" name="Google Shape;249;p22"/>
          <p:cNvCxnSpPr/>
          <p:nvPr/>
        </p:nvCxnSpPr>
        <p:spPr>
          <a:xfrm>
            <a:off x="7198632" y="-330798"/>
            <a:ext cx="0" cy="10946666"/>
          </a:xfrm>
          <a:prstGeom prst="straightConnector1">
            <a:avLst/>
          </a:prstGeom>
          <a:noFill/>
          <a:ln w="114300" cap="rnd" cmpd="sng">
            <a:solidFill>
              <a:srgbClr val="004AAD"/>
            </a:solidFill>
            <a:prstDash val="solid"/>
            <a:round/>
            <a:headEnd type="none" w="sm" len="sm"/>
            <a:tailEnd type="none" w="sm" len="sm"/>
          </a:ln>
        </p:spPr>
      </p:cxnSp>
      <p:grpSp>
        <p:nvGrpSpPr>
          <p:cNvPr id="250" name="Google Shape;250;p22"/>
          <p:cNvGrpSpPr/>
          <p:nvPr/>
        </p:nvGrpSpPr>
        <p:grpSpPr>
          <a:xfrm>
            <a:off x="6904192" y="1006055"/>
            <a:ext cx="588882" cy="595783"/>
            <a:chOff x="0" y="-9525"/>
            <a:chExt cx="812800" cy="822325"/>
          </a:xfrm>
        </p:grpSpPr>
        <p:sp>
          <p:nvSpPr>
            <p:cNvPr id="251" name="Google Shape;251;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2" name="Google Shape;252;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3" name="Google Shape;253;p22"/>
          <p:cNvGrpSpPr/>
          <p:nvPr/>
        </p:nvGrpSpPr>
        <p:grpSpPr>
          <a:xfrm>
            <a:off x="6904192" y="3210168"/>
            <a:ext cx="588882" cy="595783"/>
            <a:chOff x="0" y="-9525"/>
            <a:chExt cx="812800" cy="822325"/>
          </a:xfrm>
        </p:grpSpPr>
        <p:sp>
          <p:nvSpPr>
            <p:cNvPr id="254" name="Google Shape;254;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5" name="Google Shape;255;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6" name="Google Shape;256;p22"/>
          <p:cNvGrpSpPr/>
          <p:nvPr/>
        </p:nvGrpSpPr>
        <p:grpSpPr>
          <a:xfrm>
            <a:off x="6904192" y="5457240"/>
            <a:ext cx="588882" cy="595783"/>
            <a:chOff x="0" y="-9525"/>
            <a:chExt cx="812800" cy="822325"/>
          </a:xfrm>
        </p:grpSpPr>
        <p:sp>
          <p:nvSpPr>
            <p:cNvPr id="257" name="Google Shape;257;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8" name="Google Shape;258;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9" name="Google Shape;259;p22"/>
          <p:cNvGrpSpPr/>
          <p:nvPr/>
        </p:nvGrpSpPr>
        <p:grpSpPr>
          <a:xfrm>
            <a:off x="6904192" y="7703472"/>
            <a:ext cx="588882" cy="595783"/>
            <a:chOff x="0" y="-9525"/>
            <a:chExt cx="812800" cy="822325"/>
          </a:xfrm>
        </p:grpSpPr>
        <p:sp>
          <p:nvSpPr>
            <p:cNvPr id="260" name="Google Shape;260;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61" name="Google Shape;261;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62" name="Google Shape;262;p22"/>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3" name="Google Shape;263;p22"/>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4" name="Google Shape;264;p22"/>
          <p:cNvSpPr txBox="1"/>
          <p:nvPr/>
        </p:nvSpPr>
        <p:spPr>
          <a:xfrm>
            <a:off x="1028700" y="4143264"/>
            <a:ext cx="4530643" cy="366141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265" name="Google Shape;265;p22"/>
          <p:cNvSpPr txBox="1"/>
          <p:nvPr/>
        </p:nvSpPr>
        <p:spPr>
          <a:xfrm>
            <a:off x="1028700" y="2777601"/>
            <a:ext cx="4530643" cy="1138372"/>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266" name="Google Shape;266;p22"/>
          <p:cNvSpPr txBox="1"/>
          <p:nvPr/>
        </p:nvSpPr>
        <p:spPr>
          <a:xfrm>
            <a:off x="8045406" y="562335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267" name="Google Shape;267;p22"/>
          <p:cNvSpPr txBox="1"/>
          <p:nvPr/>
        </p:nvSpPr>
        <p:spPr>
          <a:xfrm>
            <a:off x="8045406" y="605166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68" name="Google Shape;268;p22"/>
          <p:cNvSpPr txBox="1"/>
          <p:nvPr/>
        </p:nvSpPr>
        <p:spPr>
          <a:xfrm>
            <a:off x="8045406" y="1121453"/>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269" name="Google Shape;269;p22"/>
          <p:cNvSpPr txBox="1"/>
          <p:nvPr/>
        </p:nvSpPr>
        <p:spPr>
          <a:xfrm>
            <a:off x="8045406" y="1554212"/>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0" name="Google Shape;270;p22"/>
          <p:cNvSpPr txBox="1"/>
          <p:nvPr/>
        </p:nvSpPr>
        <p:spPr>
          <a:xfrm>
            <a:off x="8045406" y="3376281"/>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271" name="Google Shape;271;p22"/>
          <p:cNvSpPr txBox="1"/>
          <p:nvPr/>
        </p:nvSpPr>
        <p:spPr>
          <a:xfrm>
            <a:off x="8045406" y="380459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2" name="Google Shape;272;p22"/>
          <p:cNvSpPr txBox="1"/>
          <p:nvPr/>
        </p:nvSpPr>
        <p:spPr>
          <a:xfrm>
            <a:off x="8045406" y="7870426"/>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273" name="Google Shape;273;p22"/>
          <p:cNvSpPr txBox="1"/>
          <p:nvPr/>
        </p:nvSpPr>
        <p:spPr>
          <a:xfrm>
            <a:off x="8045406" y="8298740"/>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274" name="Google Shape;274;p22"/>
          <p:cNvGrpSpPr/>
          <p:nvPr/>
        </p:nvGrpSpPr>
        <p:grpSpPr>
          <a:xfrm>
            <a:off x="0" y="5"/>
            <a:ext cx="2163413" cy="1886345"/>
            <a:chOff x="12784175" y="3675030"/>
            <a:chExt cx="2163413" cy="1886345"/>
          </a:xfrm>
        </p:grpSpPr>
        <p:sp>
          <p:nvSpPr>
            <p:cNvPr id="275" name="Google Shape;275;p2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76" name="Google Shape;276;p2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80"/>
        <p:cNvGrpSpPr/>
        <p:nvPr/>
      </p:nvGrpSpPr>
      <p:grpSpPr>
        <a:xfrm>
          <a:off x="0" y="0"/>
          <a:ext cx="0" cy="0"/>
          <a:chOff x="0" y="0"/>
          <a:chExt cx="0" cy="0"/>
        </a:xfrm>
      </p:grpSpPr>
      <p:grpSp>
        <p:nvGrpSpPr>
          <p:cNvPr id="281" name="Google Shape;281;p23"/>
          <p:cNvGrpSpPr/>
          <p:nvPr/>
        </p:nvGrpSpPr>
        <p:grpSpPr>
          <a:xfrm>
            <a:off x="8647101" y="1554020"/>
            <a:ext cx="1382928" cy="1389712"/>
            <a:chOff x="0" y="-9525"/>
            <a:chExt cx="963809" cy="968537"/>
          </a:xfrm>
        </p:grpSpPr>
        <p:sp>
          <p:nvSpPr>
            <p:cNvPr id="282" name="Google Shape;282;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3" name="Google Shape;283;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284" name="Google Shape;284;p23"/>
          <p:cNvGrpSpPr/>
          <p:nvPr/>
        </p:nvGrpSpPr>
        <p:grpSpPr>
          <a:xfrm>
            <a:off x="8647101" y="3546536"/>
            <a:ext cx="1382928" cy="1389712"/>
            <a:chOff x="0" y="-9525"/>
            <a:chExt cx="963809" cy="968537"/>
          </a:xfrm>
        </p:grpSpPr>
        <p:sp>
          <p:nvSpPr>
            <p:cNvPr id="285" name="Google Shape;285;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6" name="Google Shape;286;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287" name="Google Shape;287;p23"/>
          <p:cNvGrpSpPr/>
          <p:nvPr/>
        </p:nvGrpSpPr>
        <p:grpSpPr>
          <a:xfrm>
            <a:off x="8647101" y="5578255"/>
            <a:ext cx="1382928" cy="1389712"/>
            <a:chOff x="0" y="-9525"/>
            <a:chExt cx="963809" cy="968537"/>
          </a:xfrm>
        </p:grpSpPr>
        <p:sp>
          <p:nvSpPr>
            <p:cNvPr id="288" name="Google Shape;288;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9" name="Google Shape;289;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290" name="Google Shape;290;p23"/>
          <p:cNvGrpSpPr/>
          <p:nvPr/>
        </p:nvGrpSpPr>
        <p:grpSpPr>
          <a:xfrm>
            <a:off x="8647101" y="7564715"/>
            <a:ext cx="1382928" cy="1389712"/>
            <a:chOff x="0" y="-9525"/>
            <a:chExt cx="963809" cy="968537"/>
          </a:xfrm>
        </p:grpSpPr>
        <p:sp>
          <p:nvSpPr>
            <p:cNvPr id="291" name="Google Shape;291;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92" name="Google Shape;292;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293" name="Google Shape;293;p23"/>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294" name="Google Shape;294;p23"/>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295" name="Google Shape;295;p23"/>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296" name="Google Shape;296;p23"/>
          <p:cNvGrpSpPr/>
          <p:nvPr/>
        </p:nvGrpSpPr>
        <p:grpSpPr>
          <a:xfrm>
            <a:off x="10393716" y="1549431"/>
            <a:ext cx="5989502" cy="1383482"/>
            <a:chOff x="0" y="-19050"/>
            <a:chExt cx="7986003" cy="1844642"/>
          </a:xfrm>
        </p:grpSpPr>
        <p:sp>
          <p:nvSpPr>
            <p:cNvPr id="297" name="Google Shape;297;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98" name="Google Shape;298;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299" name="Google Shape;299;p23"/>
          <p:cNvGrpSpPr/>
          <p:nvPr/>
        </p:nvGrpSpPr>
        <p:grpSpPr>
          <a:xfrm>
            <a:off x="10393716" y="3438372"/>
            <a:ext cx="5989502" cy="1383482"/>
            <a:chOff x="0" y="-19050"/>
            <a:chExt cx="7986003" cy="1844642"/>
          </a:xfrm>
        </p:grpSpPr>
        <p:sp>
          <p:nvSpPr>
            <p:cNvPr id="300" name="Google Shape;300;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1" name="Google Shape;301;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302" name="Google Shape;302;p23"/>
          <p:cNvGrpSpPr/>
          <p:nvPr/>
        </p:nvGrpSpPr>
        <p:grpSpPr>
          <a:xfrm>
            <a:off x="10393716" y="5517713"/>
            <a:ext cx="5989502" cy="1383482"/>
            <a:chOff x="0" y="-19050"/>
            <a:chExt cx="7986003" cy="1844642"/>
          </a:xfrm>
        </p:grpSpPr>
        <p:sp>
          <p:nvSpPr>
            <p:cNvPr id="303" name="Google Shape;303;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4" name="Google Shape;304;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305" name="Google Shape;305;p23"/>
          <p:cNvGrpSpPr/>
          <p:nvPr/>
        </p:nvGrpSpPr>
        <p:grpSpPr>
          <a:xfrm>
            <a:off x="10393716" y="7508812"/>
            <a:ext cx="5989502" cy="1383482"/>
            <a:chOff x="0" y="-19050"/>
            <a:chExt cx="7986003" cy="1844642"/>
          </a:xfrm>
        </p:grpSpPr>
        <p:sp>
          <p:nvSpPr>
            <p:cNvPr id="306" name="Google Shape;306;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7" name="Google Shape;307;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308" name="Google Shape;308;p23"/>
          <p:cNvGrpSpPr/>
          <p:nvPr/>
        </p:nvGrpSpPr>
        <p:grpSpPr>
          <a:xfrm>
            <a:off x="0" y="5"/>
            <a:ext cx="2163413" cy="1886345"/>
            <a:chOff x="12784175" y="3675030"/>
            <a:chExt cx="2163413" cy="1886345"/>
          </a:xfrm>
        </p:grpSpPr>
        <p:sp>
          <p:nvSpPr>
            <p:cNvPr id="309" name="Google Shape;309;p2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10" name="Google Shape;310;p2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14"/>
        <p:cNvGrpSpPr/>
        <p:nvPr/>
      </p:nvGrpSpPr>
      <p:grpSpPr>
        <a:xfrm>
          <a:off x="0" y="0"/>
          <a:ext cx="0" cy="0"/>
          <a:chOff x="0" y="0"/>
          <a:chExt cx="0" cy="0"/>
        </a:xfrm>
      </p:grpSpPr>
      <p:cxnSp>
        <p:nvCxnSpPr>
          <p:cNvPr id="315" name="Google Shape;315;p24"/>
          <p:cNvCxnSpPr/>
          <p:nvPr/>
        </p:nvCxnSpPr>
        <p:spPr>
          <a:xfrm>
            <a:off x="1323141" y="6632090"/>
            <a:ext cx="10708670" cy="39824"/>
          </a:xfrm>
          <a:prstGeom prst="straightConnector1">
            <a:avLst/>
          </a:prstGeom>
          <a:noFill/>
          <a:ln w="114300" cap="rnd" cmpd="sng">
            <a:solidFill>
              <a:srgbClr val="004AAD"/>
            </a:solidFill>
            <a:prstDash val="solid"/>
            <a:round/>
            <a:headEnd type="none" w="sm" len="sm"/>
            <a:tailEnd type="none" w="sm" len="sm"/>
          </a:ln>
        </p:spPr>
      </p:cxnSp>
      <p:grpSp>
        <p:nvGrpSpPr>
          <p:cNvPr id="316" name="Google Shape;316;p24"/>
          <p:cNvGrpSpPr/>
          <p:nvPr/>
        </p:nvGrpSpPr>
        <p:grpSpPr>
          <a:xfrm>
            <a:off x="1028700" y="6350660"/>
            <a:ext cx="588882" cy="595783"/>
            <a:chOff x="0" y="-9525"/>
            <a:chExt cx="812800" cy="822325"/>
          </a:xfrm>
        </p:grpSpPr>
        <p:sp>
          <p:nvSpPr>
            <p:cNvPr id="317" name="Google Shape;317;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18" name="Google Shape;318;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19" name="Google Shape;319;p24"/>
          <p:cNvGrpSpPr/>
          <p:nvPr/>
        </p:nvGrpSpPr>
        <p:grpSpPr>
          <a:xfrm>
            <a:off x="4596957" y="6350660"/>
            <a:ext cx="588882" cy="595783"/>
            <a:chOff x="0" y="-9525"/>
            <a:chExt cx="812800" cy="822325"/>
          </a:xfrm>
        </p:grpSpPr>
        <p:sp>
          <p:nvSpPr>
            <p:cNvPr id="320" name="Google Shape;320;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1" name="Google Shape;321;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2" name="Google Shape;322;p24"/>
          <p:cNvGrpSpPr/>
          <p:nvPr/>
        </p:nvGrpSpPr>
        <p:grpSpPr>
          <a:xfrm>
            <a:off x="8167163" y="6350660"/>
            <a:ext cx="588882" cy="595783"/>
            <a:chOff x="0" y="-9525"/>
            <a:chExt cx="812800" cy="822325"/>
          </a:xfrm>
        </p:grpSpPr>
        <p:sp>
          <p:nvSpPr>
            <p:cNvPr id="323" name="Google Shape;323;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4" name="Google Shape;324;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5" name="Google Shape;325;p24"/>
          <p:cNvGrpSpPr/>
          <p:nvPr/>
        </p:nvGrpSpPr>
        <p:grpSpPr>
          <a:xfrm>
            <a:off x="11737370" y="6350660"/>
            <a:ext cx="588882" cy="595783"/>
            <a:chOff x="0" y="-9525"/>
            <a:chExt cx="812800" cy="822325"/>
          </a:xfrm>
        </p:grpSpPr>
        <p:sp>
          <p:nvSpPr>
            <p:cNvPr id="326" name="Google Shape;326;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7" name="Google Shape;327;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328" name="Google Shape;328;p24"/>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329" name="Google Shape;329;p24"/>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330" name="Google Shape;330;p24"/>
          <p:cNvSpPr txBox="1"/>
          <p:nvPr/>
        </p:nvSpPr>
        <p:spPr>
          <a:xfrm>
            <a:off x="1173737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331" name="Google Shape;331;p24"/>
          <p:cNvSpPr txBox="1"/>
          <p:nvPr/>
        </p:nvSpPr>
        <p:spPr>
          <a:xfrm>
            <a:off x="102870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2" name="Google Shape;332;p24"/>
          <p:cNvSpPr txBox="1"/>
          <p:nvPr/>
        </p:nvSpPr>
        <p:spPr>
          <a:xfrm>
            <a:off x="4596957"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3" name="Google Shape;333;p24"/>
          <p:cNvSpPr txBox="1"/>
          <p:nvPr/>
        </p:nvSpPr>
        <p:spPr>
          <a:xfrm>
            <a:off x="8164635"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4" name="Google Shape;334;p24"/>
          <p:cNvSpPr txBox="1"/>
          <p:nvPr/>
        </p:nvSpPr>
        <p:spPr>
          <a:xfrm>
            <a:off x="1173737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335" name="Google Shape;335;p24"/>
          <p:cNvGrpSpPr/>
          <p:nvPr/>
        </p:nvGrpSpPr>
        <p:grpSpPr>
          <a:xfrm>
            <a:off x="1028700" y="7213143"/>
            <a:ext cx="2910453" cy="2045157"/>
            <a:chOff x="0" y="0"/>
            <a:chExt cx="3880604" cy="2726877"/>
          </a:xfrm>
        </p:grpSpPr>
        <p:sp>
          <p:nvSpPr>
            <p:cNvPr id="336" name="Google Shape;336;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37" name="Google Shape;337;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338" name="Google Shape;338;p24"/>
          <p:cNvSpPr txBox="1"/>
          <p:nvPr/>
        </p:nvSpPr>
        <p:spPr>
          <a:xfrm>
            <a:off x="102870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339" name="Google Shape;339;p24"/>
          <p:cNvSpPr txBox="1"/>
          <p:nvPr/>
        </p:nvSpPr>
        <p:spPr>
          <a:xfrm>
            <a:off x="4596957"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340" name="Google Shape;340;p24"/>
          <p:cNvSpPr txBox="1"/>
          <p:nvPr/>
        </p:nvSpPr>
        <p:spPr>
          <a:xfrm>
            <a:off x="8164635"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341" name="Google Shape;341;p24"/>
          <p:cNvGrpSpPr/>
          <p:nvPr/>
        </p:nvGrpSpPr>
        <p:grpSpPr>
          <a:xfrm>
            <a:off x="4596957" y="7213143"/>
            <a:ext cx="2910453" cy="2045157"/>
            <a:chOff x="0" y="0"/>
            <a:chExt cx="3880604" cy="2726877"/>
          </a:xfrm>
        </p:grpSpPr>
        <p:sp>
          <p:nvSpPr>
            <p:cNvPr id="342" name="Google Shape;342;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3" name="Google Shape;343;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344" name="Google Shape;344;p24"/>
          <p:cNvGrpSpPr/>
          <p:nvPr/>
        </p:nvGrpSpPr>
        <p:grpSpPr>
          <a:xfrm>
            <a:off x="8167163" y="7213143"/>
            <a:ext cx="2910453" cy="2045157"/>
            <a:chOff x="0" y="0"/>
            <a:chExt cx="3880604" cy="2726877"/>
          </a:xfrm>
        </p:grpSpPr>
        <p:sp>
          <p:nvSpPr>
            <p:cNvPr id="345" name="Google Shape;345;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6" name="Google Shape;346;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347" name="Google Shape;347;p24"/>
          <p:cNvGrpSpPr/>
          <p:nvPr/>
        </p:nvGrpSpPr>
        <p:grpSpPr>
          <a:xfrm>
            <a:off x="11737370" y="7213143"/>
            <a:ext cx="2910453" cy="2045157"/>
            <a:chOff x="0" y="0"/>
            <a:chExt cx="3880604" cy="2726877"/>
          </a:xfrm>
        </p:grpSpPr>
        <p:sp>
          <p:nvSpPr>
            <p:cNvPr id="348" name="Google Shape;348;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9" name="Google Shape;349;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350" name="Google Shape;350;p24"/>
          <p:cNvSpPr txBox="1"/>
          <p:nvPr/>
        </p:nvSpPr>
        <p:spPr>
          <a:xfrm>
            <a:off x="1028700" y="4286710"/>
            <a:ext cx="9341960"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351" name="Google Shape;351;p24"/>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352" name="Google Shape;352;p24"/>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353" name="Google Shape;353;p24"/>
          <p:cNvGrpSpPr/>
          <p:nvPr/>
        </p:nvGrpSpPr>
        <p:grpSpPr>
          <a:xfrm>
            <a:off x="16124575" y="8400655"/>
            <a:ext cx="2163413" cy="1886345"/>
            <a:chOff x="12784175" y="3675030"/>
            <a:chExt cx="2163413" cy="1886345"/>
          </a:xfrm>
        </p:grpSpPr>
        <p:sp>
          <p:nvSpPr>
            <p:cNvPr id="354" name="Google Shape;354;p2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55" name="Google Shape;355;p2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59"/>
        <p:cNvGrpSpPr/>
        <p:nvPr/>
      </p:nvGrpSpPr>
      <p:grpSpPr>
        <a:xfrm>
          <a:off x="0" y="0"/>
          <a:ext cx="0" cy="0"/>
          <a:chOff x="0" y="0"/>
          <a:chExt cx="0" cy="0"/>
        </a:xfrm>
      </p:grpSpPr>
      <p:sp>
        <p:nvSpPr>
          <p:cNvPr id="360" name="Google Shape;360;p25"/>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361" name="Google Shape;361;p25"/>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362" name="Google Shape;362;p25"/>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363" name="Google Shape;363;p25"/>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364" name="Google Shape;364;p25"/>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365" name="Google Shape;365;p25"/>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366" name="Google Shape;366;p25"/>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367" name="Google Shape;367;p25"/>
          <p:cNvSpPr txBox="1"/>
          <p:nvPr/>
        </p:nvSpPr>
        <p:spPr>
          <a:xfrm>
            <a:off x="1041449" y="5799800"/>
            <a:ext cx="7061100" cy="369300"/>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a:solidFill>
                  <a:srgbClr val="004AAD"/>
                </a:solidFill>
                <a:latin typeface="Poppins"/>
                <a:ea typeface="Poppins"/>
                <a:cs typeface="Poppins"/>
                <a:sym typeface="Poppins"/>
              </a:rPr>
              <a:t>Analysis</a:t>
            </a:r>
            <a:r>
              <a:rPr lang="en-US" sz="2400" b="0" i="0" u="none" strike="noStrike" cap="none">
                <a:solidFill>
                  <a:srgbClr val="004AAD"/>
                </a:solidFill>
                <a:latin typeface="Poppins"/>
                <a:ea typeface="Poppins"/>
                <a:cs typeface="Poppins"/>
                <a:sym typeface="Poppins"/>
              </a:rPr>
              <a:t> y propuestas </a:t>
            </a:r>
            <a:r>
              <a:rPr lang="en-US" sz="2400">
                <a:solidFill>
                  <a:srgbClr val="004AAD"/>
                </a:solidFill>
                <a:latin typeface="Poppins"/>
                <a:ea typeface="Poppins"/>
                <a:cs typeface="Poppins"/>
                <a:sym typeface="Poppins"/>
              </a:rPr>
              <a:t>desde RRHH</a:t>
            </a:r>
            <a:endParaRPr/>
          </a:p>
        </p:txBody>
      </p:sp>
      <p:sp>
        <p:nvSpPr>
          <p:cNvPr id="368" name="Google Shape;368;p25"/>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Andrea Caro</a:t>
            </a:r>
            <a:endParaRPr dirty="0"/>
          </a:p>
        </p:txBody>
      </p:sp>
      <p:sp>
        <p:nvSpPr>
          <p:cNvPr id="369" name="Google Shape;369;p25"/>
          <p:cNvSpPr txBox="1"/>
          <p:nvPr/>
        </p:nvSpPr>
        <p:spPr>
          <a:xfrm>
            <a:off x="1125000" y="3325625"/>
            <a:ext cx="8269200" cy="1948800"/>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a:solidFill>
                  <a:srgbClr val="004AAD"/>
                </a:solidFill>
                <a:latin typeface="Poppins"/>
                <a:ea typeface="Poppins"/>
                <a:cs typeface="Poppins"/>
                <a:sym typeface="Poppins"/>
              </a:rPr>
              <a:t>Ausentismo y Bienestar Laboral</a:t>
            </a:r>
            <a:endParaRPr/>
          </a:p>
        </p:txBody>
      </p:sp>
      <p:grpSp>
        <p:nvGrpSpPr>
          <p:cNvPr id="370" name="Google Shape;370;p25"/>
          <p:cNvGrpSpPr/>
          <p:nvPr/>
        </p:nvGrpSpPr>
        <p:grpSpPr>
          <a:xfrm>
            <a:off x="0" y="-8"/>
            <a:ext cx="2163413" cy="1886345"/>
            <a:chOff x="12784175" y="3675030"/>
            <a:chExt cx="2163413" cy="1886345"/>
          </a:xfrm>
        </p:grpSpPr>
        <p:sp>
          <p:nvSpPr>
            <p:cNvPr id="371" name="Google Shape;371;p2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72" name="Google Shape;372;p2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76"/>
        <p:cNvGrpSpPr/>
        <p:nvPr/>
      </p:nvGrpSpPr>
      <p:grpSpPr>
        <a:xfrm>
          <a:off x="0" y="0"/>
          <a:ext cx="0" cy="0"/>
          <a:chOff x="0" y="0"/>
          <a:chExt cx="0" cy="0"/>
        </a:xfrm>
      </p:grpSpPr>
      <p:sp>
        <p:nvSpPr>
          <p:cNvPr id="377" name="Google Shape;377;p26"/>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378" name="Google Shape;378;p26"/>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379" name="Google Shape;379;p26"/>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a:solidFill>
                  <a:srgbClr val="004AAD"/>
                </a:solidFill>
                <a:latin typeface="Poppins"/>
                <a:ea typeface="Poppins"/>
                <a:cs typeface="Poppins"/>
                <a:sym typeface="Poppins"/>
              </a:rPr>
              <a:t>KPIs</a:t>
            </a:r>
            <a:endParaRPr/>
          </a:p>
        </p:txBody>
      </p:sp>
      <p:sp>
        <p:nvSpPr>
          <p:cNvPr id="380" name="Google Shape;380;p26"/>
          <p:cNvSpPr txBox="1"/>
          <p:nvPr/>
        </p:nvSpPr>
        <p:spPr>
          <a:xfrm>
            <a:off x="1295623"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6M</a:t>
            </a:r>
            <a:endParaRPr/>
          </a:p>
        </p:txBody>
      </p:sp>
      <p:sp>
        <p:nvSpPr>
          <p:cNvPr id="381" name="Google Shape;381;p26"/>
          <p:cNvSpPr txBox="1"/>
          <p:nvPr/>
        </p:nvSpPr>
        <p:spPr>
          <a:xfrm>
            <a:off x="4412003" y="3413635"/>
            <a:ext cx="28896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256K</a:t>
            </a:r>
            <a:endParaRPr/>
          </a:p>
        </p:txBody>
      </p:sp>
      <p:sp>
        <p:nvSpPr>
          <p:cNvPr id="382" name="Google Shape;382;p26"/>
          <p:cNvSpPr txBox="1"/>
          <p:nvPr/>
        </p:nvSpPr>
        <p:spPr>
          <a:xfrm>
            <a:off x="7840946" y="3413635"/>
            <a:ext cx="263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80K</a:t>
            </a:r>
            <a:endParaRPr/>
          </a:p>
        </p:txBody>
      </p:sp>
      <p:sp>
        <p:nvSpPr>
          <p:cNvPr id="383" name="Google Shape;383;p26"/>
          <p:cNvSpPr txBox="1"/>
          <p:nvPr/>
        </p:nvSpPr>
        <p:spPr>
          <a:xfrm>
            <a:off x="11019122" y="3413635"/>
            <a:ext cx="296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125K</a:t>
            </a:r>
            <a:endParaRPr/>
          </a:p>
        </p:txBody>
      </p:sp>
      <p:sp>
        <p:nvSpPr>
          <p:cNvPr id="384" name="Google Shape;384;p26"/>
          <p:cNvSpPr txBox="1"/>
          <p:nvPr/>
        </p:nvSpPr>
        <p:spPr>
          <a:xfrm>
            <a:off x="14556979"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1M</a:t>
            </a:r>
            <a:endParaRPr/>
          </a:p>
        </p:txBody>
      </p:sp>
      <p:sp>
        <p:nvSpPr>
          <p:cNvPr id="385" name="Google Shape;385;p26"/>
          <p:cNvSpPr txBox="1"/>
          <p:nvPr/>
        </p:nvSpPr>
        <p:spPr>
          <a:xfrm>
            <a:off x="1178732"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En exportaciones internacionales</a:t>
            </a:r>
            <a:endParaRPr/>
          </a:p>
        </p:txBody>
      </p:sp>
      <p:sp>
        <p:nvSpPr>
          <p:cNvPr id="386" name="Google Shape;386;p26"/>
          <p:cNvSpPr txBox="1"/>
          <p:nvPr/>
        </p:nvSpPr>
        <p:spPr>
          <a:xfrm>
            <a:off x="4529753" y="46533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Productos enviados totales</a:t>
            </a:r>
            <a:endParaRPr/>
          </a:p>
        </p:txBody>
      </p:sp>
      <p:sp>
        <p:nvSpPr>
          <p:cNvPr id="387" name="Google Shape;387;p26"/>
          <p:cNvSpPr txBox="1"/>
          <p:nvPr/>
        </p:nvSpPr>
        <p:spPr>
          <a:xfrm>
            <a:off x="7816918" y="4707695"/>
            <a:ext cx="2654100" cy="3693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Ventas diarias</a:t>
            </a:r>
            <a:endParaRPr/>
          </a:p>
        </p:txBody>
      </p:sp>
      <p:sp>
        <p:nvSpPr>
          <p:cNvPr id="388" name="Google Shape;388;p26"/>
          <p:cNvSpPr txBox="1"/>
          <p:nvPr/>
        </p:nvSpPr>
        <p:spPr>
          <a:xfrm>
            <a:off x="11165133" y="45738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Clientes internacionales</a:t>
            </a:r>
            <a:endParaRPr/>
          </a:p>
        </p:txBody>
      </p:sp>
      <p:sp>
        <p:nvSpPr>
          <p:cNvPr id="389" name="Google Shape;389;p26"/>
          <p:cNvSpPr txBox="1"/>
          <p:nvPr/>
        </p:nvSpPr>
        <p:spPr>
          <a:xfrm>
            <a:off x="14455104"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De registros anuales</a:t>
            </a:r>
            <a:endParaRPr/>
          </a:p>
        </p:txBody>
      </p:sp>
      <p:sp>
        <p:nvSpPr>
          <p:cNvPr id="390" name="Google Shape;390;p26"/>
          <p:cNvSpPr txBox="1"/>
          <p:nvPr/>
        </p:nvSpPr>
        <p:spPr>
          <a:xfrm>
            <a:off x="5095518" y="1865620"/>
            <a:ext cx="8097000" cy="664500"/>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91" name="Google Shape;391;p26"/>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2" name="Google Shape;392;p26"/>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3" name="Google Shape;393;p26"/>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394" name="Google Shape;394;p26"/>
          <p:cNvGrpSpPr/>
          <p:nvPr/>
        </p:nvGrpSpPr>
        <p:grpSpPr>
          <a:xfrm>
            <a:off x="16124575" y="8400655"/>
            <a:ext cx="2163413" cy="1886345"/>
            <a:chOff x="12784175" y="3675030"/>
            <a:chExt cx="2163413" cy="1886345"/>
          </a:xfrm>
        </p:grpSpPr>
        <p:sp>
          <p:nvSpPr>
            <p:cNvPr id="395" name="Google Shape;395;p2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96" name="Google Shape;396;p2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00"/>
        <p:cNvGrpSpPr/>
        <p:nvPr/>
      </p:nvGrpSpPr>
      <p:grpSpPr>
        <a:xfrm>
          <a:off x="0" y="0"/>
          <a:ext cx="0" cy="0"/>
          <a:chOff x="0" y="0"/>
          <a:chExt cx="0" cy="0"/>
        </a:xfrm>
      </p:grpSpPr>
      <p:sp>
        <p:nvSpPr>
          <p:cNvPr id="401" name="Google Shape;401;p27"/>
          <p:cNvSpPr txBox="1"/>
          <p:nvPr/>
        </p:nvSpPr>
        <p:spPr>
          <a:xfrm>
            <a:off x="6440043" y="2847470"/>
            <a:ext cx="4716000" cy="53394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2" name="Google Shape;402;p27"/>
          <p:cNvSpPr/>
          <p:nvPr/>
        </p:nvSpPr>
        <p:spPr>
          <a:xfrm>
            <a:off x="12400054" y="469337"/>
            <a:ext cx="6557355" cy="9107438"/>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03" name="Google Shape;403;p27"/>
          <p:cNvSpPr txBox="1"/>
          <p:nvPr/>
        </p:nvSpPr>
        <p:spPr>
          <a:xfrm>
            <a:off x="1028700" y="28474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4" name="Google Shape;404;p27"/>
          <p:cNvSpPr txBox="1"/>
          <p:nvPr/>
        </p:nvSpPr>
        <p:spPr>
          <a:xfrm>
            <a:off x="1028700" y="19216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405" name="Google Shape;405;p27"/>
          <p:cNvGrpSpPr/>
          <p:nvPr/>
        </p:nvGrpSpPr>
        <p:grpSpPr>
          <a:xfrm>
            <a:off x="0" y="5"/>
            <a:ext cx="2163413" cy="1886345"/>
            <a:chOff x="12784175" y="3675030"/>
            <a:chExt cx="2163413" cy="1886345"/>
          </a:xfrm>
        </p:grpSpPr>
        <p:sp>
          <p:nvSpPr>
            <p:cNvPr id="406" name="Google Shape;406;p2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07" name="Google Shape;407;p2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33"/>
        <p:cNvGrpSpPr/>
        <p:nvPr/>
      </p:nvGrpSpPr>
      <p:grpSpPr>
        <a:xfrm>
          <a:off x="0" y="0"/>
          <a:ext cx="0" cy="0"/>
          <a:chOff x="0" y="0"/>
          <a:chExt cx="0" cy="0"/>
        </a:xfrm>
      </p:grpSpPr>
      <p:sp>
        <p:nvSpPr>
          <p:cNvPr id="234" name="Google Shape;234;p21"/>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5" name="Google Shape;235;p21"/>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236" name="Google Shape;236;p21"/>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7" name="Google Shape;237;p21"/>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8" name="Google Shape;238;p21"/>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239" name="Google Shape;239;p21"/>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240" name="Google Shape;240;p21"/>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Suspendisse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porttitor</a:t>
            </a:r>
            <a:r>
              <a:rPr lang="en-US" sz="2152" b="0" i="0" u="none" strike="noStrike" cap="none" dirty="0">
                <a:solidFill>
                  <a:srgbClr val="004AAD"/>
                </a:solidFill>
                <a:latin typeface="Poppins"/>
                <a:ea typeface="Poppins"/>
                <a:cs typeface="Poppins"/>
                <a:sym typeface="Poppins"/>
              </a:rPr>
              <a:t> diam </a:t>
            </a:r>
            <a:r>
              <a:rPr lang="en-US" sz="2152" b="0" i="0" u="none" strike="noStrike" cap="none" dirty="0" err="1">
                <a:solidFill>
                  <a:srgbClr val="004AAD"/>
                </a:solidFill>
                <a:latin typeface="Poppins"/>
                <a:ea typeface="Poppins"/>
                <a:cs typeface="Poppins"/>
                <a:sym typeface="Poppins"/>
              </a:rPr>
              <a:t>eu</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condimentum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aliquam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Fusce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interdum</a:t>
            </a:r>
            <a:r>
              <a:rPr lang="en-US" sz="2152" b="0" i="0" u="none" strike="noStrike" cap="none" dirty="0">
                <a:solidFill>
                  <a:srgbClr val="004AAD"/>
                </a:solidFill>
                <a:latin typeface="Poppins"/>
                <a:ea typeface="Poppins"/>
                <a:cs typeface="Poppins"/>
                <a:sym typeface="Poppins"/>
              </a:rPr>
              <a:t> cursus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rutrum</a:t>
            </a:r>
            <a:r>
              <a:rPr lang="en-US" sz="2152" b="0" i="0" u="none" strike="noStrike" cap="none" dirty="0">
                <a:solidFill>
                  <a:srgbClr val="004AAD"/>
                </a:solidFill>
                <a:latin typeface="Poppins"/>
                <a:ea typeface="Poppins"/>
                <a:cs typeface="Poppins"/>
                <a:sym typeface="Poppins"/>
              </a:rPr>
              <a:t>. Donec et </a:t>
            </a:r>
            <a:r>
              <a:rPr lang="en-US" sz="2152" b="0" i="0" u="none" strike="noStrike" cap="none" dirty="0" err="1">
                <a:solidFill>
                  <a:srgbClr val="004AAD"/>
                </a:solidFill>
                <a:latin typeface="Poppins"/>
                <a:ea typeface="Poppins"/>
                <a:cs typeface="Poppins"/>
                <a:sym typeface="Poppins"/>
              </a:rPr>
              <a:t>sapien</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pretium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efficitur</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241" name="Google Shape;241;p21"/>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242" name="Google Shape;242;p21"/>
          <p:cNvGrpSpPr/>
          <p:nvPr/>
        </p:nvGrpSpPr>
        <p:grpSpPr>
          <a:xfrm>
            <a:off x="16124575" y="8400655"/>
            <a:ext cx="2163413" cy="1886345"/>
            <a:chOff x="12784175" y="3675030"/>
            <a:chExt cx="2163413" cy="1886345"/>
          </a:xfrm>
        </p:grpSpPr>
        <p:sp>
          <p:nvSpPr>
            <p:cNvPr id="243" name="Google Shape;243;p2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44" name="Google Shape;244;p2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
        <p:nvSpPr>
          <p:cNvPr id="13" name="Rectangle 12">
            <a:extLst>
              <a:ext uri="{FF2B5EF4-FFF2-40B4-BE49-F238E27FC236}">
                <a16:creationId xmlns:a16="http://schemas.microsoft.com/office/drawing/2014/main" id="{9AD6A319-ED59-405F-B170-948189A6F560}"/>
              </a:ext>
            </a:extLst>
          </p:cNvPr>
          <p:cNvSpPr/>
          <p:nvPr/>
        </p:nvSpPr>
        <p:spPr>
          <a:xfrm>
            <a:off x="1225730" y="3200400"/>
            <a:ext cx="2832923"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ALCOHOL</a:t>
            </a:r>
          </a:p>
        </p:txBody>
      </p:sp>
      <p:sp>
        <p:nvSpPr>
          <p:cNvPr id="14" name="Rectangle 13">
            <a:extLst>
              <a:ext uri="{FF2B5EF4-FFF2-40B4-BE49-F238E27FC236}">
                <a16:creationId xmlns:a16="http://schemas.microsoft.com/office/drawing/2014/main" id="{D0B162D4-6E70-44CB-A3D1-742B1DA2EB31}"/>
              </a:ext>
            </a:extLst>
          </p:cNvPr>
          <p:cNvSpPr/>
          <p:nvPr/>
        </p:nvSpPr>
        <p:spPr>
          <a:xfrm>
            <a:off x="1206008"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TABACO</a:t>
            </a:r>
          </a:p>
        </p:txBody>
      </p:sp>
      <p:sp>
        <p:nvSpPr>
          <p:cNvPr id="15" name="Rectangle 14">
            <a:extLst>
              <a:ext uri="{FF2B5EF4-FFF2-40B4-BE49-F238E27FC236}">
                <a16:creationId xmlns:a16="http://schemas.microsoft.com/office/drawing/2014/main" id="{B823DA04-418E-47DA-8920-75C44EE74DC6}"/>
              </a:ext>
            </a:extLst>
          </p:cNvPr>
          <p:cNvSpPr/>
          <p:nvPr/>
        </p:nvSpPr>
        <p:spPr>
          <a:xfrm>
            <a:off x="1206007" y="6870426"/>
            <a:ext cx="2852646"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SANCIONES DISCIPLINARIAS</a:t>
            </a:r>
          </a:p>
        </p:txBody>
      </p:sp>
      <p:sp>
        <p:nvSpPr>
          <p:cNvPr id="16" name="Rectangle 15">
            <a:extLst>
              <a:ext uri="{FF2B5EF4-FFF2-40B4-BE49-F238E27FC236}">
                <a16:creationId xmlns:a16="http://schemas.microsoft.com/office/drawing/2014/main" id="{910EED59-B89B-40BF-8C74-104190451EB6}"/>
              </a:ext>
            </a:extLst>
          </p:cNvPr>
          <p:cNvSpPr/>
          <p:nvPr/>
        </p:nvSpPr>
        <p:spPr>
          <a:xfrm>
            <a:off x="4969499"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NIVEL ABSENTISMO</a:t>
            </a:r>
          </a:p>
        </p:txBody>
      </p:sp>
      <p:cxnSp>
        <p:nvCxnSpPr>
          <p:cNvPr id="17" name="Connector de fletxa recta 16">
            <a:extLst>
              <a:ext uri="{FF2B5EF4-FFF2-40B4-BE49-F238E27FC236}">
                <a16:creationId xmlns:a16="http://schemas.microsoft.com/office/drawing/2014/main" id="{08D47C43-631D-4259-AAB7-DA24D343D43F}"/>
              </a:ext>
            </a:extLst>
          </p:cNvPr>
          <p:cNvCxnSpPr>
            <a:cxnSpLocks/>
          </p:cNvCxnSpPr>
          <p:nvPr/>
        </p:nvCxnSpPr>
        <p:spPr>
          <a:xfrm>
            <a:off x="4149459" y="3816646"/>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89F475F6-0E54-4A07-92F2-6F91CCEECC63}"/>
              </a:ext>
            </a:extLst>
          </p:cNvPr>
          <p:cNvCxnSpPr>
            <a:cxnSpLocks/>
          </p:cNvCxnSpPr>
          <p:nvPr/>
        </p:nvCxnSpPr>
        <p:spPr>
          <a:xfrm flipV="1">
            <a:off x="4124801" y="6217778"/>
            <a:ext cx="1218088" cy="1247844"/>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de fletxa recta 20">
            <a:extLst>
              <a:ext uri="{FF2B5EF4-FFF2-40B4-BE49-F238E27FC236}">
                <a16:creationId xmlns:a16="http://schemas.microsoft.com/office/drawing/2014/main" id="{BFBE29A1-ECFE-4F53-B311-C3F8FA48AA11}"/>
              </a:ext>
            </a:extLst>
          </p:cNvPr>
          <p:cNvCxnSpPr>
            <a:cxnSpLocks/>
          </p:cNvCxnSpPr>
          <p:nvPr/>
        </p:nvCxnSpPr>
        <p:spPr>
          <a:xfrm>
            <a:off x="4090737" y="5470158"/>
            <a:ext cx="848305" cy="16223"/>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22"/>
        <p:cNvGrpSpPr/>
        <p:nvPr/>
      </p:nvGrpSpPr>
      <p:grpSpPr>
        <a:xfrm>
          <a:off x="0" y="0"/>
          <a:ext cx="0" cy="0"/>
          <a:chOff x="0" y="0"/>
          <a:chExt cx="0" cy="0"/>
        </a:xfrm>
      </p:grpSpPr>
      <p:sp>
        <p:nvSpPr>
          <p:cNvPr id="423" name="Google Shape;423;p29"/>
          <p:cNvSpPr/>
          <p:nvPr/>
        </p:nvSpPr>
        <p:spPr>
          <a:xfrm>
            <a:off x="-1415600" y="508519"/>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424" name="Google Shape;424;p29"/>
          <p:cNvSpPr/>
          <p:nvPr/>
        </p:nvSpPr>
        <p:spPr>
          <a:xfrm>
            <a:off x="-599094" y="2785345"/>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425" name="Google Shape;425;p29"/>
          <p:cNvSpPr/>
          <p:nvPr/>
        </p:nvSpPr>
        <p:spPr>
          <a:xfrm>
            <a:off x="-1592448" y="344365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426" name="Google Shape;426;p29"/>
          <p:cNvGrpSpPr/>
          <p:nvPr/>
        </p:nvGrpSpPr>
        <p:grpSpPr>
          <a:xfrm>
            <a:off x="16124575" y="8400655"/>
            <a:ext cx="2163413" cy="1886345"/>
            <a:chOff x="12784175" y="3675030"/>
            <a:chExt cx="2163413" cy="1886345"/>
          </a:xfrm>
        </p:grpSpPr>
        <p:sp>
          <p:nvSpPr>
            <p:cNvPr id="427" name="Google Shape;427;p2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28" name="Google Shape;428;p2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429" name="Google Shape;429;p29"/>
          <p:cNvSpPr txBox="1"/>
          <p:nvPr/>
        </p:nvSpPr>
        <p:spPr>
          <a:xfrm>
            <a:off x="9675900" y="14007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2</a:t>
            </a:r>
            <a:endParaRPr/>
          </a:p>
        </p:txBody>
      </p:sp>
      <p:sp>
        <p:nvSpPr>
          <p:cNvPr id="430" name="Google Shape;430;p29"/>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1" name="Google Shape;431;p29"/>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35"/>
        <p:cNvGrpSpPr/>
        <p:nvPr/>
      </p:nvGrpSpPr>
      <p:grpSpPr>
        <a:xfrm>
          <a:off x="0" y="0"/>
          <a:ext cx="0" cy="0"/>
          <a:chOff x="0" y="0"/>
          <a:chExt cx="0" cy="0"/>
        </a:xfrm>
      </p:grpSpPr>
      <p:grpSp>
        <p:nvGrpSpPr>
          <p:cNvPr id="436" name="Google Shape;436;p30"/>
          <p:cNvGrpSpPr/>
          <p:nvPr/>
        </p:nvGrpSpPr>
        <p:grpSpPr>
          <a:xfrm>
            <a:off x="4855646" y="3940218"/>
            <a:ext cx="1879437" cy="1901462"/>
            <a:chOff x="0" y="-9525"/>
            <a:chExt cx="812800" cy="822325"/>
          </a:xfrm>
        </p:grpSpPr>
        <p:sp>
          <p:nvSpPr>
            <p:cNvPr id="437" name="Google Shape;437;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38" name="Google Shape;438;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439" name="Google Shape;439;p30"/>
          <p:cNvGrpSpPr/>
          <p:nvPr/>
        </p:nvGrpSpPr>
        <p:grpSpPr>
          <a:xfrm>
            <a:off x="8275799" y="3940218"/>
            <a:ext cx="1879437" cy="1901462"/>
            <a:chOff x="0" y="-9525"/>
            <a:chExt cx="812800" cy="822325"/>
          </a:xfrm>
        </p:grpSpPr>
        <p:sp>
          <p:nvSpPr>
            <p:cNvPr id="440" name="Google Shape;440;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1" name="Google Shape;441;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442" name="Google Shape;442;p30"/>
          <p:cNvGrpSpPr/>
          <p:nvPr/>
        </p:nvGrpSpPr>
        <p:grpSpPr>
          <a:xfrm>
            <a:off x="1440994" y="3940218"/>
            <a:ext cx="1879437" cy="1901462"/>
            <a:chOff x="0" y="-9525"/>
            <a:chExt cx="812800" cy="822325"/>
          </a:xfrm>
        </p:grpSpPr>
        <p:sp>
          <p:nvSpPr>
            <p:cNvPr id="443" name="Google Shape;443;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4" name="Google Shape;444;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445" name="Google Shape;445;p30"/>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446" name="Google Shape;446;p30"/>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447" name="Google Shape;447;p30"/>
          <p:cNvGrpSpPr/>
          <p:nvPr/>
        </p:nvGrpSpPr>
        <p:grpSpPr>
          <a:xfrm>
            <a:off x="1028700" y="6208079"/>
            <a:ext cx="2708550" cy="2637297"/>
            <a:chOff x="0" y="-19050"/>
            <a:chExt cx="3611400" cy="3516396"/>
          </a:xfrm>
        </p:grpSpPr>
        <p:sp>
          <p:nvSpPr>
            <p:cNvPr id="448" name="Google Shape;448;p30"/>
            <p:cNvSpPr txBox="1"/>
            <p:nvPr/>
          </p:nvSpPr>
          <p:spPr>
            <a:xfrm>
              <a:off x="0" y="592446"/>
              <a:ext cx="36114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49" name="Google Shape;449;p30"/>
            <p:cNvSpPr txBox="1"/>
            <p:nvPr/>
          </p:nvSpPr>
          <p:spPr>
            <a:xfrm>
              <a:off x="0" y="-19050"/>
              <a:ext cx="3611400" cy="4926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450" name="Google Shape;450;p30"/>
          <p:cNvGrpSpPr/>
          <p:nvPr/>
        </p:nvGrpSpPr>
        <p:grpSpPr>
          <a:xfrm>
            <a:off x="4456254" y="6208079"/>
            <a:ext cx="2705175" cy="2999220"/>
            <a:chOff x="0" y="-19050"/>
            <a:chExt cx="3606900" cy="3998960"/>
          </a:xfrm>
        </p:grpSpPr>
        <p:sp>
          <p:nvSpPr>
            <p:cNvPr id="451" name="Google Shape;451;p30"/>
            <p:cNvSpPr txBox="1"/>
            <p:nvPr/>
          </p:nvSpPr>
          <p:spPr>
            <a:xfrm>
              <a:off x="0" y="1075010"/>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2" name="Google Shape;452;p30"/>
            <p:cNvSpPr txBox="1"/>
            <p:nvPr/>
          </p:nvSpPr>
          <p:spPr>
            <a:xfrm>
              <a:off x="0" y="-19050"/>
              <a:ext cx="3606900" cy="10788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453" name="Google Shape;453;p30"/>
          <p:cNvGrpSpPr/>
          <p:nvPr/>
        </p:nvGrpSpPr>
        <p:grpSpPr>
          <a:xfrm>
            <a:off x="7876408" y="6208079"/>
            <a:ext cx="2705175" cy="3361143"/>
            <a:chOff x="0" y="-19050"/>
            <a:chExt cx="3606900" cy="4481524"/>
          </a:xfrm>
        </p:grpSpPr>
        <p:sp>
          <p:nvSpPr>
            <p:cNvPr id="454" name="Google Shape;454;p30"/>
            <p:cNvSpPr txBox="1"/>
            <p:nvPr/>
          </p:nvSpPr>
          <p:spPr>
            <a:xfrm>
              <a:off x="0" y="1557574"/>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5" name="Google Shape;455;p30"/>
            <p:cNvSpPr txBox="1"/>
            <p:nvPr/>
          </p:nvSpPr>
          <p:spPr>
            <a:xfrm>
              <a:off x="0" y="-19050"/>
              <a:ext cx="3606900" cy="16647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456" name="Google Shape;456;p30"/>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TRES PUNTOS CLAVE</a:t>
            </a:r>
            <a:endParaRPr/>
          </a:p>
        </p:txBody>
      </p:sp>
      <p:sp>
        <p:nvSpPr>
          <p:cNvPr id="457" name="Google Shape;457;p30"/>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458" name="Google Shape;458;p30"/>
          <p:cNvGrpSpPr/>
          <p:nvPr/>
        </p:nvGrpSpPr>
        <p:grpSpPr>
          <a:xfrm>
            <a:off x="0" y="5"/>
            <a:ext cx="2163413" cy="1886345"/>
            <a:chOff x="12784175" y="3675030"/>
            <a:chExt cx="2163413" cy="1886345"/>
          </a:xfrm>
        </p:grpSpPr>
        <p:sp>
          <p:nvSpPr>
            <p:cNvPr id="459" name="Google Shape;459;p3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60" name="Google Shape;460;p3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64"/>
        <p:cNvGrpSpPr/>
        <p:nvPr/>
      </p:nvGrpSpPr>
      <p:grpSpPr>
        <a:xfrm>
          <a:off x="0" y="0"/>
          <a:ext cx="0" cy="0"/>
          <a:chOff x="0" y="0"/>
          <a:chExt cx="0" cy="0"/>
        </a:xfrm>
      </p:grpSpPr>
      <p:sp>
        <p:nvSpPr>
          <p:cNvPr id="465" name="Google Shape;465;p31"/>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466" name="Google Shape;466;p31"/>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467" name="Google Shape;467;p31"/>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468" name="Google Shape;468;p31"/>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69" name="Google Shape;469;p31"/>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70" name="Google Shape;470;p31"/>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471" name="Google Shape;471;p31"/>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472" name="Google Shape;472;p31"/>
          <p:cNvSpPr txBox="1"/>
          <p:nvPr/>
        </p:nvSpPr>
        <p:spPr>
          <a:xfrm>
            <a:off x="13477884" y="5522845"/>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473" name="Google Shape;473;p31"/>
          <p:cNvSpPr txBox="1"/>
          <p:nvPr/>
        </p:nvSpPr>
        <p:spPr>
          <a:xfrm>
            <a:off x="1030354" y="5496626"/>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474" name="Google Shape;474;p31"/>
          <p:cNvSpPr txBox="1"/>
          <p:nvPr/>
        </p:nvSpPr>
        <p:spPr>
          <a:xfrm>
            <a:off x="13477884" y="583907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5" name="Google Shape;475;p31"/>
          <p:cNvSpPr txBox="1"/>
          <p:nvPr/>
        </p:nvSpPr>
        <p:spPr>
          <a:xfrm>
            <a:off x="1030354" y="5924940"/>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6" name="Google Shape;476;p31"/>
          <p:cNvSpPr txBox="1"/>
          <p:nvPr/>
        </p:nvSpPr>
        <p:spPr>
          <a:xfrm>
            <a:off x="12430134" y="102094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477" name="Google Shape;477;p31"/>
          <p:cNvSpPr txBox="1"/>
          <p:nvPr/>
        </p:nvSpPr>
        <p:spPr>
          <a:xfrm>
            <a:off x="2078104" y="11299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478" name="Google Shape;478;p31"/>
          <p:cNvSpPr txBox="1"/>
          <p:nvPr/>
        </p:nvSpPr>
        <p:spPr>
          <a:xfrm>
            <a:off x="12430134" y="1337174"/>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9" name="Google Shape;479;p31"/>
          <p:cNvSpPr txBox="1"/>
          <p:nvPr/>
        </p:nvSpPr>
        <p:spPr>
          <a:xfrm>
            <a:off x="2078104" y="1427485"/>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0" name="Google Shape;480;p31"/>
          <p:cNvSpPr txBox="1"/>
          <p:nvPr/>
        </p:nvSpPr>
        <p:spPr>
          <a:xfrm>
            <a:off x="13477884" y="3275772"/>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481" name="Google Shape;481;p31"/>
          <p:cNvSpPr txBox="1"/>
          <p:nvPr/>
        </p:nvSpPr>
        <p:spPr>
          <a:xfrm>
            <a:off x="1030354" y="32495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482" name="Google Shape;482;p31"/>
          <p:cNvSpPr txBox="1"/>
          <p:nvPr/>
        </p:nvSpPr>
        <p:spPr>
          <a:xfrm>
            <a:off x="13477884" y="3593853"/>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3" name="Google Shape;483;p31"/>
          <p:cNvSpPr txBox="1"/>
          <p:nvPr/>
        </p:nvSpPr>
        <p:spPr>
          <a:xfrm>
            <a:off x="1030354" y="3677868"/>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4" name="Google Shape;484;p31"/>
          <p:cNvSpPr txBox="1"/>
          <p:nvPr/>
        </p:nvSpPr>
        <p:spPr>
          <a:xfrm>
            <a:off x="12430134" y="7769917"/>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485" name="Google Shape;485;p31"/>
          <p:cNvSpPr txBox="1"/>
          <p:nvPr/>
        </p:nvSpPr>
        <p:spPr>
          <a:xfrm>
            <a:off x="2078104" y="7743699"/>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486" name="Google Shape;486;p31"/>
          <p:cNvSpPr txBox="1"/>
          <p:nvPr/>
        </p:nvSpPr>
        <p:spPr>
          <a:xfrm>
            <a:off x="12430134" y="808799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7" name="Google Shape;487;p31"/>
          <p:cNvSpPr txBox="1"/>
          <p:nvPr/>
        </p:nvSpPr>
        <p:spPr>
          <a:xfrm>
            <a:off x="2078104" y="8080829"/>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8" name="Google Shape;488;p31"/>
          <p:cNvSpPr txBox="1"/>
          <p:nvPr/>
        </p:nvSpPr>
        <p:spPr>
          <a:xfrm>
            <a:off x="6648875" y="990600"/>
            <a:ext cx="4990200" cy="12252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489" name="Google Shape;489;p31"/>
          <p:cNvGrpSpPr/>
          <p:nvPr/>
        </p:nvGrpSpPr>
        <p:grpSpPr>
          <a:xfrm>
            <a:off x="16124575" y="8400655"/>
            <a:ext cx="2163413" cy="1886345"/>
            <a:chOff x="12784175" y="3675030"/>
            <a:chExt cx="2163413" cy="1886345"/>
          </a:xfrm>
        </p:grpSpPr>
        <p:sp>
          <p:nvSpPr>
            <p:cNvPr id="490" name="Google Shape;490;p3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91" name="Google Shape;491;p3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95"/>
        <p:cNvGrpSpPr/>
        <p:nvPr/>
      </p:nvGrpSpPr>
      <p:grpSpPr>
        <a:xfrm>
          <a:off x="0" y="0"/>
          <a:ext cx="0" cy="0"/>
          <a:chOff x="0" y="0"/>
          <a:chExt cx="0" cy="0"/>
        </a:xfrm>
      </p:grpSpPr>
      <p:sp>
        <p:nvSpPr>
          <p:cNvPr id="496" name="Google Shape;496;p32"/>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7" name="Google Shape;497;p32"/>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498" name="Google Shape;498;p32"/>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9" name="Google Shape;499;p32"/>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500" name="Google Shape;500;p32"/>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501" name="Google Shape;501;p32"/>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502" name="Google Shape;502;p32"/>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503" name="Google Shape;503;p32"/>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504" name="Google Shape;504;p32"/>
          <p:cNvGrpSpPr/>
          <p:nvPr/>
        </p:nvGrpSpPr>
        <p:grpSpPr>
          <a:xfrm>
            <a:off x="16124575" y="8400655"/>
            <a:ext cx="2163413" cy="1886345"/>
            <a:chOff x="12784175" y="3675030"/>
            <a:chExt cx="2163413" cy="1886345"/>
          </a:xfrm>
        </p:grpSpPr>
        <p:sp>
          <p:nvSpPr>
            <p:cNvPr id="505" name="Google Shape;505;p3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06" name="Google Shape;506;p3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10"/>
        <p:cNvGrpSpPr/>
        <p:nvPr/>
      </p:nvGrpSpPr>
      <p:grpSpPr>
        <a:xfrm>
          <a:off x="0" y="0"/>
          <a:ext cx="0" cy="0"/>
          <a:chOff x="0" y="0"/>
          <a:chExt cx="0" cy="0"/>
        </a:xfrm>
      </p:grpSpPr>
      <p:cxnSp>
        <p:nvCxnSpPr>
          <p:cNvPr id="511" name="Google Shape;511;p33"/>
          <p:cNvCxnSpPr/>
          <p:nvPr/>
        </p:nvCxnSpPr>
        <p:spPr>
          <a:xfrm>
            <a:off x="7198632" y="-330798"/>
            <a:ext cx="0" cy="10946700"/>
          </a:xfrm>
          <a:prstGeom prst="straightConnector1">
            <a:avLst/>
          </a:prstGeom>
          <a:noFill/>
          <a:ln w="114300" cap="rnd" cmpd="sng">
            <a:solidFill>
              <a:srgbClr val="004AAD"/>
            </a:solidFill>
            <a:prstDash val="solid"/>
            <a:round/>
            <a:headEnd type="none" w="sm" len="sm"/>
            <a:tailEnd type="none" w="sm" len="sm"/>
          </a:ln>
        </p:spPr>
      </p:cxnSp>
      <p:grpSp>
        <p:nvGrpSpPr>
          <p:cNvPr id="512" name="Google Shape;512;p33"/>
          <p:cNvGrpSpPr/>
          <p:nvPr/>
        </p:nvGrpSpPr>
        <p:grpSpPr>
          <a:xfrm>
            <a:off x="6904192" y="1006055"/>
            <a:ext cx="588874" cy="595774"/>
            <a:chOff x="0" y="-9525"/>
            <a:chExt cx="812800" cy="822325"/>
          </a:xfrm>
        </p:grpSpPr>
        <p:sp>
          <p:nvSpPr>
            <p:cNvPr id="513" name="Google Shape;513;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4" name="Google Shape;514;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5" name="Google Shape;515;p33"/>
          <p:cNvGrpSpPr/>
          <p:nvPr/>
        </p:nvGrpSpPr>
        <p:grpSpPr>
          <a:xfrm>
            <a:off x="6904192" y="3210168"/>
            <a:ext cx="588874" cy="595774"/>
            <a:chOff x="0" y="-9525"/>
            <a:chExt cx="812800" cy="822325"/>
          </a:xfrm>
        </p:grpSpPr>
        <p:sp>
          <p:nvSpPr>
            <p:cNvPr id="516" name="Google Shape;516;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7" name="Google Shape;517;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8" name="Google Shape;518;p33"/>
          <p:cNvGrpSpPr/>
          <p:nvPr/>
        </p:nvGrpSpPr>
        <p:grpSpPr>
          <a:xfrm>
            <a:off x="6904192" y="5457240"/>
            <a:ext cx="588874" cy="595774"/>
            <a:chOff x="0" y="-9525"/>
            <a:chExt cx="812800" cy="822325"/>
          </a:xfrm>
        </p:grpSpPr>
        <p:sp>
          <p:nvSpPr>
            <p:cNvPr id="519" name="Google Shape;519;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0" name="Google Shape;520;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21" name="Google Shape;521;p33"/>
          <p:cNvGrpSpPr/>
          <p:nvPr/>
        </p:nvGrpSpPr>
        <p:grpSpPr>
          <a:xfrm>
            <a:off x="6904192" y="7703472"/>
            <a:ext cx="588874" cy="595774"/>
            <a:chOff x="0" y="-9525"/>
            <a:chExt cx="812800" cy="822325"/>
          </a:xfrm>
        </p:grpSpPr>
        <p:sp>
          <p:nvSpPr>
            <p:cNvPr id="522" name="Google Shape;522;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3" name="Google Shape;523;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24" name="Google Shape;524;p33"/>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5" name="Google Shape;525;p33"/>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6" name="Google Shape;526;p33"/>
          <p:cNvSpPr txBox="1"/>
          <p:nvPr/>
        </p:nvSpPr>
        <p:spPr>
          <a:xfrm>
            <a:off x="1028700" y="4143264"/>
            <a:ext cx="4530600" cy="39021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527" name="Google Shape;527;p33"/>
          <p:cNvSpPr txBox="1"/>
          <p:nvPr/>
        </p:nvSpPr>
        <p:spPr>
          <a:xfrm>
            <a:off x="1028700" y="2777601"/>
            <a:ext cx="4530600" cy="12252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528" name="Google Shape;528;p33"/>
          <p:cNvSpPr txBox="1"/>
          <p:nvPr/>
        </p:nvSpPr>
        <p:spPr>
          <a:xfrm>
            <a:off x="8045406" y="562335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529" name="Google Shape;529;p33"/>
          <p:cNvSpPr txBox="1"/>
          <p:nvPr/>
        </p:nvSpPr>
        <p:spPr>
          <a:xfrm>
            <a:off x="8045406" y="605166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0" name="Google Shape;530;p33"/>
          <p:cNvSpPr txBox="1"/>
          <p:nvPr/>
        </p:nvSpPr>
        <p:spPr>
          <a:xfrm>
            <a:off x="8045406" y="1121453"/>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531" name="Google Shape;531;p33"/>
          <p:cNvSpPr txBox="1"/>
          <p:nvPr/>
        </p:nvSpPr>
        <p:spPr>
          <a:xfrm>
            <a:off x="8045406" y="1554212"/>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2" name="Google Shape;532;p33"/>
          <p:cNvSpPr txBox="1"/>
          <p:nvPr/>
        </p:nvSpPr>
        <p:spPr>
          <a:xfrm>
            <a:off x="8045406" y="3376281"/>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533" name="Google Shape;533;p33"/>
          <p:cNvSpPr txBox="1"/>
          <p:nvPr/>
        </p:nvSpPr>
        <p:spPr>
          <a:xfrm>
            <a:off x="8045406" y="380459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4" name="Google Shape;534;p33"/>
          <p:cNvSpPr txBox="1"/>
          <p:nvPr/>
        </p:nvSpPr>
        <p:spPr>
          <a:xfrm>
            <a:off x="8045406" y="7870426"/>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535" name="Google Shape;535;p33"/>
          <p:cNvSpPr txBox="1"/>
          <p:nvPr/>
        </p:nvSpPr>
        <p:spPr>
          <a:xfrm>
            <a:off x="8045406" y="8298740"/>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536" name="Google Shape;536;p33"/>
          <p:cNvGrpSpPr/>
          <p:nvPr/>
        </p:nvGrpSpPr>
        <p:grpSpPr>
          <a:xfrm>
            <a:off x="0" y="5"/>
            <a:ext cx="2163413" cy="1886345"/>
            <a:chOff x="12784175" y="3675030"/>
            <a:chExt cx="2163413" cy="1886345"/>
          </a:xfrm>
        </p:grpSpPr>
        <p:sp>
          <p:nvSpPr>
            <p:cNvPr id="537" name="Google Shape;537;p3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38" name="Google Shape;538;p3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42"/>
        <p:cNvGrpSpPr/>
        <p:nvPr/>
      </p:nvGrpSpPr>
      <p:grpSpPr>
        <a:xfrm>
          <a:off x="0" y="0"/>
          <a:ext cx="0" cy="0"/>
          <a:chOff x="0" y="0"/>
          <a:chExt cx="0" cy="0"/>
        </a:xfrm>
      </p:grpSpPr>
      <p:grpSp>
        <p:nvGrpSpPr>
          <p:cNvPr id="543" name="Google Shape;543;p34"/>
          <p:cNvGrpSpPr/>
          <p:nvPr/>
        </p:nvGrpSpPr>
        <p:grpSpPr>
          <a:xfrm>
            <a:off x="8647101" y="1554020"/>
            <a:ext cx="1383100" cy="1389754"/>
            <a:chOff x="0" y="-9525"/>
            <a:chExt cx="963900" cy="968537"/>
          </a:xfrm>
        </p:grpSpPr>
        <p:sp>
          <p:nvSpPr>
            <p:cNvPr id="544" name="Google Shape;544;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5" name="Google Shape;545;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546" name="Google Shape;546;p34"/>
          <p:cNvGrpSpPr/>
          <p:nvPr/>
        </p:nvGrpSpPr>
        <p:grpSpPr>
          <a:xfrm>
            <a:off x="8647101" y="3546536"/>
            <a:ext cx="1383100" cy="1389754"/>
            <a:chOff x="0" y="-9525"/>
            <a:chExt cx="963900" cy="968537"/>
          </a:xfrm>
        </p:grpSpPr>
        <p:sp>
          <p:nvSpPr>
            <p:cNvPr id="547" name="Google Shape;547;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8" name="Google Shape;548;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549" name="Google Shape;549;p34"/>
          <p:cNvGrpSpPr/>
          <p:nvPr/>
        </p:nvGrpSpPr>
        <p:grpSpPr>
          <a:xfrm>
            <a:off x="8647101" y="5578255"/>
            <a:ext cx="1383100" cy="1389754"/>
            <a:chOff x="0" y="-9525"/>
            <a:chExt cx="963900" cy="968537"/>
          </a:xfrm>
        </p:grpSpPr>
        <p:sp>
          <p:nvSpPr>
            <p:cNvPr id="550" name="Google Shape;550;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1" name="Google Shape;551;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552" name="Google Shape;552;p34"/>
          <p:cNvGrpSpPr/>
          <p:nvPr/>
        </p:nvGrpSpPr>
        <p:grpSpPr>
          <a:xfrm>
            <a:off x="8647101" y="7564715"/>
            <a:ext cx="1383100" cy="1389754"/>
            <a:chOff x="0" y="-9525"/>
            <a:chExt cx="963900" cy="968537"/>
          </a:xfrm>
        </p:grpSpPr>
        <p:sp>
          <p:nvSpPr>
            <p:cNvPr id="553" name="Google Shape;553;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4" name="Google Shape;554;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555" name="Google Shape;555;p34"/>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556" name="Google Shape;556;p34"/>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557" name="Google Shape;557;p34"/>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558" name="Google Shape;558;p34"/>
          <p:cNvGrpSpPr/>
          <p:nvPr/>
        </p:nvGrpSpPr>
        <p:grpSpPr>
          <a:xfrm>
            <a:off x="10393716" y="1549431"/>
            <a:ext cx="5989500" cy="1477647"/>
            <a:chOff x="0" y="-19050"/>
            <a:chExt cx="7986000" cy="1970196"/>
          </a:xfrm>
        </p:grpSpPr>
        <p:sp>
          <p:nvSpPr>
            <p:cNvPr id="559" name="Google Shape;559;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0" name="Google Shape;560;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561" name="Google Shape;561;p34"/>
          <p:cNvGrpSpPr/>
          <p:nvPr/>
        </p:nvGrpSpPr>
        <p:grpSpPr>
          <a:xfrm>
            <a:off x="10393716" y="3438373"/>
            <a:ext cx="5989500" cy="1477647"/>
            <a:chOff x="0" y="-19050"/>
            <a:chExt cx="7986000" cy="1970196"/>
          </a:xfrm>
        </p:grpSpPr>
        <p:sp>
          <p:nvSpPr>
            <p:cNvPr id="562" name="Google Shape;562;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3" name="Google Shape;563;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564" name="Google Shape;564;p34"/>
          <p:cNvGrpSpPr/>
          <p:nvPr/>
        </p:nvGrpSpPr>
        <p:grpSpPr>
          <a:xfrm>
            <a:off x="10393716" y="5517714"/>
            <a:ext cx="5989500" cy="1477647"/>
            <a:chOff x="0" y="-19050"/>
            <a:chExt cx="7986000" cy="1970196"/>
          </a:xfrm>
        </p:grpSpPr>
        <p:sp>
          <p:nvSpPr>
            <p:cNvPr id="565" name="Google Shape;565;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6" name="Google Shape;566;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567" name="Google Shape;567;p34"/>
          <p:cNvGrpSpPr/>
          <p:nvPr/>
        </p:nvGrpSpPr>
        <p:grpSpPr>
          <a:xfrm>
            <a:off x="10393716" y="7508813"/>
            <a:ext cx="5989500" cy="1477647"/>
            <a:chOff x="0" y="-19050"/>
            <a:chExt cx="7986000" cy="1970196"/>
          </a:xfrm>
        </p:grpSpPr>
        <p:sp>
          <p:nvSpPr>
            <p:cNvPr id="568" name="Google Shape;568;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9" name="Google Shape;569;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570" name="Google Shape;570;p34"/>
          <p:cNvGrpSpPr/>
          <p:nvPr/>
        </p:nvGrpSpPr>
        <p:grpSpPr>
          <a:xfrm>
            <a:off x="0" y="5"/>
            <a:ext cx="2163413" cy="1886345"/>
            <a:chOff x="12784175" y="3675030"/>
            <a:chExt cx="2163413" cy="1886345"/>
          </a:xfrm>
        </p:grpSpPr>
        <p:sp>
          <p:nvSpPr>
            <p:cNvPr id="571" name="Google Shape;571;p3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72" name="Google Shape;572;p3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76"/>
        <p:cNvGrpSpPr/>
        <p:nvPr/>
      </p:nvGrpSpPr>
      <p:grpSpPr>
        <a:xfrm>
          <a:off x="0" y="0"/>
          <a:ext cx="0" cy="0"/>
          <a:chOff x="0" y="0"/>
          <a:chExt cx="0" cy="0"/>
        </a:xfrm>
      </p:grpSpPr>
      <p:cxnSp>
        <p:nvCxnSpPr>
          <p:cNvPr id="577" name="Google Shape;577;p35"/>
          <p:cNvCxnSpPr/>
          <p:nvPr/>
        </p:nvCxnSpPr>
        <p:spPr>
          <a:xfrm>
            <a:off x="1323141" y="6632090"/>
            <a:ext cx="10708800" cy="39900"/>
          </a:xfrm>
          <a:prstGeom prst="straightConnector1">
            <a:avLst/>
          </a:prstGeom>
          <a:noFill/>
          <a:ln w="114300" cap="rnd" cmpd="sng">
            <a:solidFill>
              <a:srgbClr val="004AAD"/>
            </a:solidFill>
            <a:prstDash val="solid"/>
            <a:round/>
            <a:headEnd type="none" w="sm" len="sm"/>
            <a:tailEnd type="none" w="sm" len="sm"/>
          </a:ln>
        </p:spPr>
      </p:cxnSp>
      <p:grpSp>
        <p:nvGrpSpPr>
          <p:cNvPr id="578" name="Google Shape;578;p35"/>
          <p:cNvGrpSpPr/>
          <p:nvPr/>
        </p:nvGrpSpPr>
        <p:grpSpPr>
          <a:xfrm>
            <a:off x="1028700" y="6350660"/>
            <a:ext cx="588874" cy="595774"/>
            <a:chOff x="0" y="-9525"/>
            <a:chExt cx="812800" cy="822325"/>
          </a:xfrm>
        </p:grpSpPr>
        <p:sp>
          <p:nvSpPr>
            <p:cNvPr id="579" name="Google Shape;579;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0" name="Google Shape;580;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1" name="Google Shape;581;p35"/>
          <p:cNvGrpSpPr/>
          <p:nvPr/>
        </p:nvGrpSpPr>
        <p:grpSpPr>
          <a:xfrm>
            <a:off x="4596957" y="6350660"/>
            <a:ext cx="588874" cy="595774"/>
            <a:chOff x="0" y="-9525"/>
            <a:chExt cx="812800" cy="822325"/>
          </a:xfrm>
        </p:grpSpPr>
        <p:sp>
          <p:nvSpPr>
            <p:cNvPr id="582" name="Google Shape;582;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3" name="Google Shape;583;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4" name="Google Shape;584;p35"/>
          <p:cNvGrpSpPr/>
          <p:nvPr/>
        </p:nvGrpSpPr>
        <p:grpSpPr>
          <a:xfrm>
            <a:off x="8167163" y="6350660"/>
            <a:ext cx="588874" cy="595774"/>
            <a:chOff x="0" y="-9525"/>
            <a:chExt cx="812800" cy="822325"/>
          </a:xfrm>
        </p:grpSpPr>
        <p:sp>
          <p:nvSpPr>
            <p:cNvPr id="585" name="Google Shape;585;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6" name="Google Shape;586;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7" name="Google Shape;587;p35"/>
          <p:cNvGrpSpPr/>
          <p:nvPr/>
        </p:nvGrpSpPr>
        <p:grpSpPr>
          <a:xfrm>
            <a:off x="11737370" y="6350660"/>
            <a:ext cx="588874" cy="595774"/>
            <a:chOff x="0" y="-9525"/>
            <a:chExt cx="812800" cy="822325"/>
          </a:xfrm>
        </p:grpSpPr>
        <p:sp>
          <p:nvSpPr>
            <p:cNvPr id="588" name="Google Shape;588;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9" name="Google Shape;589;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90" name="Google Shape;590;p35"/>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591" name="Google Shape;591;p35"/>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592" name="Google Shape;592;p35"/>
          <p:cNvSpPr txBox="1"/>
          <p:nvPr/>
        </p:nvSpPr>
        <p:spPr>
          <a:xfrm>
            <a:off x="1173737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593" name="Google Shape;593;p35"/>
          <p:cNvSpPr txBox="1"/>
          <p:nvPr/>
        </p:nvSpPr>
        <p:spPr>
          <a:xfrm>
            <a:off x="102870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4" name="Google Shape;594;p35"/>
          <p:cNvSpPr txBox="1"/>
          <p:nvPr/>
        </p:nvSpPr>
        <p:spPr>
          <a:xfrm>
            <a:off x="4596957"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5" name="Google Shape;595;p35"/>
          <p:cNvSpPr txBox="1"/>
          <p:nvPr/>
        </p:nvSpPr>
        <p:spPr>
          <a:xfrm>
            <a:off x="8164635"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6" name="Google Shape;596;p35"/>
          <p:cNvSpPr txBox="1"/>
          <p:nvPr/>
        </p:nvSpPr>
        <p:spPr>
          <a:xfrm>
            <a:off x="1173737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597" name="Google Shape;597;p35"/>
          <p:cNvGrpSpPr/>
          <p:nvPr/>
        </p:nvGrpSpPr>
        <p:grpSpPr>
          <a:xfrm>
            <a:off x="1028700" y="7213143"/>
            <a:ext cx="2910375" cy="2229245"/>
            <a:chOff x="0" y="0"/>
            <a:chExt cx="3880500" cy="2972326"/>
          </a:xfrm>
        </p:grpSpPr>
        <p:sp>
          <p:nvSpPr>
            <p:cNvPr id="598" name="Google Shape;598;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99" name="Google Shape;599;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600" name="Google Shape;600;p35"/>
          <p:cNvSpPr txBox="1"/>
          <p:nvPr/>
        </p:nvSpPr>
        <p:spPr>
          <a:xfrm>
            <a:off x="102870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601" name="Google Shape;601;p35"/>
          <p:cNvSpPr txBox="1"/>
          <p:nvPr/>
        </p:nvSpPr>
        <p:spPr>
          <a:xfrm>
            <a:off x="4596957"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602" name="Google Shape;602;p35"/>
          <p:cNvSpPr txBox="1"/>
          <p:nvPr/>
        </p:nvSpPr>
        <p:spPr>
          <a:xfrm>
            <a:off x="8164635"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603" name="Google Shape;603;p35"/>
          <p:cNvGrpSpPr/>
          <p:nvPr/>
        </p:nvGrpSpPr>
        <p:grpSpPr>
          <a:xfrm>
            <a:off x="4596957" y="7213143"/>
            <a:ext cx="2910375" cy="2229245"/>
            <a:chOff x="0" y="0"/>
            <a:chExt cx="3880500" cy="2972326"/>
          </a:xfrm>
        </p:grpSpPr>
        <p:sp>
          <p:nvSpPr>
            <p:cNvPr id="604" name="Google Shape;604;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5" name="Google Shape;605;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606" name="Google Shape;606;p35"/>
          <p:cNvGrpSpPr/>
          <p:nvPr/>
        </p:nvGrpSpPr>
        <p:grpSpPr>
          <a:xfrm>
            <a:off x="8167163" y="7213143"/>
            <a:ext cx="2910375" cy="2229245"/>
            <a:chOff x="0" y="0"/>
            <a:chExt cx="3880500" cy="2972326"/>
          </a:xfrm>
        </p:grpSpPr>
        <p:sp>
          <p:nvSpPr>
            <p:cNvPr id="607" name="Google Shape;607;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8" name="Google Shape;608;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609" name="Google Shape;609;p35"/>
          <p:cNvGrpSpPr/>
          <p:nvPr/>
        </p:nvGrpSpPr>
        <p:grpSpPr>
          <a:xfrm>
            <a:off x="11737370" y="7213143"/>
            <a:ext cx="2910375" cy="2229245"/>
            <a:chOff x="0" y="0"/>
            <a:chExt cx="3880500" cy="2972326"/>
          </a:xfrm>
        </p:grpSpPr>
        <p:sp>
          <p:nvSpPr>
            <p:cNvPr id="610" name="Google Shape;610;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11" name="Google Shape;611;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612" name="Google Shape;612;p35"/>
          <p:cNvSpPr txBox="1"/>
          <p:nvPr/>
        </p:nvSpPr>
        <p:spPr>
          <a:xfrm>
            <a:off x="1028700" y="4286710"/>
            <a:ext cx="93420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613" name="Google Shape;613;p35"/>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614" name="Google Shape;614;p35"/>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615" name="Google Shape;615;p35"/>
          <p:cNvGrpSpPr/>
          <p:nvPr/>
        </p:nvGrpSpPr>
        <p:grpSpPr>
          <a:xfrm>
            <a:off x="16124575" y="8400655"/>
            <a:ext cx="2163413" cy="1886345"/>
            <a:chOff x="12784175" y="3675030"/>
            <a:chExt cx="2163413" cy="1886345"/>
          </a:xfrm>
        </p:grpSpPr>
        <p:sp>
          <p:nvSpPr>
            <p:cNvPr id="616" name="Google Shape;616;p3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17" name="Google Shape;617;p3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621"/>
        <p:cNvGrpSpPr/>
        <p:nvPr/>
      </p:nvGrpSpPr>
      <p:grpSpPr>
        <a:xfrm>
          <a:off x="0" y="0"/>
          <a:ext cx="0" cy="0"/>
          <a:chOff x="0" y="0"/>
          <a:chExt cx="0" cy="0"/>
        </a:xfrm>
      </p:grpSpPr>
      <p:sp>
        <p:nvSpPr>
          <p:cNvPr id="622" name="Google Shape;622;p36"/>
          <p:cNvSpPr/>
          <p:nvPr/>
        </p:nvSpPr>
        <p:spPr>
          <a:xfrm>
            <a:off x="-2644213" y="-926268"/>
            <a:ext cx="10273778" cy="9881506"/>
          </a:xfrm>
          <a:custGeom>
            <a:avLst/>
            <a:gdLst/>
            <a:ahLst/>
            <a:cxnLst/>
            <a:rect l="l" t="t" r="r" b="b"/>
            <a:pathLst>
              <a:path w="10273778" h="9881506" extrusionOk="0">
                <a:moveTo>
                  <a:pt x="0" y="0"/>
                </a:moveTo>
                <a:lnTo>
                  <a:pt x="10273778" y="0"/>
                </a:lnTo>
                <a:lnTo>
                  <a:pt x="10273778" y="9881506"/>
                </a:lnTo>
                <a:lnTo>
                  <a:pt x="0" y="9881506"/>
                </a:lnTo>
                <a:lnTo>
                  <a:pt x="0" y="0"/>
                </a:lnTo>
                <a:close/>
              </a:path>
            </a:pathLst>
          </a:custGeom>
          <a:blipFill rotWithShape="1">
            <a:blip r:embed="rId3">
              <a:alphaModFix/>
            </a:blip>
            <a:stretch>
              <a:fillRect/>
            </a:stretch>
          </a:blipFill>
          <a:ln>
            <a:noFill/>
          </a:ln>
        </p:spPr>
      </p:sp>
      <p:sp>
        <p:nvSpPr>
          <p:cNvPr id="623" name="Google Shape;623;p36"/>
          <p:cNvSpPr/>
          <p:nvPr/>
        </p:nvSpPr>
        <p:spPr>
          <a:xfrm>
            <a:off x="6098126" y="5494777"/>
            <a:ext cx="1496567" cy="1690168"/>
          </a:xfrm>
          <a:custGeom>
            <a:avLst/>
            <a:gdLst/>
            <a:ahLst/>
            <a:cxnLst/>
            <a:rect l="l" t="t" r="r" b="b"/>
            <a:pathLst>
              <a:path w="1496567" h="1690168" extrusionOk="0">
                <a:moveTo>
                  <a:pt x="0" y="0"/>
                </a:moveTo>
                <a:lnTo>
                  <a:pt x="1496567" y="0"/>
                </a:lnTo>
                <a:lnTo>
                  <a:pt x="1496567" y="1690168"/>
                </a:lnTo>
                <a:lnTo>
                  <a:pt x="0" y="1690168"/>
                </a:lnTo>
                <a:lnTo>
                  <a:pt x="0" y="0"/>
                </a:lnTo>
                <a:close/>
              </a:path>
            </a:pathLst>
          </a:custGeom>
          <a:blipFill rotWithShape="1">
            <a:blip r:embed="rId4">
              <a:alphaModFix/>
            </a:blip>
            <a:stretch>
              <a:fillRect/>
            </a:stretch>
          </a:blipFill>
          <a:ln>
            <a:noFill/>
          </a:ln>
        </p:spPr>
      </p:sp>
      <p:sp>
        <p:nvSpPr>
          <p:cNvPr id="624" name="Google Shape;624;p36"/>
          <p:cNvSpPr/>
          <p:nvPr/>
        </p:nvSpPr>
        <p:spPr>
          <a:xfrm>
            <a:off x="3322594" y="6441030"/>
            <a:ext cx="3523815" cy="3421304"/>
          </a:xfrm>
          <a:custGeom>
            <a:avLst/>
            <a:gdLst/>
            <a:ahLst/>
            <a:cxnLst/>
            <a:rect l="l" t="t" r="r" b="b"/>
            <a:pathLst>
              <a:path w="3523815" h="3421304" extrusionOk="0">
                <a:moveTo>
                  <a:pt x="0" y="0"/>
                </a:moveTo>
                <a:lnTo>
                  <a:pt x="3523816" y="0"/>
                </a:lnTo>
                <a:lnTo>
                  <a:pt x="3523816" y="3421305"/>
                </a:lnTo>
                <a:lnTo>
                  <a:pt x="0" y="3421305"/>
                </a:lnTo>
                <a:lnTo>
                  <a:pt x="0" y="0"/>
                </a:lnTo>
                <a:close/>
              </a:path>
            </a:pathLst>
          </a:custGeom>
          <a:blipFill rotWithShape="1">
            <a:blip r:embed="rId5">
              <a:alphaModFix/>
            </a:blip>
            <a:stretch>
              <a:fillRect/>
            </a:stretch>
          </a:blipFill>
          <a:ln>
            <a:noFill/>
          </a:ln>
        </p:spPr>
      </p:sp>
      <p:sp>
        <p:nvSpPr>
          <p:cNvPr id="625" name="Google Shape;625;p36"/>
          <p:cNvSpPr txBox="1"/>
          <p:nvPr/>
        </p:nvSpPr>
        <p:spPr>
          <a:xfrm>
            <a:off x="10420621" y="2375915"/>
            <a:ext cx="5400074" cy="944839"/>
          </a:xfrm>
          <a:prstGeom prst="rect">
            <a:avLst/>
          </a:prstGeom>
          <a:noFill/>
          <a:ln>
            <a:noFill/>
          </a:ln>
        </p:spPr>
        <p:txBody>
          <a:bodyPr spcFirstLastPara="1" wrap="square" lIns="0" tIns="0" rIns="0" bIns="0" anchor="t" anchorCtr="0">
            <a:spAutoFit/>
          </a:bodyPr>
          <a:lstStyle/>
          <a:p>
            <a:pPr marL="0" marR="0" lvl="0" indent="0" algn="l" rtl="0">
              <a:lnSpc>
                <a:spcPct val="115983"/>
              </a:lnSpc>
              <a:spcBef>
                <a:spcPts val="0"/>
              </a:spcBef>
              <a:spcAft>
                <a:spcPts val="0"/>
              </a:spcAft>
              <a:buNone/>
            </a:pPr>
            <a:r>
              <a:rPr lang="en-US" sz="6000" b="1" i="0" u="none" strike="noStrike" cap="none">
                <a:solidFill>
                  <a:srgbClr val="004AAD"/>
                </a:solidFill>
                <a:latin typeface="Poppins Black"/>
                <a:ea typeface="Poppins Black"/>
                <a:cs typeface="Poppins Black"/>
                <a:sym typeface="Poppins Black"/>
              </a:rPr>
              <a:t>¡GRACIAS!</a:t>
            </a:r>
            <a:endParaRPr/>
          </a:p>
        </p:txBody>
      </p:sp>
      <p:sp>
        <p:nvSpPr>
          <p:cNvPr id="626" name="Google Shape;626;p36"/>
          <p:cNvSpPr txBox="1"/>
          <p:nvPr/>
        </p:nvSpPr>
        <p:spPr>
          <a:xfrm>
            <a:off x="10420621" y="3458464"/>
            <a:ext cx="5400074" cy="1009569"/>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¿Tienes alguna pregunta?</a:t>
            </a:r>
            <a:endParaRPr/>
          </a:p>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Escríbenos.</a:t>
            </a:r>
            <a:endParaRPr/>
          </a:p>
        </p:txBody>
      </p:sp>
      <p:sp>
        <p:nvSpPr>
          <p:cNvPr id="627" name="Google Shape;627;p36"/>
          <p:cNvSpPr txBox="1"/>
          <p:nvPr/>
        </p:nvSpPr>
        <p:spPr>
          <a:xfrm>
            <a:off x="10420621" y="4999100"/>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Email</a:t>
            </a:r>
            <a:endParaRPr/>
          </a:p>
        </p:txBody>
      </p:sp>
      <p:sp>
        <p:nvSpPr>
          <p:cNvPr id="628" name="Google Shape;628;p36"/>
          <p:cNvSpPr txBox="1"/>
          <p:nvPr/>
        </p:nvSpPr>
        <p:spPr>
          <a:xfrm>
            <a:off x="10425776" y="5591423"/>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HOLA@</a:t>
            </a:r>
            <a:r>
              <a:rPr lang="en-US" sz="1599" b="1" dirty="0">
                <a:solidFill>
                  <a:srgbClr val="004AAD"/>
                </a:solidFill>
                <a:latin typeface="Poppins Black"/>
                <a:ea typeface="Poppins Black"/>
                <a:cs typeface="Poppins Black"/>
                <a:sym typeface="Poppins Black"/>
              </a:rPr>
              <a:t>RAPIDEXPPRESS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29" name="Google Shape;629;p36"/>
          <p:cNvSpPr txBox="1"/>
          <p:nvPr/>
        </p:nvSpPr>
        <p:spPr>
          <a:xfrm>
            <a:off x="10425776" y="6180784"/>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Web</a:t>
            </a:r>
            <a:endParaRPr/>
          </a:p>
        </p:txBody>
      </p:sp>
      <p:sp>
        <p:nvSpPr>
          <p:cNvPr id="630" name="Google Shape;630;p36"/>
          <p:cNvSpPr txBox="1"/>
          <p:nvPr/>
        </p:nvSpPr>
        <p:spPr>
          <a:xfrm>
            <a:off x="10430931" y="6773107"/>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WWW.RAPIE</a:t>
            </a:r>
            <a:r>
              <a:rPr lang="en-US" sz="1599" b="1" dirty="0">
                <a:solidFill>
                  <a:srgbClr val="004AAD"/>
                </a:solidFill>
                <a:latin typeface="Poppins Black"/>
                <a:ea typeface="Poppins Black"/>
                <a:cs typeface="Poppins Black"/>
                <a:sym typeface="Poppins Black"/>
              </a:rPr>
              <a:t>XPRESS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31" name="Google Shape;631;p36"/>
          <p:cNvSpPr txBox="1"/>
          <p:nvPr/>
        </p:nvSpPr>
        <p:spPr>
          <a:xfrm>
            <a:off x="10420621" y="7333893"/>
            <a:ext cx="4023295"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Teléfono</a:t>
            </a:r>
            <a:endParaRPr/>
          </a:p>
        </p:txBody>
      </p:sp>
      <p:sp>
        <p:nvSpPr>
          <p:cNvPr id="632" name="Google Shape;632;p36"/>
          <p:cNvSpPr txBox="1"/>
          <p:nvPr/>
        </p:nvSpPr>
        <p:spPr>
          <a:xfrm>
            <a:off x="10425776" y="7926216"/>
            <a:ext cx="4023295" cy="248271"/>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a:solidFill>
                  <a:srgbClr val="004AAD"/>
                </a:solidFill>
                <a:latin typeface="Poppins Black"/>
                <a:ea typeface="Poppins Black"/>
                <a:cs typeface="Poppins Black"/>
                <a:sym typeface="Poppins Black"/>
              </a:rPr>
              <a:t>911-234-567</a:t>
            </a:r>
            <a:endParaRPr/>
          </a:p>
        </p:txBody>
      </p:sp>
      <p:grpSp>
        <p:nvGrpSpPr>
          <p:cNvPr id="633" name="Google Shape;633;p36"/>
          <p:cNvGrpSpPr/>
          <p:nvPr/>
        </p:nvGrpSpPr>
        <p:grpSpPr>
          <a:xfrm>
            <a:off x="16124575" y="8400655"/>
            <a:ext cx="2163413" cy="1886345"/>
            <a:chOff x="12784175" y="3675030"/>
            <a:chExt cx="2163413" cy="1886345"/>
          </a:xfrm>
        </p:grpSpPr>
        <p:sp>
          <p:nvSpPr>
            <p:cNvPr id="634" name="Google Shape;634;p3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35" name="Google Shape;635;p3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E0E9F9"/>
        </a:solidFill>
        <a:effectLst/>
      </p:bgPr>
    </p:bg>
    <p:spTree>
      <p:nvGrpSpPr>
        <p:cNvPr id="1" name="Shape 639"/>
        <p:cNvGrpSpPr/>
        <p:nvPr/>
      </p:nvGrpSpPr>
      <p:grpSpPr>
        <a:xfrm>
          <a:off x="0" y="0"/>
          <a:ext cx="0" cy="0"/>
          <a:chOff x="0" y="0"/>
          <a:chExt cx="0" cy="0"/>
        </a:xfrm>
      </p:grpSpPr>
      <p:sp>
        <p:nvSpPr>
          <p:cNvPr id="640" name="Google Shape;640;p37"/>
          <p:cNvSpPr/>
          <p:nvPr/>
        </p:nvSpPr>
        <p:spPr>
          <a:xfrm>
            <a:off x="1410669" y="2257524"/>
            <a:ext cx="1431424" cy="1285679"/>
          </a:xfrm>
          <a:custGeom>
            <a:avLst/>
            <a:gdLst/>
            <a:ahLst/>
            <a:cxnLst/>
            <a:rect l="l" t="t" r="r" b="b"/>
            <a:pathLst>
              <a:path w="1431424" h="1285679" extrusionOk="0">
                <a:moveTo>
                  <a:pt x="0" y="0"/>
                </a:moveTo>
                <a:lnTo>
                  <a:pt x="1431424" y="0"/>
                </a:lnTo>
                <a:lnTo>
                  <a:pt x="1431424" y="1285679"/>
                </a:lnTo>
                <a:lnTo>
                  <a:pt x="0" y="1285679"/>
                </a:lnTo>
                <a:lnTo>
                  <a:pt x="0" y="0"/>
                </a:lnTo>
                <a:close/>
              </a:path>
            </a:pathLst>
          </a:custGeom>
          <a:blipFill rotWithShape="1">
            <a:blip r:embed="rId3">
              <a:alphaModFix/>
            </a:blip>
            <a:stretch>
              <a:fillRect/>
            </a:stretch>
          </a:blipFill>
          <a:ln>
            <a:noFill/>
          </a:ln>
        </p:spPr>
      </p:sp>
      <p:sp>
        <p:nvSpPr>
          <p:cNvPr id="641" name="Google Shape;641;p37"/>
          <p:cNvSpPr/>
          <p:nvPr/>
        </p:nvSpPr>
        <p:spPr>
          <a:xfrm>
            <a:off x="3473337" y="2186987"/>
            <a:ext cx="1252948" cy="1426752"/>
          </a:xfrm>
          <a:custGeom>
            <a:avLst/>
            <a:gdLst/>
            <a:ahLst/>
            <a:cxnLst/>
            <a:rect l="l" t="t" r="r" b="b"/>
            <a:pathLst>
              <a:path w="1252948" h="1426752" extrusionOk="0">
                <a:moveTo>
                  <a:pt x="0" y="0"/>
                </a:moveTo>
                <a:lnTo>
                  <a:pt x="1252948" y="0"/>
                </a:lnTo>
                <a:lnTo>
                  <a:pt x="1252948" y="1426752"/>
                </a:lnTo>
                <a:lnTo>
                  <a:pt x="0" y="1426752"/>
                </a:lnTo>
                <a:lnTo>
                  <a:pt x="0" y="0"/>
                </a:lnTo>
                <a:close/>
              </a:path>
            </a:pathLst>
          </a:custGeom>
          <a:blipFill rotWithShape="1">
            <a:blip r:embed="rId4">
              <a:alphaModFix/>
            </a:blip>
            <a:stretch>
              <a:fillRect/>
            </a:stretch>
          </a:blipFill>
          <a:ln>
            <a:noFill/>
          </a:ln>
        </p:spPr>
      </p:sp>
      <p:sp>
        <p:nvSpPr>
          <p:cNvPr id="642" name="Google Shape;642;p37"/>
          <p:cNvSpPr/>
          <p:nvPr/>
        </p:nvSpPr>
        <p:spPr>
          <a:xfrm>
            <a:off x="5296414" y="2168187"/>
            <a:ext cx="1604370" cy="1464352"/>
          </a:xfrm>
          <a:custGeom>
            <a:avLst/>
            <a:gdLst/>
            <a:ahLst/>
            <a:cxnLst/>
            <a:rect l="l" t="t" r="r" b="b"/>
            <a:pathLst>
              <a:path w="1604370" h="1464352" extrusionOk="0">
                <a:moveTo>
                  <a:pt x="0" y="0"/>
                </a:moveTo>
                <a:lnTo>
                  <a:pt x="1604370" y="0"/>
                </a:lnTo>
                <a:lnTo>
                  <a:pt x="1604370" y="1464352"/>
                </a:lnTo>
                <a:lnTo>
                  <a:pt x="0" y="1464352"/>
                </a:lnTo>
                <a:lnTo>
                  <a:pt x="0" y="0"/>
                </a:lnTo>
                <a:close/>
              </a:path>
            </a:pathLst>
          </a:custGeom>
          <a:blipFill rotWithShape="1">
            <a:blip r:embed="rId5">
              <a:alphaModFix/>
            </a:blip>
            <a:stretch>
              <a:fillRect/>
            </a:stretch>
          </a:blipFill>
          <a:ln>
            <a:noFill/>
          </a:ln>
        </p:spPr>
      </p:sp>
      <p:sp>
        <p:nvSpPr>
          <p:cNvPr id="643" name="Google Shape;643;p37"/>
          <p:cNvSpPr/>
          <p:nvPr/>
        </p:nvSpPr>
        <p:spPr>
          <a:xfrm>
            <a:off x="7405558" y="2186987"/>
            <a:ext cx="1469502" cy="1426752"/>
          </a:xfrm>
          <a:custGeom>
            <a:avLst/>
            <a:gdLst/>
            <a:ahLst/>
            <a:cxnLst/>
            <a:rect l="l" t="t" r="r" b="b"/>
            <a:pathLst>
              <a:path w="1469502" h="1426752" extrusionOk="0">
                <a:moveTo>
                  <a:pt x="0" y="0"/>
                </a:moveTo>
                <a:lnTo>
                  <a:pt x="1469502" y="0"/>
                </a:lnTo>
                <a:lnTo>
                  <a:pt x="1469502" y="1426752"/>
                </a:lnTo>
                <a:lnTo>
                  <a:pt x="0" y="1426752"/>
                </a:lnTo>
                <a:lnTo>
                  <a:pt x="0" y="0"/>
                </a:lnTo>
                <a:close/>
              </a:path>
            </a:pathLst>
          </a:custGeom>
          <a:blipFill rotWithShape="1">
            <a:blip r:embed="rId6">
              <a:alphaModFix/>
            </a:blip>
            <a:stretch>
              <a:fillRect/>
            </a:stretch>
          </a:blipFill>
          <a:ln>
            <a:noFill/>
          </a:ln>
        </p:spPr>
      </p:sp>
      <p:sp>
        <p:nvSpPr>
          <p:cNvPr id="644" name="Google Shape;644;p37"/>
          <p:cNvSpPr/>
          <p:nvPr/>
        </p:nvSpPr>
        <p:spPr>
          <a:xfrm>
            <a:off x="9713266" y="2168187"/>
            <a:ext cx="1315254" cy="1464352"/>
          </a:xfrm>
          <a:custGeom>
            <a:avLst/>
            <a:gdLst/>
            <a:ahLst/>
            <a:cxnLst/>
            <a:rect l="l" t="t" r="r" b="b"/>
            <a:pathLst>
              <a:path w="1315254" h="1464352" extrusionOk="0">
                <a:moveTo>
                  <a:pt x="0" y="0"/>
                </a:moveTo>
                <a:lnTo>
                  <a:pt x="1315254" y="0"/>
                </a:lnTo>
                <a:lnTo>
                  <a:pt x="1315254" y="1464352"/>
                </a:lnTo>
                <a:lnTo>
                  <a:pt x="0" y="1464352"/>
                </a:lnTo>
                <a:lnTo>
                  <a:pt x="0" y="0"/>
                </a:lnTo>
                <a:close/>
              </a:path>
            </a:pathLst>
          </a:custGeom>
          <a:blipFill rotWithShape="1">
            <a:blip r:embed="rId7">
              <a:alphaModFix/>
            </a:blip>
            <a:stretch>
              <a:fillRect/>
            </a:stretch>
          </a:blipFill>
          <a:ln>
            <a:noFill/>
          </a:ln>
        </p:spPr>
      </p:sp>
      <p:sp>
        <p:nvSpPr>
          <p:cNvPr id="645" name="Google Shape;645;p37"/>
          <p:cNvSpPr/>
          <p:nvPr/>
        </p:nvSpPr>
        <p:spPr>
          <a:xfrm>
            <a:off x="11745112" y="2186987"/>
            <a:ext cx="1566295" cy="1426752"/>
          </a:xfrm>
          <a:custGeom>
            <a:avLst/>
            <a:gdLst/>
            <a:ahLst/>
            <a:cxnLst/>
            <a:rect l="l" t="t" r="r" b="b"/>
            <a:pathLst>
              <a:path w="1566295" h="1426752" extrusionOk="0">
                <a:moveTo>
                  <a:pt x="0" y="0"/>
                </a:moveTo>
                <a:lnTo>
                  <a:pt x="1566295" y="0"/>
                </a:lnTo>
                <a:lnTo>
                  <a:pt x="1566295" y="1426752"/>
                </a:lnTo>
                <a:lnTo>
                  <a:pt x="0" y="1426752"/>
                </a:lnTo>
                <a:lnTo>
                  <a:pt x="0" y="0"/>
                </a:lnTo>
                <a:close/>
              </a:path>
            </a:pathLst>
          </a:custGeom>
          <a:blipFill rotWithShape="1">
            <a:blip r:embed="rId8">
              <a:alphaModFix/>
            </a:blip>
            <a:stretch>
              <a:fillRect/>
            </a:stretch>
          </a:blipFill>
          <a:ln>
            <a:noFill/>
          </a:ln>
        </p:spPr>
      </p:sp>
      <p:sp>
        <p:nvSpPr>
          <p:cNvPr id="646" name="Google Shape;646;p37"/>
          <p:cNvSpPr/>
          <p:nvPr/>
        </p:nvSpPr>
        <p:spPr>
          <a:xfrm>
            <a:off x="13879848" y="2158787"/>
            <a:ext cx="1067869" cy="1483152"/>
          </a:xfrm>
          <a:custGeom>
            <a:avLst/>
            <a:gdLst/>
            <a:ahLst/>
            <a:cxnLst/>
            <a:rect l="l" t="t" r="r" b="b"/>
            <a:pathLst>
              <a:path w="1067869" h="1483152" extrusionOk="0">
                <a:moveTo>
                  <a:pt x="0" y="0"/>
                </a:moveTo>
                <a:lnTo>
                  <a:pt x="1067870" y="0"/>
                </a:lnTo>
                <a:lnTo>
                  <a:pt x="1067870" y="1483152"/>
                </a:lnTo>
                <a:lnTo>
                  <a:pt x="0" y="1483152"/>
                </a:lnTo>
                <a:lnTo>
                  <a:pt x="0" y="0"/>
                </a:lnTo>
                <a:close/>
              </a:path>
            </a:pathLst>
          </a:custGeom>
          <a:blipFill rotWithShape="1">
            <a:blip r:embed="rId9">
              <a:alphaModFix/>
            </a:blip>
            <a:stretch>
              <a:fillRect/>
            </a:stretch>
          </a:blipFill>
          <a:ln>
            <a:noFill/>
          </a:ln>
        </p:spPr>
      </p:sp>
      <p:sp>
        <p:nvSpPr>
          <p:cNvPr id="647" name="Google Shape;647;p37"/>
          <p:cNvSpPr/>
          <p:nvPr/>
        </p:nvSpPr>
        <p:spPr>
          <a:xfrm>
            <a:off x="1384041" y="4019897"/>
            <a:ext cx="1484679" cy="1085166"/>
          </a:xfrm>
          <a:custGeom>
            <a:avLst/>
            <a:gdLst/>
            <a:ahLst/>
            <a:cxnLst/>
            <a:rect l="l" t="t" r="r" b="b"/>
            <a:pathLst>
              <a:path w="1484679" h="1085166" extrusionOk="0">
                <a:moveTo>
                  <a:pt x="0" y="0"/>
                </a:moveTo>
                <a:lnTo>
                  <a:pt x="1484680" y="0"/>
                </a:lnTo>
                <a:lnTo>
                  <a:pt x="1484680" y="1085165"/>
                </a:lnTo>
                <a:lnTo>
                  <a:pt x="0" y="1085165"/>
                </a:lnTo>
                <a:lnTo>
                  <a:pt x="0" y="0"/>
                </a:lnTo>
                <a:close/>
              </a:path>
            </a:pathLst>
          </a:custGeom>
          <a:blipFill rotWithShape="1">
            <a:blip r:embed="rId10">
              <a:alphaModFix/>
            </a:blip>
            <a:stretch>
              <a:fillRect/>
            </a:stretch>
          </a:blipFill>
          <a:ln>
            <a:noFill/>
          </a:ln>
        </p:spPr>
      </p:sp>
      <p:sp>
        <p:nvSpPr>
          <p:cNvPr id="648" name="Google Shape;648;p37"/>
          <p:cNvSpPr/>
          <p:nvPr/>
        </p:nvSpPr>
        <p:spPr>
          <a:xfrm>
            <a:off x="3518084" y="3905499"/>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1">
              <a:alphaModFix/>
            </a:blip>
            <a:stretch>
              <a:fillRect/>
            </a:stretch>
          </a:blipFill>
          <a:ln>
            <a:noFill/>
          </a:ln>
        </p:spPr>
      </p:sp>
      <p:sp>
        <p:nvSpPr>
          <p:cNvPr id="649" name="Google Shape;649;p37"/>
          <p:cNvSpPr/>
          <p:nvPr/>
        </p:nvSpPr>
        <p:spPr>
          <a:xfrm>
            <a:off x="5697323" y="4045613"/>
            <a:ext cx="802553" cy="1033733"/>
          </a:xfrm>
          <a:custGeom>
            <a:avLst/>
            <a:gdLst/>
            <a:ahLst/>
            <a:cxnLst/>
            <a:rect l="l" t="t" r="r" b="b"/>
            <a:pathLst>
              <a:path w="802553" h="1033733" extrusionOk="0">
                <a:moveTo>
                  <a:pt x="0" y="0"/>
                </a:moveTo>
                <a:lnTo>
                  <a:pt x="802552" y="0"/>
                </a:lnTo>
                <a:lnTo>
                  <a:pt x="802552" y="1033733"/>
                </a:lnTo>
                <a:lnTo>
                  <a:pt x="0" y="1033733"/>
                </a:lnTo>
                <a:lnTo>
                  <a:pt x="0" y="0"/>
                </a:lnTo>
                <a:close/>
              </a:path>
            </a:pathLst>
          </a:custGeom>
          <a:blipFill rotWithShape="1">
            <a:blip r:embed="rId12">
              <a:alphaModFix/>
            </a:blip>
            <a:stretch>
              <a:fillRect/>
            </a:stretch>
          </a:blipFill>
          <a:ln>
            <a:noFill/>
          </a:ln>
        </p:spPr>
      </p:sp>
      <p:sp>
        <p:nvSpPr>
          <p:cNvPr id="650" name="Google Shape;650;p37"/>
          <p:cNvSpPr/>
          <p:nvPr/>
        </p:nvSpPr>
        <p:spPr>
          <a:xfrm>
            <a:off x="7420272" y="3869935"/>
            <a:ext cx="1440073" cy="1385089"/>
          </a:xfrm>
          <a:custGeom>
            <a:avLst/>
            <a:gdLst/>
            <a:ahLst/>
            <a:cxnLst/>
            <a:rect l="l" t="t" r="r" b="b"/>
            <a:pathLst>
              <a:path w="1440073" h="1385089" extrusionOk="0">
                <a:moveTo>
                  <a:pt x="0" y="0"/>
                </a:moveTo>
                <a:lnTo>
                  <a:pt x="1440074" y="0"/>
                </a:lnTo>
                <a:lnTo>
                  <a:pt x="1440074" y="1385089"/>
                </a:lnTo>
                <a:lnTo>
                  <a:pt x="0" y="1385089"/>
                </a:lnTo>
                <a:lnTo>
                  <a:pt x="0" y="0"/>
                </a:lnTo>
                <a:close/>
              </a:path>
            </a:pathLst>
          </a:custGeom>
          <a:blipFill rotWithShape="1">
            <a:blip r:embed="rId13">
              <a:alphaModFix/>
            </a:blip>
            <a:stretch>
              <a:fillRect/>
            </a:stretch>
          </a:blipFill>
          <a:ln>
            <a:noFill/>
          </a:ln>
        </p:spPr>
      </p:sp>
      <p:sp>
        <p:nvSpPr>
          <p:cNvPr id="651" name="Google Shape;651;p37"/>
          <p:cNvSpPr/>
          <p:nvPr/>
        </p:nvSpPr>
        <p:spPr>
          <a:xfrm>
            <a:off x="9703030" y="3978403"/>
            <a:ext cx="1335726" cy="1168153"/>
          </a:xfrm>
          <a:custGeom>
            <a:avLst/>
            <a:gdLst/>
            <a:ahLst/>
            <a:cxnLst/>
            <a:rect l="l" t="t" r="r" b="b"/>
            <a:pathLst>
              <a:path w="1335726" h="1168153" extrusionOk="0">
                <a:moveTo>
                  <a:pt x="0" y="0"/>
                </a:moveTo>
                <a:lnTo>
                  <a:pt x="1335726" y="0"/>
                </a:lnTo>
                <a:lnTo>
                  <a:pt x="1335726" y="1168153"/>
                </a:lnTo>
                <a:lnTo>
                  <a:pt x="0" y="1168153"/>
                </a:lnTo>
                <a:lnTo>
                  <a:pt x="0" y="0"/>
                </a:lnTo>
                <a:close/>
              </a:path>
            </a:pathLst>
          </a:custGeom>
          <a:blipFill rotWithShape="1">
            <a:blip r:embed="rId14">
              <a:alphaModFix/>
            </a:blip>
            <a:stretch>
              <a:fillRect/>
            </a:stretch>
          </a:blipFill>
          <a:ln>
            <a:noFill/>
          </a:ln>
        </p:spPr>
      </p:sp>
      <p:sp>
        <p:nvSpPr>
          <p:cNvPr id="652" name="Google Shape;652;p37"/>
          <p:cNvSpPr/>
          <p:nvPr/>
        </p:nvSpPr>
        <p:spPr>
          <a:xfrm>
            <a:off x="11819226" y="3877940"/>
            <a:ext cx="1418068" cy="1369080"/>
          </a:xfrm>
          <a:custGeom>
            <a:avLst/>
            <a:gdLst/>
            <a:ahLst/>
            <a:cxnLst/>
            <a:rect l="l" t="t" r="r" b="b"/>
            <a:pathLst>
              <a:path w="1418068" h="1369080" extrusionOk="0">
                <a:moveTo>
                  <a:pt x="0" y="0"/>
                </a:moveTo>
                <a:lnTo>
                  <a:pt x="1418067" y="0"/>
                </a:lnTo>
                <a:lnTo>
                  <a:pt x="1418067" y="1369079"/>
                </a:lnTo>
                <a:lnTo>
                  <a:pt x="0" y="1369079"/>
                </a:lnTo>
                <a:lnTo>
                  <a:pt x="0" y="0"/>
                </a:lnTo>
                <a:close/>
              </a:path>
            </a:pathLst>
          </a:custGeom>
          <a:blipFill rotWithShape="1">
            <a:blip r:embed="rId15">
              <a:alphaModFix/>
            </a:blip>
            <a:stretch>
              <a:fillRect/>
            </a:stretch>
          </a:blipFill>
          <a:ln>
            <a:noFill/>
          </a:ln>
        </p:spPr>
      </p:sp>
      <p:sp>
        <p:nvSpPr>
          <p:cNvPr id="653" name="Google Shape;653;p37"/>
          <p:cNvSpPr/>
          <p:nvPr/>
        </p:nvSpPr>
        <p:spPr>
          <a:xfrm>
            <a:off x="13607591" y="3924855"/>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16">
              <a:alphaModFix/>
            </a:blip>
            <a:stretch>
              <a:fillRect/>
            </a:stretch>
          </a:blipFill>
          <a:ln>
            <a:noFill/>
          </a:ln>
        </p:spPr>
      </p:sp>
      <p:sp>
        <p:nvSpPr>
          <p:cNvPr id="654" name="Google Shape;654;p37"/>
          <p:cNvSpPr/>
          <p:nvPr/>
        </p:nvSpPr>
        <p:spPr>
          <a:xfrm>
            <a:off x="1521799" y="5745308"/>
            <a:ext cx="1209164" cy="1132217"/>
          </a:xfrm>
          <a:custGeom>
            <a:avLst/>
            <a:gdLst/>
            <a:ahLst/>
            <a:cxnLst/>
            <a:rect l="l" t="t" r="r" b="b"/>
            <a:pathLst>
              <a:path w="1209164" h="1132217" extrusionOk="0">
                <a:moveTo>
                  <a:pt x="0" y="0"/>
                </a:moveTo>
                <a:lnTo>
                  <a:pt x="1209164" y="0"/>
                </a:lnTo>
                <a:lnTo>
                  <a:pt x="1209164" y="1132218"/>
                </a:lnTo>
                <a:lnTo>
                  <a:pt x="0" y="1132218"/>
                </a:lnTo>
                <a:lnTo>
                  <a:pt x="0" y="0"/>
                </a:lnTo>
                <a:close/>
              </a:path>
            </a:pathLst>
          </a:custGeom>
          <a:blipFill rotWithShape="1">
            <a:blip r:embed="rId17">
              <a:alphaModFix/>
            </a:blip>
            <a:stretch>
              <a:fillRect/>
            </a:stretch>
          </a:blipFill>
          <a:ln>
            <a:noFill/>
          </a:ln>
        </p:spPr>
      </p:sp>
      <p:sp>
        <p:nvSpPr>
          <p:cNvPr id="655" name="Google Shape;655;p37"/>
          <p:cNvSpPr/>
          <p:nvPr/>
        </p:nvSpPr>
        <p:spPr>
          <a:xfrm>
            <a:off x="3518084" y="5654437"/>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8">
              <a:alphaModFix/>
            </a:blip>
            <a:stretch>
              <a:fillRect/>
            </a:stretch>
          </a:blipFill>
          <a:ln>
            <a:noFill/>
          </a:ln>
        </p:spPr>
      </p:sp>
      <p:sp>
        <p:nvSpPr>
          <p:cNvPr id="656" name="Google Shape;656;p37"/>
          <p:cNvSpPr/>
          <p:nvPr/>
        </p:nvSpPr>
        <p:spPr>
          <a:xfrm>
            <a:off x="5519091" y="5583725"/>
            <a:ext cx="1159015" cy="1455384"/>
          </a:xfrm>
          <a:custGeom>
            <a:avLst/>
            <a:gdLst/>
            <a:ahLst/>
            <a:cxnLst/>
            <a:rect l="l" t="t" r="r" b="b"/>
            <a:pathLst>
              <a:path w="1159015" h="1455384" extrusionOk="0">
                <a:moveTo>
                  <a:pt x="0" y="0"/>
                </a:moveTo>
                <a:lnTo>
                  <a:pt x="1159016" y="0"/>
                </a:lnTo>
                <a:lnTo>
                  <a:pt x="1159016" y="1455384"/>
                </a:lnTo>
                <a:lnTo>
                  <a:pt x="0" y="1455384"/>
                </a:lnTo>
                <a:lnTo>
                  <a:pt x="0" y="0"/>
                </a:lnTo>
                <a:close/>
              </a:path>
            </a:pathLst>
          </a:custGeom>
          <a:blipFill rotWithShape="1">
            <a:blip r:embed="rId19">
              <a:alphaModFix/>
            </a:blip>
            <a:stretch>
              <a:fillRect/>
            </a:stretch>
          </a:blipFill>
          <a:ln>
            <a:noFill/>
          </a:ln>
        </p:spPr>
      </p:sp>
      <p:sp>
        <p:nvSpPr>
          <p:cNvPr id="657" name="Google Shape;657;p37"/>
          <p:cNvSpPr/>
          <p:nvPr/>
        </p:nvSpPr>
        <p:spPr>
          <a:xfrm>
            <a:off x="7426197" y="5508224"/>
            <a:ext cx="1428224" cy="1606386"/>
          </a:xfrm>
          <a:custGeom>
            <a:avLst/>
            <a:gdLst/>
            <a:ahLst/>
            <a:cxnLst/>
            <a:rect l="l" t="t" r="r" b="b"/>
            <a:pathLst>
              <a:path w="1428224" h="1606386" extrusionOk="0">
                <a:moveTo>
                  <a:pt x="0" y="0"/>
                </a:moveTo>
                <a:lnTo>
                  <a:pt x="1428224" y="0"/>
                </a:lnTo>
                <a:lnTo>
                  <a:pt x="1428224" y="1606386"/>
                </a:lnTo>
                <a:lnTo>
                  <a:pt x="0" y="1606386"/>
                </a:lnTo>
                <a:lnTo>
                  <a:pt x="0" y="0"/>
                </a:lnTo>
                <a:close/>
              </a:path>
            </a:pathLst>
          </a:custGeom>
          <a:blipFill rotWithShape="1">
            <a:blip r:embed="rId20">
              <a:alphaModFix/>
            </a:blip>
            <a:stretch>
              <a:fillRect/>
            </a:stretch>
          </a:blipFill>
          <a:ln>
            <a:noFill/>
          </a:ln>
        </p:spPr>
      </p:sp>
      <p:sp>
        <p:nvSpPr>
          <p:cNvPr id="658" name="Google Shape;658;p37"/>
          <p:cNvSpPr/>
          <p:nvPr/>
        </p:nvSpPr>
        <p:spPr>
          <a:xfrm>
            <a:off x="9522852" y="5663822"/>
            <a:ext cx="1696082" cy="1295190"/>
          </a:xfrm>
          <a:custGeom>
            <a:avLst/>
            <a:gdLst/>
            <a:ahLst/>
            <a:cxnLst/>
            <a:rect l="l" t="t" r="r" b="b"/>
            <a:pathLst>
              <a:path w="1696082" h="1295190" extrusionOk="0">
                <a:moveTo>
                  <a:pt x="0" y="0"/>
                </a:moveTo>
                <a:lnTo>
                  <a:pt x="1696082" y="0"/>
                </a:lnTo>
                <a:lnTo>
                  <a:pt x="1696082" y="1295190"/>
                </a:lnTo>
                <a:lnTo>
                  <a:pt x="0" y="1295190"/>
                </a:lnTo>
                <a:lnTo>
                  <a:pt x="0" y="0"/>
                </a:lnTo>
                <a:close/>
              </a:path>
            </a:pathLst>
          </a:custGeom>
          <a:blipFill rotWithShape="1">
            <a:blip r:embed="rId21">
              <a:alphaModFix/>
            </a:blip>
            <a:stretch>
              <a:fillRect/>
            </a:stretch>
          </a:blipFill>
          <a:ln>
            <a:noFill/>
          </a:ln>
        </p:spPr>
      </p:sp>
      <p:sp>
        <p:nvSpPr>
          <p:cNvPr id="659" name="Google Shape;659;p37"/>
          <p:cNvSpPr/>
          <p:nvPr/>
        </p:nvSpPr>
        <p:spPr>
          <a:xfrm>
            <a:off x="11893062" y="5745308"/>
            <a:ext cx="1270395" cy="1191861"/>
          </a:xfrm>
          <a:custGeom>
            <a:avLst/>
            <a:gdLst/>
            <a:ahLst/>
            <a:cxnLst/>
            <a:rect l="l" t="t" r="r" b="b"/>
            <a:pathLst>
              <a:path w="1270395" h="1191861" extrusionOk="0">
                <a:moveTo>
                  <a:pt x="0" y="0"/>
                </a:moveTo>
                <a:lnTo>
                  <a:pt x="1270395" y="0"/>
                </a:lnTo>
                <a:lnTo>
                  <a:pt x="1270395" y="1191862"/>
                </a:lnTo>
                <a:lnTo>
                  <a:pt x="0" y="1191862"/>
                </a:lnTo>
                <a:lnTo>
                  <a:pt x="0" y="0"/>
                </a:lnTo>
                <a:close/>
              </a:path>
            </a:pathLst>
          </a:custGeom>
          <a:blipFill rotWithShape="1">
            <a:blip r:embed="rId22">
              <a:alphaModFix/>
            </a:blip>
            <a:stretch>
              <a:fillRect/>
            </a:stretch>
          </a:blipFill>
          <a:ln>
            <a:noFill/>
          </a:ln>
        </p:spPr>
      </p:sp>
      <p:sp>
        <p:nvSpPr>
          <p:cNvPr id="660" name="Google Shape;660;p37"/>
          <p:cNvSpPr/>
          <p:nvPr/>
        </p:nvSpPr>
        <p:spPr>
          <a:xfrm>
            <a:off x="13815768" y="5619264"/>
            <a:ext cx="1196030" cy="1339748"/>
          </a:xfrm>
          <a:custGeom>
            <a:avLst/>
            <a:gdLst/>
            <a:ahLst/>
            <a:cxnLst/>
            <a:rect l="l" t="t" r="r" b="b"/>
            <a:pathLst>
              <a:path w="1196030" h="1339748" extrusionOk="0">
                <a:moveTo>
                  <a:pt x="0" y="0"/>
                </a:moveTo>
                <a:lnTo>
                  <a:pt x="1196030" y="0"/>
                </a:lnTo>
                <a:lnTo>
                  <a:pt x="1196030" y="1339748"/>
                </a:lnTo>
                <a:lnTo>
                  <a:pt x="0" y="1339748"/>
                </a:lnTo>
                <a:lnTo>
                  <a:pt x="0" y="0"/>
                </a:lnTo>
                <a:close/>
              </a:path>
            </a:pathLst>
          </a:custGeom>
          <a:blipFill rotWithShape="1">
            <a:blip r:embed="rId23">
              <a:alphaModFix/>
            </a:blip>
            <a:stretch>
              <a:fillRect/>
            </a:stretch>
          </a:blipFill>
          <a:ln>
            <a:noFill/>
          </a:ln>
        </p:spPr>
      </p:sp>
      <p:sp>
        <p:nvSpPr>
          <p:cNvPr id="661" name="Google Shape;661;p37"/>
          <p:cNvSpPr/>
          <p:nvPr/>
        </p:nvSpPr>
        <p:spPr>
          <a:xfrm>
            <a:off x="1529083" y="7551357"/>
            <a:ext cx="1194597" cy="1368809"/>
          </a:xfrm>
          <a:custGeom>
            <a:avLst/>
            <a:gdLst/>
            <a:ahLst/>
            <a:cxnLst/>
            <a:rect l="l" t="t" r="r" b="b"/>
            <a:pathLst>
              <a:path w="1194597" h="1368809" extrusionOk="0">
                <a:moveTo>
                  <a:pt x="0" y="0"/>
                </a:moveTo>
                <a:lnTo>
                  <a:pt x="1194596" y="0"/>
                </a:lnTo>
                <a:lnTo>
                  <a:pt x="1194596" y="1368808"/>
                </a:lnTo>
                <a:lnTo>
                  <a:pt x="0" y="1368808"/>
                </a:lnTo>
                <a:lnTo>
                  <a:pt x="0" y="0"/>
                </a:lnTo>
                <a:close/>
              </a:path>
            </a:pathLst>
          </a:custGeom>
          <a:blipFill rotWithShape="1">
            <a:blip r:embed="rId24">
              <a:alphaModFix/>
            </a:blip>
            <a:stretch>
              <a:fillRect/>
            </a:stretch>
          </a:blipFill>
          <a:ln>
            <a:noFill/>
          </a:ln>
        </p:spPr>
      </p:sp>
      <p:sp>
        <p:nvSpPr>
          <p:cNvPr id="662" name="Google Shape;662;p37"/>
          <p:cNvSpPr/>
          <p:nvPr/>
        </p:nvSpPr>
        <p:spPr>
          <a:xfrm>
            <a:off x="3406031" y="7669385"/>
            <a:ext cx="1387559" cy="1132752"/>
          </a:xfrm>
          <a:custGeom>
            <a:avLst/>
            <a:gdLst/>
            <a:ahLst/>
            <a:cxnLst/>
            <a:rect l="l" t="t" r="r" b="b"/>
            <a:pathLst>
              <a:path w="1387559" h="1132752" extrusionOk="0">
                <a:moveTo>
                  <a:pt x="0" y="0"/>
                </a:moveTo>
                <a:lnTo>
                  <a:pt x="1387559" y="0"/>
                </a:lnTo>
                <a:lnTo>
                  <a:pt x="1387559" y="1132752"/>
                </a:lnTo>
                <a:lnTo>
                  <a:pt x="0" y="1132752"/>
                </a:lnTo>
                <a:lnTo>
                  <a:pt x="0" y="0"/>
                </a:lnTo>
                <a:close/>
              </a:path>
            </a:pathLst>
          </a:custGeom>
          <a:blipFill rotWithShape="1">
            <a:blip r:embed="rId25">
              <a:alphaModFix/>
            </a:blip>
            <a:stretch>
              <a:fillRect/>
            </a:stretch>
          </a:blipFill>
          <a:ln>
            <a:noFill/>
          </a:ln>
        </p:spPr>
      </p:sp>
      <p:sp>
        <p:nvSpPr>
          <p:cNvPr id="663" name="Google Shape;663;p37"/>
          <p:cNvSpPr/>
          <p:nvPr/>
        </p:nvSpPr>
        <p:spPr>
          <a:xfrm>
            <a:off x="5466903" y="7767157"/>
            <a:ext cx="1263392" cy="937207"/>
          </a:xfrm>
          <a:custGeom>
            <a:avLst/>
            <a:gdLst/>
            <a:ahLst/>
            <a:cxnLst/>
            <a:rect l="l" t="t" r="r" b="b"/>
            <a:pathLst>
              <a:path w="1263392" h="937207" extrusionOk="0">
                <a:moveTo>
                  <a:pt x="0" y="0"/>
                </a:moveTo>
                <a:lnTo>
                  <a:pt x="1263392" y="0"/>
                </a:lnTo>
                <a:lnTo>
                  <a:pt x="1263392" y="937207"/>
                </a:lnTo>
                <a:lnTo>
                  <a:pt x="0" y="937207"/>
                </a:lnTo>
                <a:lnTo>
                  <a:pt x="0" y="0"/>
                </a:lnTo>
                <a:close/>
              </a:path>
            </a:pathLst>
          </a:custGeom>
          <a:blipFill rotWithShape="1">
            <a:blip r:embed="rId26">
              <a:alphaModFix/>
            </a:blip>
            <a:stretch>
              <a:fillRect/>
            </a:stretch>
          </a:blipFill>
          <a:ln>
            <a:noFill/>
          </a:ln>
        </p:spPr>
      </p:sp>
      <p:sp>
        <p:nvSpPr>
          <p:cNvPr id="664" name="Google Shape;664;p37"/>
          <p:cNvSpPr/>
          <p:nvPr/>
        </p:nvSpPr>
        <p:spPr>
          <a:xfrm>
            <a:off x="7680387" y="7457205"/>
            <a:ext cx="919845" cy="1246095"/>
          </a:xfrm>
          <a:custGeom>
            <a:avLst/>
            <a:gdLst/>
            <a:ahLst/>
            <a:cxnLst/>
            <a:rect l="l" t="t" r="r" b="b"/>
            <a:pathLst>
              <a:path w="919845" h="1246095" extrusionOk="0">
                <a:moveTo>
                  <a:pt x="0" y="0"/>
                </a:moveTo>
                <a:lnTo>
                  <a:pt x="919845" y="0"/>
                </a:lnTo>
                <a:lnTo>
                  <a:pt x="919845" y="1246095"/>
                </a:lnTo>
                <a:lnTo>
                  <a:pt x="0" y="1246095"/>
                </a:lnTo>
                <a:lnTo>
                  <a:pt x="0" y="0"/>
                </a:lnTo>
                <a:close/>
              </a:path>
            </a:pathLst>
          </a:custGeom>
          <a:blipFill rotWithShape="1">
            <a:blip r:embed="rId27">
              <a:alphaModFix/>
            </a:blip>
            <a:stretch>
              <a:fillRect/>
            </a:stretch>
          </a:blipFill>
          <a:ln>
            <a:noFill/>
          </a:ln>
        </p:spPr>
      </p:sp>
      <p:sp>
        <p:nvSpPr>
          <p:cNvPr id="665" name="Google Shape;665;p37"/>
          <p:cNvSpPr/>
          <p:nvPr/>
        </p:nvSpPr>
        <p:spPr>
          <a:xfrm>
            <a:off x="10021029" y="7457205"/>
            <a:ext cx="699728" cy="1436008"/>
          </a:xfrm>
          <a:custGeom>
            <a:avLst/>
            <a:gdLst/>
            <a:ahLst/>
            <a:cxnLst/>
            <a:rect l="l" t="t" r="r" b="b"/>
            <a:pathLst>
              <a:path w="699728" h="1436008" extrusionOk="0">
                <a:moveTo>
                  <a:pt x="0" y="0"/>
                </a:moveTo>
                <a:lnTo>
                  <a:pt x="699728" y="0"/>
                </a:lnTo>
                <a:lnTo>
                  <a:pt x="699728" y="1436008"/>
                </a:lnTo>
                <a:lnTo>
                  <a:pt x="0" y="1436008"/>
                </a:lnTo>
                <a:lnTo>
                  <a:pt x="0" y="0"/>
                </a:lnTo>
                <a:close/>
              </a:path>
            </a:pathLst>
          </a:custGeom>
          <a:blipFill rotWithShape="1">
            <a:blip r:embed="rId28">
              <a:alphaModFix/>
            </a:blip>
            <a:stretch>
              <a:fillRect/>
            </a:stretch>
          </a:blipFill>
          <a:ln>
            <a:noFill/>
          </a:ln>
        </p:spPr>
      </p:sp>
      <p:sp>
        <p:nvSpPr>
          <p:cNvPr id="666" name="Google Shape;666;p37"/>
          <p:cNvSpPr/>
          <p:nvPr/>
        </p:nvSpPr>
        <p:spPr>
          <a:xfrm>
            <a:off x="11820699" y="7366129"/>
            <a:ext cx="1415121" cy="1436008"/>
          </a:xfrm>
          <a:custGeom>
            <a:avLst/>
            <a:gdLst/>
            <a:ahLst/>
            <a:cxnLst/>
            <a:rect l="l" t="t" r="r" b="b"/>
            <a:pathLst>
              <a:path w="1415121" h="1436008" extrusionOk="0">
                <a:moveTo>
                  <a:pt x="0" y="0"/>
                </a:moveTo>
                <a:lnTo>
                  <a:pt x="1415121" y="0"/>
                </a:lnTo>
                <a:lnTo>
                  <a:pt x="1415121" y="1436008"/>
                </a:lnTo>
                <a:lnTo>
                  <a:pt x="0" y="1436008"/>
                </a:lnTo>
                <a:lnTo>
                  <a:pt x="0" y="0"/>
                </a:lnTo>
                <a:close/>
              </a:path>
            </a:pathLst>
          </a:custGeom>
          <a:blipFill rotWithShape="1">
            <a:blip r:embed="rId29">
              <a:alphaModFix/>
            </a:blip>
            <a:stretch>
              <a:fillRect/>
            </a:stretch>
          </a:blipFill>
          <a:ln>
            <a:noFill/>
          </a:ln>
        </p:spPr>
      </p:sp>
      <p:sp>
        <p:nvSpPr>
          <p:cNvPr id="667" name="Google Shape;667;p37"/>
          <p:cNvSpPr/>
          <p:nvPr/>
        </p:nvSpPr>
        <p:spPr>
          <a:xfrm>
            <a:off x="13815768" y="7768222"/>
            <a:ext cx="1196030" cy="935078"/>
          </a:xfrm>
          <a:custGeom>
            <a:avLst/>
            <a:gdLst/>
            <a:ahLst/>
            <a:cxnLst/>
            <a:rect l="l" t="t" r="r" b="b"/>
            <a:pathLst>
              <a:path w="1196030" h="935078" extrusionOk="0">
                <a:moveTo>
                  <a:pt x="0" y="0"/>
                </a:moveTo>
                <a:lnTo>
                  <a:pt x="1196030" y="0"/>
                </a:lnTo>
                <a:lnTo>
                  <a:pt x="1196030" y="935078"/>
                </a:lnTo>
                <a:lnTo>
                  <a:pt x="0" y="935078"/>
                </a:lnTo>
                <a:lnTo>
                  <a:pt x="0" y="0"/>
                </a:lnTo>
                <a:close/>
              </a:path>
            </a:pathLst>
          </a:custGeom>
          <a:blipFill rotWithShape="1">
            <a:blip r:embed="rId30">
              <a:alphaModFix/>
            </a:blip>
            <a:stretch>
              <a:fillRect/>
            </a:stretch>
          </a:blipFill>
          <a:ln>
            <a:noFill/>
          </a:ln>
        </p:spPr>
      </p:sp>
      <p:sp>
        <p:nvSpPr>
          <p:cNvPr id="668" name="Google Shape;668;p37"/>
          <p:cNvSpPr/>
          <p:nvPr/>
        </p:nvSpPr>
        <p:spPr>
          <a:xfrm>
            <a:off x="15361112" y="2219203"/>
            <a:ext cx="1661367" cy="1362321"/>
          </a:xfrm>
          <a:custGeom>
            <a:avLst/>
            <a:gdLst/>
            <a:ahLst/>
            <a:cxnLst/>
            <a:rect l="l" t="t" r="r" b="b"/>
            <a:pathLst>
              <a:path w="1661367" h="1362321" extrusionOk="0">
                <a:moveTo>
                  <a:pt x="0" y="0"/>
                </a:moveTo>
                <a:lnTo>
                  <a:pt x="1661367" y="0"/>
                </a:lnTo>
                <a:lnTo>
                  <a:pt x="1661367" y="1362320"/>
                </a:lnTo>
                <a:lnTo>
                  <a:pt x="0" y="1362320"/>
                </a:lnTo>
                <a:lnTo>
                  <a:pt x="0" y="0"/>
                </a:lnTo>
                <a:close/>
              </a:path>
            </a:pathLst>
          </a:custGeom>
          <a:blipFill rotWithShape="1">
            <a:blip r:embed="rId31">
              <a:alphaModFix/>
            </a:blip>
            <a:stretch>
              <a:fillRect/>
            </a:stretch>
          </a:blipFill>
          <a:ln>
            <a:noFill/>
          </a:ln>
        </p:spPr>
      </p:sp>
      <p:sp>
        <p:nvSpPr>
          <p:cNvPr id="669" name="Google Shape;669;p37"/>
          <p:cNvSpPr/>
          <p:nvPr/>
        </p:nvSpPr>
        <p:spPr>
          <a:xfrm>
            <a:off x="15825450" y="3930850"/>
            <a:ext cx="732691" cy="1263260"/>
          </a:xfrm>
          <a:custGeom>
            <a:avLst/>
            <a:gdLst/>
            <a:ahLst/>
            <a:cxnLst/>
            <a:rect l="l" t="t" r="r" b="b"/>
            <a:pathLst>
              <a:path w="732691" h="1263260" extrusionOk="0">
                <a:moveTo>
                  <a:pt x="0" y="0"/>
                </a:moveTo>
                <a:lnTo>
                  <a:pt x="732691" y="0"/>
                </a:lnTo>
                <a:lnTo>
                  <a:pt x="732691" y="1263259"/>
                </a:lnTo>
                <a:lnTo>
                  <a:pt x="0" y="1263259"/>
                </a:lnTo>
                <a:lnTo>
                  <a:pt x="0" y="0"/>
                </a:lnTo>
                <a:close/>
              </a:path>
            </a:pathLst>
          </a:custGeom>
          <a:blipFill rotWithShape="1">
            <a:blip r:embed="rId32">
              <a:alphaModFix/>
            </a:blip>
            <a:stretch>
              <a:fillRect/>
            </a:stretch>
          </a:blipFill>
          <a:ln>
            <a:noFill/>
          </a:ln>
        </p:spPr>
      </p:sp>
      <p:sp>
        <p:nvSpPr>
          <p:cNvPr id="670" name="Google Shape;670;p37"/>
          <p:cNvSpPr/>
          <p:nvPr/>
        </p:nvSpPr>
        <p:spPr>
          <a:xfrm>
            <a:off x="15782563" y="5641543"/>
            <a:ext cx="818464" cy="1339748"/>
          </a:xfrm>
          <a:custGeom>
            <a:avLst/>
            <a:gdLst/>
            <a:ahLst/>
            <a:cxnLst/>
            <a:rect l="l" t="t" r="r" b="b"/>
            <a:pathLst>
              <a:path w="818464" h="1339748" extrusionOk="0">
                <a:moveTo>
                  <a:pt x="0" y="0"/>
                </a:moveTo>
                <a:lnTo>
                  <a:pt x="818465" y="0"/>
                </a:lnTo>
                <a:lnTo>
                  <a:pt x="818465" y="1339748"/>
                </a:lnTo>
                <a:lnTo>
                  <a:pt x="0" y="1339748"/>
                </a:lnTo>
                <a:lnTo>
                  <a:pt x="0" y="0"/>
                </a:lnTo>
                <a:close/>
              </a:path>
            </a:pathLst>
          </a:custGeom>
          <a:blipFill rotWithShape="1">
            <a:blip r:embed="rId33">
              <a:alphaModFix/>
            </a:blip>
            <a:stretch>
              <a:fillRect/>
            </a:stretch>
          </a:blipFill>
          <a:ln>
            <a:noFill/>
          </a:ln>
        </p:spPr>
      </p:sp>
      <p:sp>
        <p:nvSpPr>
          <p:cNvPr id="671" name="Google Shape;671;p37"/>
          <p:cNvSpPr/>
          <p:nvPr/>
        </p:nvSpPr>
        <p:spPr>
          <a:xfrm>
            <a:off x="15611245" y="7570547"/>
            <a:ext cx="1161100" cy="1330427"/>
          </a:xfrm>
          <a:custGeom>
            <a:avLst/>
            <a:gdLst/>
            <a:ahLst/>
            <a:cxnLst/>
            <a:rect l="l" t="t" r="r" b="b"/>
            <a:pathLst>
              <a:path w="1161100" h="1330427" extrusionOk="0">
                <a:moveTo>
                  <a:pt x="0" y="0"/>
                </a:moveTo>
                <a:lnTo>
                  <a:pt x="1161100" y="0"/>
                </a:lnTo>
                <a:lnTo>
                  <a:pt x="1161100" y="1330427"/>
                </a:lnTo>
                <a:lnTo>
                  <a:pt x="0" y="1330427"/>
                </a:lnTo>
                <a:lnTo>
                  <a:pt x="0" y="0"/>
                </a:lnTo>
                <a:close/>
              </a:path>
            </a:pathLst>
          </a:custGeom>
          <a:blipFill rotWithShape="1">
            <a:blip r:embed="rId34">
              <a:alphaModFix/>
            </a:blip>
            <a:stretch>
              <a:fillRect/>
            </a:stretch>
          </a:blipFill>
          <a:ln>
            <a:noFill/>
          </a:ln>
        </p:spPr>
      </p:sp>
      <p:sp>
        <p:nvSpPr>
          <p:cNvPr id="672" name="Google Shape;672;p37"/>
          <p:cNvSpPr txBox="1"/>
          <p:nvPr/>
        </p:nvSpPr>
        <p:spPr>
          <a:xfrm>
            <a:off x="1028700" y="990600"/>
            <a:ext cx="8617385"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ELEMENTOS GRÁFICOS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2476</Words>
  <Application>Microsoft Office PowerPoint</Application>
  <PresentationFormat>Personalitzat</PresentationFormat>
  <Paragraphs>257</Paragraphs>
  <Slides>25</Slides>
  <Notes>25</Notes>
  <HiddenSlides>1</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25</vt:i4>
      </vt:variant>
    </vt:vector>
  </HeadingPairs>
  <TitlesOfParts>
    <vt:vector size="30" baseType="lpstr">
      <vt:lpstr>Poppins</vt:lpstr>
      <vt:lpstr>Calibri</vt:lpstr>
      <vt:lpstr>Poppins Black</vt:lpstr>
      <vt:lpstr>Arial</vt:lpstr>
      <vt:lpstr>Office Theme</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 del PowerPoint</dc:title>
  <cp:lastModifiedBy>Nuria Paredes</cp:lastModifiedBy>
  <cp:revision>2</cp:revision>
  <dcterms:modified xsi:type="dcterms:W3CDTF">2026-05-06T11:10:20Z</dcterms:modified>
</cp:coreProperties>
</file>