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81" r:id="rId3"/>
    <p:sldId id="258" r:id="rId4"/>
    <p:sldId id="260" r:id="rId5"/>
    <p:sldId id="259" r:id="rId6"/>
    <p:sldId id="287" r:id="rId7"/>
    <p:sldId id="284" r:id="rId8"/>
    <p:sldId id="285" r:id="rId9"/>
    <p:sldId id="295" r:id="rId10"/>
    <p:sldId id="288" r:id="rId11"/>
    <p:sldId id="289" r:id="rId12"/>
    <p:sldId id="257" r:id="rId13"/>
    <p:sldId id="290" r:id="rId14"/>
    <p:sldId id="291" r:id="rId15"/>
    <p:sldId id="292" r:id="rId16"/>
    <p:sldId id="261" r:id="rId17"/>
    <p:sldId id="262" r:id="rId18"/>
    <p:sldId id="293" r:id="rId19"/>
    <p:sldId id="279" r:id="rId20"/>
  </p:sldIdLst>
  <p:sldSz cx="18288000" cy="10287000"/>
  <p:notesSz cx="6858000" cy="9144000"/>
  <p:embeddedFontLs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  <p:embeddedFont>
      <p:font typeface="Poppins Black" panose="00000A00000000000000" pitchFamily="2" charset="0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99"/>
    <p:restoredTop sz="94676"/>
  </p:normalViewPr>
  <p:slideViewPr>
    <p:cSldViewPr snapToGrid="0">
      <p:cViewPr varScale="1">
        <p:scale>
          <a:sx n="46" d="100"/>
          <a:sy n="46" d="100"/>
        </p:scale>
        <p:origin x="1157" y="269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8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11 de Mayo de 2026</a:t>
            </a:r>
            <a:endParaRPr lang="es-ES_tradnl" sz="1800" dirty="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4099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Optimización Estratégica: Desempeño y Ausentismo Laboral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 Análisis de Impacto en el Desempeño</a:t>
            </a:r>
            <a:b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 Perfiles de Riesgo</a:t>
            </a:r>
          </a:p>
          <a:p>
            <a:pPr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- Estrategias y Ajustes Organizacionales</a:t>
            </a: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2049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Perfil y Desempeño Profesional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10578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mpacto en el Desempeño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6BDAF4A0-5E7D-104D-9145-7A1AD0EB3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86" y="1920844"/>
            <a:ext cx="12024330" cy="7866184"/>
          </a:xfrm>
          <a:prstGeom prst="rect">
            <a:avLst/>
          </a:prstGeom>
        </p:spPr>
      </p:pic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1180407" y="2793076"/>
            <a:ext cx="2820139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redondeado 5">
            <a:extLst>
              <a:ext uri="{FF2B5EF4-FFF2-40B4-BE49-F238E27FC236}">
                <a16:creationId xmlns:a16="http://schemas.microsoft.com/office/drawing/2014/main" id="{D50B6CE5-CB7F-BC5A-219A-87FA66CC7AE2}"/>
              </a:ext>
            </a:extLst>
          </p:cNvPr>
          <p:cNvSpPr/>
          <p:nvPr/>
        </p:nvSpPr>
        <p:spPr>
          <a:xfrm>
            <a:off x="881149" y="5488176"/>
            <a:ext cx="3119397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Rectángulo redondeado 6">
            <a:extLst>
              <a:ext uri="{FF2B5EF4-FFF2-40B4-BE49-F238E27FC236}">
                <a16:creationId xmlns:a16="http://schemas.microsoft.com/office/drawing/2014/main" id="{C96F5C31-DA5E-B352-8B5B-EE1E2DA62EFD}"/>
              </a:ext>
            </a:extLst>
          </p:cNvPr>
          <p:cNvSpPr/>
          <p:nvPr/>
        </p:nvSpPr>
        <p:spPr>
          <a:xfrm>
            <a:off x="1778924" y="7045040"/>
            <a:ext cx="2221622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878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APLANAMIENTO DE LA CURVA DE TRABAJO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PLANIFICACIÓN ESTACIONAL</a:t>
            </a:r>
            <a:endParaRPr lang="es-ES_tradnl" dirty="0"/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DESMITIFICACIÓN DE LA ANTIGÜEDAD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1006055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3210168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04192" y="5457240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NUESTROS DATOS</a:t>
            </a:r>
            <a:endParaRPr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5524300"/>
            <a:ext cx="4635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 faltas disciplinaria</a:t>
            </a:r>
            <a:endParaRPr sz="3000"/>
          </a:p>
        </p:txBody>
      </p:sp>
      <p:sp>
        <p:nvSpPr>
          <p:cNvPr id="140" name="Google Shape;140;g3dbe1710380_1_211"/>
          <p:cNvSpPr txBox="1"/>
          <p:nvPr/>
        </p:nvSpPr>
        <p:spPr>
          <a:xfrm>
            <a:off x="8188931" y="6071781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31</a:t>
            </a:r>
            <a:endParaRPr sz="360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1121450"/>
            <a:ext cx="453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Solicitudes ausencia</a:t>
            </a:r>
            <a:endParaRPr sz="260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1000 </a:t>
            </a:r>
            <a:endParaRPr sz="360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3277218"/>
            <a:ext cx="3805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endParaRPr sz="2600"/>
          </a:p>
        </p:txBody>
      </p:sp>
      <p:sp>
        <p:nvSpPr>
          <p:cNvPr id="144" name="Google Shape;144;g3dbe1710380_1_211"/>
          <p:cNvSpPr txBox="1"/>
          <p:nvPr/>
        </p:nvSpPr>
        <p:spPr>
          <a:xfrm>
            <a:off x="8188931" y="382674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386</a:t>
            </a:r>
            <a:endParaRPr sz="360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8045398" y="7870425"/>
            <a:ext cx="5150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 faltas y ausencia</a:t>
            </a:r>
            <a:endParaRPr sz="2900"/>
          </a:p>
        </p:txBody>
      </p:sp>
      <p:sp>
        <p:nvSpPr>
          <p:cNvPr id="146" name="Google Shape;146;g3dbe1710380_1_211"/>
          <p:cNvSpPr txBox="1"/>
          <p:nvPr/>
        </p:nvSpPr>
        <p:spPr>
          <a:xfrm>
            <a:off x="8188919" y="831681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20</a:t>
            </a:r>
            <a:endParaRPr sz="360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1485</TotalTime>
  <Words>469</Words>
  <Application>Microsoft Office PowerPoint</Application>
  <PresentationFormat>Personalitzat</PresentationFormat>
  <Paragraphs>163</Paragraphs>
  <Slides>19</Slides>
  <Notes>19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19</vt:i4>
      </vt:variant>
    </vt:vector>
  </HeadingPairs>
  <TitlesOfParts>
    <vt:vector size="24" baseType="lpstr">
      <vt:lpstr>Poppins</vt:lpstr>
      <vt:lpstr>Calibri</vt:lpstr>
      <vt:lpstr>Poppins Black</vt:lpstr>
      <vt:lpstr>Arial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9</cp:revision>
  <dcterms:modified xsi:type="dcterms:W3CDTF">2026-05-07T13:42:39Z</dcterms:modified>
</cp:coreProperties>
</file>