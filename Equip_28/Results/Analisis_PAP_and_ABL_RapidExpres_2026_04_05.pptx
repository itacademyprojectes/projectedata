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10287000" cx="18288000"/>
  <p:notesSz cx="6858000" cy="9144000"/>
  <p:embeddedFontLst>
    <p:embeddedFont>
      <p:font typeface="Poppins"/>
      <p:regular r:id="rId31"/>
      <p:bold r:id="rId32"/>
      <p:italic r:id="rId33"/>
      <p:boldItalic r:id="rId34"/>
    </p:embeddedFont>
    <p:embeddedFont>
      <p:font typeface="Poppins Black"/>
      <p:bold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Poppins-regular.fntdata"/><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Poppins-italic.fntdata"/><Relationship Id="rId10" Type="http://schemas.openxmlformats.org/officeDocument/2006/relationships/slide" Target="slides/slide5.xml"/><Relationship Id="rId32" Type="http://schemas.openxmlformats.org/officeDocument/2006/relationships/font" Target="fonts/Poppins-bold.fntdata"/><Relationship Id="rId13" Type="http://schemas.openxmlformats.org/officeDocument/2006/relationships/slide" Target="slides/slide8.xml"/><Relationship Id="rId35" Type="http://schemas.openxmlformats.org/officeDocument/2006/relationships/font" Target="fonts/PoppinsBlack-bold.fntdata"/><Relationship Id="rId12" Type="http://schemas.openxmlformats.org/officeDocument/2006/relationships/slide" Target="slides/slide7.xml"/><Relationship Id="rId34" Type="http://schemas.openxmlformats.org/officeDocument/2006/relationships/font" Target="fonts/Poppins-boldItalic.fntdata"/><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PoppinsBlack-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dbe171038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g3dbe1710380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dbe1710380_1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g3dbe1710380_1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dbe1710380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g3dbe1710380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3dbe1710380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g3dbe1710380_1_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dbe1710380_1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g3dbe1710380_1_10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dbe1710380_1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g3dbe1710380_1_1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dbe1710380_1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3dbe1710380_1_1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dbe1710380_1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g3dbe1710380_1_13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3dbe1710380_1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g3dbe1710380_1_1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dbe1710380_1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g3dbe1710380_1_19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3dbe1710380_1_2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g3dbe1710380_1_2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dbe1710380_1_2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g3dbe1710380_1_2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3dbe1710380_1_2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g3dbe1710380_1_27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15.png"/><Relationship Id="rId6" Type="http://schemas.openxmlformats.org/officeDocument/2006/relationships/image" Target="../media/image4.png"/></Relationships>
</file>

<file path=ppt/slides/_rels/slide25.xml.rels><?xml version="1.0" encoding="UTF-8" standalone="yes"?><Relationships xmlns="http://schemas.openxmlformats.org/package/2006/relationships"><Relationship Id="rId20" Type="http://schemas.openxmlformats.org/officeDocument/2006/relationships/image" Target="../media/image21.png"/><Relationship Id="rId22" Type="http://schemas.openxmlformats.org/officeDocument/2006/relationships/image" Target="../media/image11.png"/><Relationship Id="rId21" Type="http://schemas.openxmlformats.org/officeDocument/2006/relationships/image" Target="../media/image5.png"/><Relationship Id="rId24" Type="http://schemas.openxmlformats.org/officeDocument/2006/relationships/image" Target="../media/image25.png"/><Relationship Id="rId23"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2.png"/><Relationship Id="rId4" Type="http://schemas.openxmlformats.org/officeDocument/2006/relationships/image" Target="../media/image17.png"/><Relationship Id="rId9" Type="http://schemas.openxmlformats.org/officeDocument/2006/relationships/image" Target="../media/image9.png"/><Relationship Id="rId26" Type="http://schemas.openxmlformats.org/officeDocument/2006/relationships/image" Target="../media/image30.png"/><Relationship Id="rId25" Type="http://schemas.openxmlformats.org/officeDocument/2006/relationships/image" Target="../media/image33.png"/><Relationship Id="rId28" Type="http://schemas.openxmlformats.org/officeDocument/2006/relationships/image" Target="../media/image24.png"/><Relationship Id="rId27" Type="http://schemas.openxmlformats.org/officeDocument/2006/relationships/image" Target="../media/image27.png"/><Relationship Id="rId5" Type="http://schemas.openxmlformats.org/officeDocument/2006/relationships/image" Target="../media/image13.png"/><Relationship Id="rId6" Type="http://schemas.openxmlformats.org/officeDocument/2006/relationships/image" Target="../media/image15.png"/><Relationship Id="rId29" Type="http://schemas.openxmlformats.org/officeDocument/2006/relationships/image" Target="../media/image26.png"/><Relationship Id="rId7" Type="http://schemas.openxmlformats.org/officeDocument/2006/relationships/image" Target="../media/image19.png"/><Relationship Id="rId8" Type="http://schemas.openxmlformats.org/officeDocument/2006/relationships/image" Target="../media/image16.png"/><Relationship Id="rId31" Type="http://schemas.openxmlformats.org/officeDocument/2006/relationships/image" Target="../media/image32.png"/><Relationship Id="rId30" Type="http://schemas.openxmlformats.org/officeDocument/2006/relationships/image" Target="../media/image8.png"/><Relationship Id="rId11" Type="http://schemas.openxmlformats.org/officeDocument/2006/relationships/image" Target="../media/image22.png"/><Relationship Id="rId33" Type="http://schemas.openxmlformats.org/officeDocument/2006/relationships/image" Target="../media/image20.png"/><Relationship Id="rId10" Type="http://schemas.openxmlformats.org/officeDocument/2006/relationships/image" Target="../media/image18.png"/><Relationship Id="rId32" Type="http://schemas.openxmlformats.org/officeDocument/2006/relationships/image" Target="../media/image31.png"/><Relationship Id="rId13" Type="http://schemas.openxmlformats.org/officeDocument/2006/relationships/image" Target="../media/image10.png"/><Relationship Id="rId12" Type="http://schemas.openxmlformats.org/officeDocument/2006/relationships/image" Target="../media/image28.png"/><Relationship Id="rId34" Type="http://schemas.openxmlformats.org/officeDocument/2006/relationships/image" Target="../media/image29.png"/><Relationship Id="rId15" Type="http://schemas.openxmlformats.org/officeDocument/2006/relationships/image" Target="../media/image2.png"/><Relationship Id="rId14" Type="http://schemas.openxmlformats.org/officeDocument/2006/relationships/image" Target="../media/image1.png"/><Relationship Id="rId17" Type="http://schemas.openxmlformats.org/officeDocument/2006/relationships/image" Target="../media/image23.png"/><Relationship Id="rId16" Type="http://schemas.openxmlformats.org/officeDocument/2006/relationships/image" Target="../media/image4.png"/><Relationship Id="rId19" Type="http://schemas.openxmlformats.org/officeDocument/2006/relationships/image" Target="../media/image6.png"/><Relationship Id="rId1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83" name="Shape 83"/>
        <p:cNvGrpSpPr/>
        <p:nvPr/>
      </p:nvGrpSpPr>
      <p:grpSpPr>
        <a:xfrm>
          <a:off x="0" y="0"/>
          <a:ext cx="0" cy="0"/>
          <a:chOff x="0" y="0"/>
          <a:chExt cx="0" cy="0"/>
        </a:xfrm>
      </p:grpSpPr>
      <p:sp>
        <p:nvSpPr>
          <p:cNvPr id="84" name="Google Shape;84;p13"/>
          <p:cNvSpPr/>
          <p:nvPr/>
        </p:nvSpPr>
        <p:spPr>
          <a:xfrm>
            <a:off x="6823996" y="-3477327"/>
            <a:ext cx="7914105" cy="7611930"/>
          </a:xfrm>
          <a:custGeom>
            <a:rect b="b" l="l" r="r" t="t"/>
            <a:pathLst>
              <a:path extrusionOk="0" h="7611930" w="7914105">
                <a:moveTo>
                  <a:pt x="0" y="0"/>
                </a:moveTo>
                <a:lnTo>
                  <a:pt x="7914105" y="0"/>
                </a:lnTo>
                <a:lnTo>
                  <a:pt x="7914105" y="7611930"/>
                </a:lnTo>
                <a:lnTo>
                  <a:pt x="0" y="7611930"/>
                </a:lnTo>
                <a:lnTo>
                  <a:pt x="0" y="0"/>
                </a:lnTo>
                <a:close/>
              </a:path>
            </a:pathLst>
          </a:custGeom>
          <a:blipFill rotWithShape="1">
            <a:blip r:embed="rId3">
              <a:alphaModFix/>
            </a:blip>
            <a:stretch>
              <a:fillRect b="0" l="0" r="0" t="0"/>
            </a:stretch>
          </a:blipFill>
          <a:ln>
            <a:noFill/>
          </a:ln>
        </p:spPr>
      </p:sp>
      <p:sp>
        <p:nvSpPr>
          <p:cNvPr id="85" name="Google Shape;85;p13"/>
          <p:cNvSpPr/>
          <p:nvPr/>
        </p:nvSpPr>
        <p:spPr>
          <a:xfrm>
            <a:off x="10309874" y="-1562553"/>
            <a:ext cx="10934855" cy="8648476"/>
          </a:xfrm>
          <a:custGeom>
            <a:rect b="b" l="l" r="r" t="t"/>
            <a:pathLst>
              <a:path extrusionOk="0" h="8648476" w="10934855">
                <a:moveTo>
                  <a:pt x="0" y="0"/>
                </a:moveTo>
                <a:lnTo>
                  <a:pt x="10934856" y="0"/>
                </a:lnTo>
                <a:lnTo>
                  <a:pt x="10934856" y="8648477"/>
                </a:lnTo>
                <a:lnTo>
                  <a:pt x="0" y="8648477"/>
                </a:lnTo>
                <a:lnTo>
                  <a:pt x="0" y="0"/>
                </a:lnTo>
                <a:close/>
              </a:path>
            </a:pathLst>
          </a:custGeom>
          <a:blipFill rotWithShape="1">
            <a:blip r:embed="rId4">
              <a:alphaModFix/>
            </a:blip>
            <a:stretch>
              <a:fillRect b="0" l="0" r="0" t="0"/>
            </a:stretch>
          </a:blipFill>
          <a:ln>
            <a:noFill/>
          </a:ln>
        </p:spPr>
      </p:sp>
      <p:sp>
        <p:nvSpPr>
          <p:cNvPr id="86" name="Google Shape;86;p13"/>
          <p:cNvSpPr/>
          <p:nvPr/>
        </p:nvSpPr>
        <p:spPr>
          <a:xfrm>
            <a:off x="15368972" y="1362523"/>
            <a:ext cx="10934855" cy="8648476"/>
          </a:xfrm>
          <a:custGeom>
            <a:rect b="b" l="l" r="r" t="t"/>
            <a:pathLst>
              <a:path extrusionOk="0" h="8648476" w="10934855">
                <a:moveTo>
                  <a:pt x="0" y="0"/>
                </a:moveTo>
                <a:lnTo>
                  <a:pt x="10934855" y="0"/>
                </a:lnTo>
                <a:lnTo>
                  <a:pt x="10934855" y="8648477"/>
                </a:lnTo>
                <a:lnTo>
                  <a:pt x="0" y="8648477"/>
                </a:lnTo>
                <a:lnTo>
                  <a:pt x="0" y="0"/>
                </a:lnTo>
                <a:close/>
              </a:path>
            </a:pathLst>
          </a:custGeom>
          <a:blipFill rotWithShape="1">
            <a:blip r:embed="rId4">
              <a:alphaModFix/>
            </a:blip>
            <a:stretch>
              <a:fillRect b="0" l="0" r="0" t="0"/>
            </a:stretch>
          </a:blipFill>
          <a:ln>
            <a:noFill/>
          </a:ln>
        </p:spPr>
      </p:sp>
      <p:sp>
        <p:nvSpPr>
          <p:cNvPr id="87" name="Google Shape;87;p13"/>
          <p:cNvSpPr/>
          <p:nvPr/>
        </p:nvSpPr>
        <p:spPr>
          <a:xfrm flipH="1">
            <a:off x="8614805" y="4356620"/>
            <a:ext cx="4705073" cy="4114800"/>
          </a:xfrm>
          <a:custGeom>
            <a:rect b="b" l="l" r="r" t="t"/>
            <a:pathLst>
              <a:path extrusionOk="0" h="4114800" w="4705073">
                <a:moveTo>
                  <a:pt x="4705073" y="0"/>
                </a:moveTo>
                <a:lnTo>
                  <a:pt x="0" y="0"/>
                </a:lnTo>
                <a:lnTo>
                  <a:pt x="0" y="4114800"/>
                </a:lnTo>
                <a:lnTo>
                  <a:pt x="4705073" y="4114800"/>
                </a:lnTo>
                <a:lnTo>
                  <a:pt x="4705073" y="0"/>
                </a:lnTo>
                <a:close/>
              </a:path>
            </a:pathLst>
          </a:custGeom>
          <a:blipFill rotWithShape="1">
            <a:blip r:embed="rId5">
              <a:alphaModFix/>
            </a:blip>
            <a:stretch>
              <a:fillRect b="0" l="0" r="0" t="0"/>
            </a:stretch>
          </a:blipFill>
          <a:ln>
            <a:noFill/>
          </a:ln>
        </p:spPr>
      </p:sp>
      <p:sp>
        <p:nvSpPr>
          <p:cNvPr id="88" name="Google Shape;88;p13"/>
          <p:cNvSpPr/>
          <p:nvPr/>
        </p:nvSpPr>
        <p:spPr>
          <a:xfrm flipH="1">
            <a:off x="10231751" y="5329649"/>
            <a:ext cx="4705073" cy="4114800"/>
          </a:xfrm>
          <a:custGeom>
            <a:rect b="b" l="l" r="r" t="t"/>
            <a:pathLst>
              <a:path extrusionOk="0" h="4114800" w="4705073">
                <a:moveTo>
                  <a:pt x="4705072" y="0"/>
                </a:moveTo>
                <a:lnTo>
                  <a:pt x="0" y="0"/>
                </a:lnTo>
                <a:lnTo>
                  <a:pt x="0" y="4114800"/>
                </a:lnTo>
                <a:lnTo>
                  <a:pt x="4705072" y="4114800"/>
                </a:lnTo>
                <a:lnTo>
                  <a:pt x="4705072" y="0"/>
                </a:lnTo>
                <a:close/>
              </a:path>
            </a:pathLst>
          </a:custGeom>
          <a:blipFill rotWithShape="1">
            <a:blip r:embed="rId5">
              <a:alphaModFix/>
            </a:blip>
            <a:stretch>
              <a:fillRect b="0" l="0" r="0" t="0"/>
            </a:stretch>
          </a:blipFill>
          <a:ln>
            <a:noFill/>
          </a:ln>
        </p:spPr>
      </p:sp>
      <p:sp>
        <p:nvSpPr>
          <p:cNvPr id="89" name="Google Shape;89;p13"/>
          <p:cNvSpPr/>
          <p:nvPr/>
        </p:nvSpPr>
        <p:spPr>
          <a:xfrm>
            <a:off x="14711886" y="7556255"/>
            <a:ext cx="2130831" cy="2057221"/>
          </a:xfrm>
          <a:custGeom>
            <a:rect b="b" l="l" r="r" t="t"/>
            <a:pathLst>
              <a:path extrusionOk="0" h="2057221" w="2130831">
                <a:moveTo>
                  <a:pt x="0" y="0"/>
                </a:moveTo>
                <a:lnTo>
                  <a:pt x="2130832" y="0"/>
                </a:lnTo>
                <a:lnTo>
                  <a:pt x="2130832" y="2057221"/>
                </a:lnTo>
                <a:lnTo>
                  <a:pt x="0" y="2057221"/>
                </a:lnTo>
                <a:lnTo>
                  <a:pt x="0" y="0"/>
                </a:lnTo>
                <a:close/>
              </a:path>
            </a:pathLst>
          </a:custGeom>
          <a:blipFill rotWithShape="1">
            <a:blip r:embed="rId6">
              <a:alphaModFix/>
            </a:blip>
            <a:stretch>
              <a:fillRect b="0" l="0" r="0" t="0"/>
            </a:stretch>
          </a:blipFill>
          <a:ln>
            <a:noFill/>
          </a:ln>
        </p:spPr>
      </p:sp>
      <p:sp>
        <p:nvSpPr>
          <p:cNvPr id="90" name="Google Shape;90;p13"/>
          <p:cNvSpPr txBox="1"/>
          <p:nvPr/>
        </p:nvSpPr>
        <p:spPr>
          <a:xfrm>
            <a:off x="1124999" y="1286323"/>
            <a:ext cx="4639200" cy="215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t/>
            </a:r>
            <a:endParaRPr/>
          </a:p>
        </p:txBody>
      </p:sp>
      <p:sp>
        <p:nvSpPr>
          <p:cNvPr id="91" name="Google Shape;91;p13"/>
          <p:cNvSpPr txBox="1"/>
          <p:nvPr/>
        </p:nvSpPr>
        <p:spPr>
          <a:xfrm>
            <a:off x="1041449" y="5799800"/>
            <a:ext cx="7061100" cy="36930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lang="en-US" sz="2400">
                <a:solidFill>
                  <a:srgbClr val="004AAD"/>
                </a:solidFill>
                <a:latin typeface="Poppins"/>
                <a:ea typeface="Poppins"/>
                <a:cs typeface="Poppins"/>
                <a:sym typeface="Poppins"/>
              </a:rPr>
              <a:t>Análisis</a:t>
            </a:r>
            <a:r>
              <a:rPr b="0" i="0" lang="en-US" sz="2400" u="none" cap="none" strike="noStrike">
                <a:solidFill>
                  <a:srgbClr val="004AAD"/>
                </a:solidFill>
                <a:latin typeface="Poppins"/>
                <a:ea typeface="Poppins"/>
                <a:cs typeface="Poppins"/>
                <a:sym typeface="Poppins"/>
              </a:rPr>
              <a:t> y propuestas </a:t>
            </a:r>
            <a:r>
              <a:rPr lang="en-US" sz="2400">
                <a:solidFill>
                  <a:srgbClr val="004AAD"/>
                </a:solidFill>
                <a:latin typeface="Poppins"/>
                <a:ea typeface="Poppins"/>
                <a:cs typeface="Poppins"/>
                <a:sym typeface="Poppins"/>
              </a:rPr>
              <a:t>desde RRHH</a:t>
            </a:r>
            <a:endParaRPr/>
          </a:p>
        </p:txBody>
      </p:sp>
      <p:sp>
        <p:nvSpPr>
          <p:cNvPr id="92" name="Google Shape;92;p13"/>
          <p:cNvSpPr txBox="1"/>
          <p:nvPr/>
        </p:nvSpPr>
        <p:spPr>
          <a:xfrm>
            <a:off x="1124999" y="8618274"/>
            <a:ext cx="4302000" cy="2772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None/>
            </a:pPr>
            <a:r>
              <a:rPr b="1" i="0" lang="en-US" sz="1800" u="none" cap="none" strike="noStrike">
                <a:solidFill>
                  <a:srgbClr val="004AAD"/>
                </a:solidFill>
                <a:latin typeface="Poppins"/>
                <a:ea typeface="Poppins"/>
                <a:cs typeface="Poppins"/>
                <a:sym typeface="Poppins"/>
              </a:rPr>
              <a:t>P</a:t>
            </a:r>
            <a:r>
              <a:rPr b="1" lang="en-US" sz="1800">
                <a:solidFill>
                  <a:srgbClr val="004AAD"/>
                </a:solidFill>
                <a:latin typeface="Poppins"/>
                <a:ea typeface="Poppins"/>
                <a:cs typeface="Poppins"/>
                <a:sym typeface="Poppins"/>
              </a:rPr>
              <a:t>or</a:t>
            </a:r>
            <a:r>
              <a:rPr b="1" i="0" lang="en-US" sz="1800" u="none" cap="none" strike="noStrike">
                <a:solidFill>
                  <a:srgbClr val="004AAD"/>
                </a:solidFill>
                <a:latin typeface="Poppins"/>
                <a:ea typeface="Poppins"/>
                <a:cs typeface="Poppins"/>
                <a:sym typeface="Poppins"/>
              </a:rPr>
              <a:t> </a:t>
            </a:r>
            <a:r>
              <a:rPr b="1" lang="en-US" sz="1800">
                <a:solidFill>
                  <a:srgbClr val="004AAD"/>
                </a:solidFill>
                <a:latin typeface="Poppins"/>
                <a:ea typeface="Poppins"/>
                <a:cs typeface="Poppins"/>
                <a:sym typeface="Poppins"/>
              </a:rPr>
              <a:t>Emilio T. &amp; Nuria P.</a:t>
            </a:r>
            <a:endParaRPr/>
          </a:p>
        </p:txBody>
      </p:sp>
      <p:sp>
        <p:nvSpPr>
          <p:cNvPr id="93" name="Google Shape;93;p13"/>
          <p:cNvSpPr txBox="1"/>
          <p:nvPr/>
        </p:nvSpPr>
        <p:spPr>
          <a:xfrm>
            <a:off x="1125000" y="3325625"/>
            <a:ext cx="8269200" cy="1948800"/>
          </a:xfrm>
          <a:prstGeom prst="rect">
            <a:avLst/>
          </a:prstGeom>
          <a:noFill/>
          <a:ln>
            <a:noFill/>
          </a:ln>
        </p:spPr>
        <p:txBody>
          <a:bodyPr anchorCtr="0" anchor="t" bIns="0" lIns="0" spcFirstLastPara="1" rIns="0" wrap="square" tIns="0">
            <a:spAutoFit/>
          </a:bodyPr>
          <a:lstStyle/>
          <a:p>
            <a:pPr indent="0" lvl="0" marL="0" marR="0" rtl="0" algn="l">
              <a:lnSpc>
                <a:spcPct val="111000"/>
              </a:lnSpc>
              <a:spcBef>
                <a:spcPts val="0"/>
              </a:spcBef>
              <a:spcAft>
                <a:spcPts val="0"/>
              </a:spcAft>
              <a:buNone/>
            </a:pPr>
            <a:r>
              <a:rPr b="1" lang="en-US" sz="6000">
                <a:solidFill>
                  <a:srgbClr val="004AAD"/>
                </a:solidFill>
                <a:latin typeface="Poppins"/>
                <a:ea typeface="Poppins"/>
                <a:cs typeface="Poppins"/>
                <a:sym typeface="Poppins"/>
              </a:rPr>
              <a:t>Perfil i Desempeño Professional </a:t>
            </a:r>
            <a:endParaRPr/>
          </a:p>
        </p:txBody>
      </p:sp>
      <p:grpSp>
        <p:nvGrpSpPr>
          <p:cNvPr id="94" name="Google Shape;94;p13"/>
          <p:cNvGrpSpPr/>
          <p:nvPr/>
        </p:nvGrpSpPr>
        <p:grpSpPr>
          <a:xfrm>
            <a:off x="0" y="-8"/>
            <a:ext cx="2163413" cy="1886345"/>
            <a:chOff x="12784175" y="3675030"/>
            <a:chExt cx="2163413" cy="1886345"/>
          </a:xfrm>
        </p:grpSpPr>
        <p:sp>
          <p:nvSpPr>
            <p:cNvPr id="95" name="Google Shape;95;p13"/>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96" name="Google Shape;96;p13"/>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7">
                <a:alphaModFix/>
              </a:blip>
              <a:stretch>
                <a:fillRect b="0" l="0" r="0" t="0"/>
              </a:stretch>
            </a:blipFill>
            <a:ln>
              <a:noFill/>
            </a:ln>
          </p:spPr>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100" name="Shape 100"/>
        <p:cNvGrpSpPr/>
        <p:nvPr/>
      </p:nvGrpSpPr>
      <p:grpSpPr>
        <a:xfrm>
          <a:off x="0" y="0"/>
          <a:ext cx="0" cy="0"/>
          <a:chOff x="0" y="0"/>
          <a:chExt cx="0" cy="0"/>
        </a:xfrm>
      </p:grpSpPr>
      <p:sp>
        <p:nvSpPr>
          <p:cNvPr id="101" name="Google Shape;101;p14"/>
          <p:cNvSpPr/>
          <p:nvPr/>
        </p:nvSpPr>
        <p:spPr>
          <a:xfrm flipH="1">
            <a:off x="-2882994" y="-440968"/>
            <a:ext cx="10670792" cy="8148605"/>
          </a:xfrm>
          <a:custGeom>
            <a:rect b="b" l="l" r="r" t="t"/>
            <a:pathLst>
              <a:path extrusionOk="0" h="8148605" w="10670792">
                <a:moveTo>
                  <a:pt x="10670791" y="0"/>
                </a:moveTo>
                <a:lnTo>
                  <a:pt x="0" y="0"/>
                </a:lnTo>
                <a:lnTo>
                  <a:pt x="0" y="8148604"/>
                </a:lnTo>
                <a:lnTo>
                  <a:pt x="10670791" y="8148604"/>
                </a:lnTo>
                <a:lnTo>
                  <a:pt x="10670791" y="0"/>
                </a:lnTo>
                <a:close/>
              </a:path>
            </a:pathLst>
          </a:custGeom>
          <a:blipFill rotWithShape="1">
            <a:blip r:embed="rId3">
              <a:alphaModFix/>
            </a:blip>
            <a:stretch>
              <a:fillRect b="0" l="0" r="0" t="0"/>
            </a:stretch>
          </a:blipFill>
          <a:ln>
            <a:noFill/>
          </a:ln>
        </p:spPr>
      </p:sp>
      <p:sp>
        <p:nvSpPr>
          <p:cNvPr id="102" name="Google Shape;102;p14"/>
          <p:cNvSpPr/>
          <p:nvPr/>
        </p:nvSpPr>
        <p:spPr>
          <a:xfrm>
            <a:off x="6333881" y="5012864"/>
            <a:ext cx="2349660" cy="2950487"/>
          </a:xfrm>
          <a:custGeom>
            <a:rect b="b" l="l" r="r" t="t"/>
            <a:pathLst>
              <a:path extrusionOk="0" h="2950487" w="2349660">
                <a:moveTo>
                  <a:pt x="0" y="0"/>
                </a:moveTo>
                <a:lnTo>
                  <a:pt x="2349660" y="0"/>
                </a:lnTo>
                <a:lnTo>
                  <a:pt x="2349660" y="2950487"/>
                </a:lnTo>
                <a:lnTo>
                  <a:pt x="0" y="2950487"/>
                </a:lnTo>
                <a:lnTo>
                  <a:pt x="0" y="0"/>
                </a:lnTo>
                <a:close/>
              </a:path>
            </a:pathLst>
          </a:custGeom>
          <a:blipFill rotWithShape="1">
            <a:blip r:embed="rId4">
              <a:alphaModFix/>
            </a:blip>
            <a:stretch>
              <a:fillRect b="0" l="0" r="0" t="0"/>
            </a:stretch>
          </a:blipFill>
          <a:ln>
            <a:noFill/>
          </a:ln>
        </p:spPr>
      </p:sp>
      <p:sp>
        <p:nvSpPr>
          <p:cNvPr id="103" name="Google Shape;103;p14"/>
          <p:cNvSpPr/>
          <p:nvPr/>
        </p:nvSpPr>
        <p:spPr>
          <a:xfrm>
            <a:off x="7618338" y="6644331"/>
            <a:ext cx="1325577" cy="1497058"/>
          </a:xfrm>
          <a:custGeom>
            <a:rect b="b" l="l" r="r" t="t"/>
            <a:pathLst>
              <a:path extrusionOk="0" h="1497058" w="1325577">
                <a:moveTo>
                  <a:pt x="0" y="0"/>
                </a:moveTo>
                <a:lnTo>
                  <a:pt x="1325577" y="0"/>
                </a:lnTo>
                <a:lnTo>
                  <a:pt x="1325577" y="1497058"/>
                </a:lnTo>
                <a:lnTo>
                  <a:pt x="0" y="1497058"/>
                </a:lnTo>
                <a:lnTo>
                  <a:pt x="0" y="0"/>
                </a:lnTo>
                <a:close/>
              </a:path>
            </a:pathLst>
          </a:custGeom>
          <a:blipFill rotWithShape="1">
            <a:blip r:embed="rId5">
              <a:alphaModFix/>
            </a:blip>
            <a:stretch>
              <a:fillRect b="0" l="0" r="0" t="0"/>
            </a:stretch>
          </a:blipFill>
          <a:ln>
            <a:noFill/>
          </a:ln>
        </p:spPr>
      </p:sp>
      <p:sp>
        <p:nvSpPr>
          <p:cNvPr id="104" name="Google Shape;104;p14"/>
          <p:cNvSpPr/>
          <p:nvPr/>
        </p:nvSpPr>
        <p:spPr>
          <a:xfrm>
            <a:off x="6955550" y="7963351"/>
            <a:ext cx="1325577" cy="1497058"/>
          </a:xfrm>
          <a:custGeom>
            <a:rect b="b" l="l" r="r" t="t"/>
            <a:pathLst>
              <a:path extrusionOk="0" h="1497058" w="1325577">
                <a:moveTo>
                  <a:pt x="0" y="0"/>
                </a:moveTo>
                <a:lnTo>
                  <a:pt x="1325576" y="0"/>
                </a:lnTo>
                <a:lnTo>
                  <a:pt x="1325576" y="1497058"/>
                </a:lnTo>
                <a:lnTo>
                  <a:pt x="0" y="1497058"/>
                </a:lnTo>
                <a:lnTo>
                  <a:pt x="0" y="0"/>
                </a:lnTo>
                <a:close/>
              </a:path>
            </a:pathLst>
          </a:custGeom>
          <a:blipFill rotWithShape="1">
            <a:blip r:embed="rId5">
              <a:alphaModFix/>
            </a:blip>
            <a:stretch>
              <a:fillRect b="0" l="0" r="0" t="0"/>
            </a:stretch>
          </a:blipFill>
          <a:ln>
            <a:noFill/>
          </a:ln>
        </p:spPr>
      </p:sp>
      <p:sp>
        <p:nvSpPr>
          <p:cNvPr id="105" name="Google Shape;105;p14"/>
          <p:cNvSpPr txBox="1"/>
          <p:nvPr/>
        </p:nvSpPr>
        <p:spPr>
          <a:xfrm>
            <a:off x="11913210" y="2037914"/>
            <a:ext cx="3947700" cy="7757700"/>
          </a:xfrm>
          <a:prstGeom prst="rect">
            <a:avLst/>
          </a:prstGeom>
          <a:noFill/>
          <a:ln>
            <a:noFill/>
          </a:ln>
        </p:spPr>
        <p:txBody>
          <a:bodyPr anchorCtr="0" anchor="t" bIns="0" lIns="0" spcFirstLastPara="1" rIns="0" wrap="square" tIns="0">
            <a:spAutoFit/>
          </a:bodyPr>
          <a:lstStyle/>
          <a:p>
            <a:pPr indent="0" lvl="0" marL="0" marR="0" rtl="0" algn="l">
              <a:lnSpc>
                <a:spcPct val="250000"/>
              </a:lnSpc>
              <a:spcBef>
                <a:spcPts val="0"/>
              </a:spcBef>
              <a:spcAft>
                <a:spcPts val="0"/>
              </a:spcAft>
              <a:buNone/>
            </a:pPr>
            <a:r>
              <a:rPr b="1" i="0" lang="en-US" sz="2400" u="none" cap="none" strike="noStrike">
                <a:solidFill>
                  <a:srgbClr val="004AAD"/>
                </a:solidFill>
                <a:latin typeface="Poppins"/>
                <a:ea typeface="Poppins"/>
                <a:cs typeface="Poppins"/>
                <a:sym typeface="Poppins"/>
              </a:rPr>
              <a:t>Introducción</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lang="en-US" sz="2400">
                <a:solidFill>
                  <a:srgbClr val="004AAD"/>
                </a:solidFill>
                <a:latin typeface="Poppins"/>
                <a:ea typeface="Poppins"/>
                <a:cs typeface="Poppins"/>
                <a:sym typeface="Poppins"/>
              </a:rPr>
              <a:t>—</a:t>
            </a:r>
            <a:endParaRPr/>
          </a:p>
          <a:p>
            <a:pPr indent="0" lvl="0" marL="0" marR="0" rtl="0" algn="l">
              <a:lnSpc>
                <a:spcPct val="250000"/>
              </a:lnSpc>
              <a:spcBef>
                <a:spcPts val="0"/>
              </a:spcBef>
              <a:spcAft>
                <a:spcPts val="0"/>
              </a:spcAft>
              <a:buNone/>
            </a:pPr>
            <a:r>
              <a:rPr b="1" i="0" lang="en-US" sz="2400" u="none" cap="none" strike="noStrike">
                <a:solidFill>
                  <a:srgbClr val="004AAD"/>
                </a:solidFill>
                <a:latin typeface="Poppins"/>
                <a:ea typeface="Poppins"/>
                <a:cs typeface="Poppins"/>
                <a:sym typeface="Poppins"/>
              </a:rPr>
              <a:t>Conclusiones</a:t>
            </a:r>
            <a:endParaRPr/>
          </a:p>
        </p:txBody>
      </p:sp>
      <p:sp>
        <p:nvSpPr>
          <p:cNvPr id="106" name="Google Shape;106;p14"/>
          <p:cNvSpPr txBox="1"/>
          <p:nvPr/>
        </p:nvSpPr>
        <p:spPr>
          <a:xfrm>
            <a:off x="10813399" y="2037914"/>
            <a:ext cx="797206" cy="6785610"/>
          </a:xfrm>
          <a:prstGeom prst="rect">
            <a:avLst/>
          </a:prstGeom>
          <a:noFill/>
          <a:ln>
            <a:noFill/>
          </a:ln>
        </p:spPr>
        <p:txBody>
          <a:bodyPr anchorCtr="0" anchor="t" bIns="0" lIns="0" spcFirstLastPara="1" rIns="0" wrap="square" tIns="0">
            <a:spAutoFit/>
          </a:bodyPr>
          <a:lstStyle/>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01</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02</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03</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04</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05</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06</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07</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08</a:t>
            </a:r>
            <a:endParaRPr/>
          </a:p>
          <a:p>
            <a:pPr indent="0" lvl="0" marL="0" marR="0" rtl="0" algn="r">
              <a:lnSpc>
                <a:spcPct val="250000"/>
              </a:lnSpc>
              <a:spcBef>
                <a:spcPts val="0"/>
              </a:spcBef>
              <a:spcAft>
                <a:spcPts val="0"/>
              </a:spcAft>
              <a:buNone/>
            </a:pPr>
            <a:r>
              <a:rPr b="0" i="0" lang="en-US" sz="2400" u="none" cap="none" strike="noStrike">
                <a:solidFill>
                  <a:srgbClr val="004AAD"/>
                </a:solidFill>
                <a:latin typeface="Poppins"/>
                <a:ea typeface="Poppins"/>
                <a:cs typeface="Poppins"/>
                <a:sym typeface="Poppins"/>
              </a:rPr>
              <a:t>09</a:t>
            </a:r>
            <a:endParaRPr/>
          </a:p>
        </p:txBody>
      </p:sp>
      <p:sp>
        <p:nvSpPr>
          <p:cNvPr id="107" name="Google Shape;107;p14"/>
          <p:cNvSpPr txBox="1"/>
          <p:nvPr/>
        </p:nvSpPr>
        <p:spPr>
          <a:xfrm>
            <a:off x="11212002" y="1425376"/>
            <a:ext cx="2546316" cy="585949"/>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ÍNDICE</a:t>
            </a:r>
            <a:endParaRPr/>
          </a:p>
        </p:txBody>
      </p:sp>
      <p:grpSp>
        <p:nvGrpSpPr>
          <p:cNvPr id="108" name="Google Shape;108;p14"/>
          <p:cNvGrpSpPr/>
          <p:nvPr/>
        </p:nvGrpSpPr>
        <p:grpSpPr>
          <a:xfrm>
            <a:off x="16124575" y="8400655"/>
            <a:ext cx="2163413" cy="1886345"/>
            <a:chOff x="12784175" y="3675030"/>
            <a:chExt cx="2163413" cy="1886345"/>
          </a:xfrm>
        </p:grpSpPr>
        <p:sp>
          <p:nvSpPr>
            <p:cNvPr id="109" name="Google Shape;109;p14"/>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110" name="Google Shape;110;p14"/>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6">
                <a:alphaModFix/>
              </a:blip>
              <a:stretch>
                <a:fillRect b="0" l="0" r="0" t="0"/>
              </a:stretch>
            </a:blipFill>
            <a:ln>
              <a:noFill/>
            </a:ln>
          </p:spPr>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114" name="Shape 114"/>
        <p:cNvGrpSpPr/>
        <p:nvPr/>
      </p:nvGrpSpPr>
      <p:grpSpPr>
        <a:xfrm>
          <a:off x="0" y="0"/>
          <a:ext cx="0" cy="0"/>
          <a:chOff x="0" y="0"/>
          <a:chExt cx="0" cy="0"/>
        </a:xfrm>
      </p:grpSpPr>
      <p:sp>
        <p:nvSpPr>
          <p:cNvPr id="115" name="Google Shape;115;p15"/>
          <p:cNvSpPr/>
          <p:nvPr/>
        </p:nvSpPr>
        <p:spPr>
          <a:xfrm flipH="1">
            <a:off x="8337708" y="6159177"/>
            <a:ext cx="8390595" cy="6559919"/>
          </a:xfrm>
          <a:custGeom>
            <a:rect b="b" l="l" r="r" t="t"/>
            <a:pathLst>
              <a:path extrusionOk="0" h="6559919" w="8390595">
                <a:moveTo>
                  <a:pt x="8390594" y="0"/>
                </a:moveTo>
                <a:lnTo>
                  <a:pt x="0" y="0"/>
                </a:lnTo>
                <a:lnTo>
                  <a:pt x="0" y="6559919"/>
                </a:lnTo>
                <a:lnTo>
                  <a:pt x="8390594" y="6559919"/>
                </a:lnTo>
                <a:lnTo>
                  <a:pt x="8390594" y="0"/>
                </a:lnTo>
                <a:close/>
              </a:path>
            </a:pathLst>
          </a:custGeom>
          <a:blipFill rotWithShape="1">
            <a:blip r:embed="rId3">
              <a:alphaModFix/>
            </a:blip>
            <a:stretch>
              <a:fillRect b="0" l="0" r="0" t="0"/>
            </a:stretch>
          </a:blipFill>
          <a:ln>
            <a:noFill/>
          </a:ln>
        </p:spPr>
      </p:sp>
      <p:sp>
        <p:nvSpPr>
          <p:cNvPr id="116" name="Google Shape;116;p15"/>
          <p:cNvSpPr/>
          <p:nvPr/>
        </p:nvSpPr>
        <p:spPr>
          <a:xfrm>
            <a:off x="1363637" y="6677859"/>
            <a:ext cx="8390595" cy="6559919"/>
          </a:xfrm>
          <a:custGeom>
            <a:rect b="b" l="l" r="r" t="t"/>
            <a:pathLst>
              <a:path extrusionOk="0" h="6559919" w="8390595">
                <a:moveTo>
                  <a:pt x="0" y="0"/>
                </a:moveTo>
                <a:lnTo>
                  <a:pt x="8390594" y="0"/>
                </a:lnTo>
                <a:lnTo>
                  <a:pt x="8390594" y="6559919"/>
                </a:lnTo>
                <a:lnTo>
                  <a:pt x="0" y="6559919"/>
                </a:lnTo>
                <a:lnTo>
                  <a:pt x="0" y="0"/>
                </a:lnTo>
                <a:close/>
              </a:path>
            </a:pathLst>
          </a:custGeom>
          <a:blipFill rotWithShape="1">
            <a:blip r:embed="rId3">
              <a:alphaModFix/>
            </a:blip>
            <a:stretch>
              <a:fillRect b="0" l="0" r="0" t="0"/>
            </a:stretch>
          </a:blipFill>
          <a:ln>
            <a:noFill/>
          </a:ln>
        </p:spPr>
      </p:sp>
      <p:sp>
        <p:nvSpPr>
          <p:cNvPr id="117" name="Google Shape;117;p15"/>
          <p:cNvSpPr txBox="1"/>
          <p:nvPr/>
        </p:nvSpPr>
        <p:spPr>
          <a:xfrm>
            <a:off x="2983285" y="1152887"/>
            <a:ext cx="12321300" cy="554400"/>
          </a:xfrm>
          <a:prstGeom prst="rect">
            <a:avLst/>
          </a:prstGeom>
          <a:noFill/>
          <a:ln>
            <a:noFill/>
          </a:ln>
        </p:spPr>
        <p:txBody>
          <a:bodyPr anchorCtr="0" anchor="t" bIns="0" lIns="0" spcFirstLastPara="1" rIns="0" wrap="square" tIns="0">
            <a:spAutoFit/>
          </a:bodyPr>
          <a:lstStyle/>
          <a:p>
            <a:pPr indent="0" lvl="0" marL="0" marR="0" rtl="0" algn="ctr">
              <a:lnSpc>
                <a:spcPct val="121055"/>
              </a:lnSpc>
              <a:spcBef>
                <a:spcPts val="0"/>
              </a:spcBef>
              <a:spcAft>
                <a:spcPts val="0"/>
              </a:spcAft>
              <a:buNone/>
            </a:pPr>
            <a:r>
              <a:rPr b="1" lang="en-US" sz="3601">
                <a:solidFill>
                  <a:srgbClr val="004AAD"/>
                </a:solidFill>
                <a:latin typeface="Poppins"/>
                <a:ea typeface="Poppins"/>
                <a:cs typeface="Poppins"/>
                <a:sym typeface="Poppins"/>
              </a:rPr>
              <a:t>KPIs</a:t>
            </a:r>
            <a:endParaRPr/>
          </a:p>
        </p:txBody>
      </p:sp>
      <p:sp>
        <p:nvSpPr>
          <p:cNvPr id="118" name="Google Shape;118;p15"/>
          <p:cNvSpPr txBox="1"/>
          <p:nvPr/>
        </p:nvSpPr>
        <p:spPr>
          <a:xfrm>
            <a:off x="1295623" y="3537460"/>
            <a:ext cx="2420383" cy="895336"/>
          </a:xfrm>
          <a:prstGeom prst="rect">
            <a:avLst/>
          </a:prstGeom>
          <a:noFill/>
          <a:ln>
            <a:noFill/>
          </a:ln>
        </p:spPr>
        <p:txBody>
          <a:bodyPr anchorCtr="0" anchor="t" bIns="0" lIns="0" spcFirstLastPara="1" rIns="0" wrap="square" tIns="0">
            <a:spAutoFit/>
          </a:bodyPr>
          <a:lstStyle/>
          <a:p>
            <a:pPr indent="0" lvl="0" marL="0" marR="0" rtl="0" algn="ctr">
              <a:lnSpc>
                <a:spcPct val="104999"/>
              </a:lnSpc>
              <a:spcBef>
                <a:spcPts val="0"/>
              </a:spcBef>
              <a:spcAft>
                <a:spcPts val="0"/>
              </a:spcAft>
              <a:buNone/>
            </a:pPr>
            <a:r>
              <a:rPr b="1" i="0" lang="en-US" sz="6000" u="none" cap="none" strike="noStrike">
                <a:solidFill>
                  <a:srgbClr val="004AAD"/>
                </a:solidFill>
                <a:latin typeface="Poppins"/>
                <a:ea typeface="Poppins"/>
                <a:cs typeface="Poppins"/>
                <a:sym typeface="Poppins"/>
              </a:rPr>
              <a:t>6M</a:t>
            </a:r>
            <a:endParaRPr/>
          </a:p>
        </p:txBody>
      </p:sp>
      <p:sp>
        <p:nvSpPr>
          <p:cNvPr id="119" name="Google Shape;119;p15"/>
          <p:cNvSpPr txBox="1"/>
          <p:nvPr/>
        </p:nvSpPr>
        <p:spPr>
          <a:xfrm>
            <a:off x="4412003" y="3413635"/>
            <a:ext cx="2889663" cy="1013406"/>
          </a:xfrm>
          <a:prstGeom prst="rect">
            <a:avLst/>
          </a:prstGeom>
          <a:noFill/>
          <a:ln>
            <a:noFill/>
          </a:ln>
        </p:spPr>
        <p:txBody>
          <a:bodyPr anchorCtr="0" anchor="t" bIns="0" lIns="0" spcFirstLastPara="1" rIns="0" wrap="square" tIns="0">
            <a:spAutoFit/>
          </a:bodyPr>
          <a:lstStyle/>
          <a:p>
            <a:pPr indent="0" lvl="0" marL="0" marR="0" rtl="0" algn="ctr">
              <a:lnSpc>
                <a:spcPct val="127000"/>
              </a:lnSpc>
              <a:spcBef>
                <a:spcPts val="0"/>
              </a:spcBef>
              <a:spcAft>
                <a:spcPts val="0"/>
              </a:spcAft>
              <a:buNone/>
            </a:pPr>
            <a:r>
              <a:rPr b="1" i="0" lang="en-US" sz="6000" u="none" cap="none" strike="noStrike">
                <a:solidFill>
                  <a:srgbClr val="004AAD"/>
                </a:solidFill>
                <a:latin typeface="Poppins"/>
                <a:ea typeface="Poppins"/>
                <a:cs typeface="Poppins"/>
                <a:sym typeface="Poppins"/>
              </a:rPr>
              <a:t>256K</a:t>
            </a:r>
            <a:endParaRPr/>
          </a:p>
        </p:txBody>
      </p:sp>
      <p:sp>
        <p:nvSpPr>
          <p:cNvPr id="120" name="Google Shape;120;p15"/>
          <p:cNvSpPr txBox="1"/>
          <p:nvPr/>
        </p:nvSpPr>
        <p:spPr>
          <a:xfrm>
            <a:off x="7840946" y="3413635"/>
            <a:ext cx="2630136" cy="1013406"/>
          </a:xfrm>
          <a:prstGeom prst="rect">
            <a:avLst/>
          </a:prstGeom>
          <a:noFill/>
          <a:ln>
            <a:noFill/>
          </a:ln>
        </p:spPr>
        <p:txBody>
          <a:bodyPr anchorCtr="0" anchor="t" bIns="0" lIns="0" spcFirstLastPara="1" rIns="0" wrap="square" tIns="0">
            <a:spAutoFit/>
          </a:bodyPr>
          <a:lstStyle/>
          <a:p>
            <a:pPr indent="0" lvl="0" marL="0" marR="0" rtl="0" algn="ctr">
              <a:lnSpc>
                <a:spcPct val="127000"/>
              </a:lnSpc>
              <a:spcBef>
                <a:spcPts val="0"/>
              </a:spcBef>
              <a:spcAft>
                <a:spcPts val="0"/>
              </a:spcAft>
              <a:buNone/>
            </a:pPr>
            <a:r>
              <a:rPr b="1" i="0" lang="en-US" sz="6000" u="none" cap="none" strike="noStrike">
                <a:solidFill>
                  <a:srgbClr val="004AAD"/>
                </a:solidFill>
                <a:latin typeface="Poppins"/>
                <a:ea typeface="Poppins"/>
                <a:cs typeface="Poppins"/>
                <a:sym typeface="Poppins"/>
              </a:rPr>
              <a:t>80K</a:t>
            </a:r>
            <a:endParaRPr/>
          </a:p>
        </p:txBody>
      </p:sp>
      <p:sp>
        <p:nvSpPr>
          <p:cNvPr id="121" name="Google Shape;121;p15"/>
          <p:cNvSpPr txBox="1"/>
          <p:nvPr/>
        </p:nvSpPr>
        <p:spPr>
          <a:xfrm>
            <a:off x="11019122" y="3413635"/>
            <a:ext cx="2960055" cy="1013406"/>
          </a:xfrm>
          <a:prstGeom prst="rect">
            <a:avLst/>
          </a:prstGeom>
          <a:noFill/>
          <a:ln>
            <a:noFill/>
          </a:ln>
        </p:spPr>
        <p:txBody>
          <a:bodyPr anchorCtr="0" anchor="t" bIns="0" lIns="0" spcFirstLastPara="1" rIns="0" wrap="square" tIns="0">
            <a:spAutoFit/>
          </a:bodyPr>
          <a:lstStyle/>
          <a:p>
            <a:pPr indent="0" lvl="0" marL="0" marR="0" rtl="0" algn="ctr">
              <a:lnSpc>
                <a:spcPct val="127000"/>
              </a:lnSpc>
              <a:spcBef>
                <a:spcPts val="0"/>
              </a:spcBef>
              <a:spcAft>
                <a:spcPts val="0"/>
              </a:spcAft>
              <a:buNone/>
            </a:pPr>
            <a:r>
              <a:rPr b="1" i="0" lang="en-US" sz="6000" u="none" cap="none" strike="noStrike">
                <a:solidFill>
                  <a:srgbClr val="004AAD"/>
                </a:solidFill>
                <a:latin typeface="Poppins"/>
                <a:ea typeface="Poppins"/>
                <a:cs typeface="Poppins"/>
                <a:sym typeface="Poppins"/>
              </a:rPr>
              <a:t>125K</a:t>
            </a:r>
            <a:endParaRPr/>
          </a:p>
        </p:txBody>
      </p:sp>
      <p:sp>
        <p:nvSpPr>
          <p:cNvPr id="122" name="Google Shape;122;p15"/>
          <p:cNvSpPr txBox="1"/>
          <p:nvPr/>
        </p:nvSpPr>
        <p:spPr>
          <a:xfrm>
            <a:off x="14556979" y="3537460"/>
            <a:ext cx="2420383" cy="895336"/>
          </a:xfrm>
          <a:prstGeom prst="rect">
            <a:avLst/>
          </a:prstGeom>
          <a:noFill/>
          <a:ln>
            <a:noFill/>
          </a:ln>
        </p:spPr>
        <p:txBody>
          <a:bodyPr anchorCtr="0" anchor="t" bIns="0" lIns="0" spcFirstLastPara="1" rIns="0" wrap="square" tIns="0">
            <a:spAutoFit/>
          </a:bodyPr>
          <a:lstStyle/>
          <a:p>
            <a:pPr indent="0" lvl="0" marL="0" marR="0" rtl="0" algn="ctr">
              <a:lnSpc>
                <a:spcPct val="104999"/>
              </a:lnSpc>
              <a:spcBef>
                <a:spcPts val="0"/>
              </a:spcBef>
              <a:spcAft>
                <a:spcPts val="0"/>
              </a:spcAft>
              <a:buNone/>
            </a:pPr>
            <a:r>
              <a:rPr b="1" i="0" lang="en-US" sz="6000" u="none" cap="none" strike="noStrike">
                <a:solidFill>
                  <a:srgbClr val="004AAD"/>
                </a:solidFill>
                <a:latin typeface="Poppins"/>
                <a:ea typeface="Poppins"/>
                <a:cs typeface="Poppins"/>
                <a:sym typeface="Poppins"/>
              </a:rPr>
              <a:t>1M</a:t>
            </a:r>
            <a:endParaRPr/>
          </a:p>
        </p:txBody>
      </p:sp>
      <p:sp>
        <p:nvSpPr>
          <p:cNvPr id="123" name="Google Shape;123;p15"/>
          <p:cNvSpPr txBox="1"/>
          <p:nvPr/>
        </p:nvSpPr>
        <p:spPr>
          <a:xfrm>
            <a:off x="1178732" y="4615703"/>
            <a:ext cx="2654164" cy="710457"/>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En exportaciones internacionales</a:t>
            </a:r>
            <a:endParaRPr/>
          </a:p>
        </p:txBody>
      </p:sp>
      <p:sp>
        <p:nvSpPr>
          <p:cNvPr id="124" name="Google Shape;124;p15"/>
          <p:cNvSpPr txBox="1"/>
          <p:nvPr/>
        </p:nvSpPr>
        <p:spPr>
          <a:xfrm>
            <a:off x="4529753" y="4653324"/>
            <a:ext cx="2654164" cy="710457"/>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Productos enviados totales</a:t>
            </a:r>
            <a:endParaRPr/>
          </a:p>
        </p:txBody>
      </p:sp>
      <p:sp>
        <p:nvSpPr>
          <p:cNvPr id="125" name="Google Shape;125;p15"/>
          <p:cNvSpPr txBox="1"/>
          <p:nvPr/>
        </p:nvSpPr>
        <p:spPr>
          <a:xfrm>
            <a:off x="7816918" y="4707695"/>
            <a:ext cx="2654164" cy="367611"/>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Ventas diarias</a:t>
            </a:r>
            <a:endParaRPr/>
          </a:p>
        </p:txBody>
      </p:sp>
      <p:sp>
        <p:nvSpPr>
          <p:cNvPr id="126" name="Google Shape;126;p15"/>
          <p:cNvSpPr txBox="1"/>
          <p:nvPr/>
        </p:nvSpPr>
        <p:spPr>
          <a:xfrm>
            <a:off x="11165133" y="4573824"/>
            <a:ext cx="2654164" cy="710457"/>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Clientes internacionales</a:t>
            </a:r>
            <a:endParaRPr/>
          </a:p>
        </p:txBody>
      </p:sp>
      <p:sp>
        <p:nvSpPr>
          <p:cNvPr id="127" name="Google Shape;127;p15"/>
          <p:cNvSpPr txBox="1"/>
          <p:nvPr/>
        </p:nvSpPr>
        <p:spPr>
          <a:xfrm>
            <a:off x="14455104" y="4615703"/>
            <a:ext cx="2654164" cy="710457"/>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De registros anuales</a:t>
            </a:r>
            <a:endParaRPr/>
          </a:p>
        </p:txBody>
      </p:sp>
      <p:sp>
        <p:nvSpPr>
          <p:cNvPr id="128" name="Google Shape;128;p15"/>
          <p:cNvSpPr txBox="1"/>
          <p:nvPr/>
        </p:nvSpPr>
        <p:spPr>
          <a:xfrm>
            <a:off x="5095518" y="1865620"/>
            <a:ext cx="8096965" cy="954324"/>
          </a:xfrm>
          <a:prstGeom prst="rect">
            <a:avLst/>
          </a:prstGeom>
          <a:noFill/>
          <a:ln>
            <a:noFill/>
          </a:ln>
        </p:spPr>
        <p:txBody>
          <a:bodyPr anchorCtr="0" anchor="t" bIns="0" lIns="0" spcFirstLastPara="1" rIns="0" wrap="square" tIns="0">
            <a:spAutoFit/>
          </a:bodyPr>
          <a:lstStyle/>
          <a:p>
            <a:pPr indent="0" lvl="0" marL="0" marR="0" rtl="0" algn="ctr">
              <a:lnSpc>
                <a:spcPct val="140022"/>
              </a:lnSpc>
              <a:spcBef>
                <a:spcPts val="0"/>
              </a:spcBef>
              <a:spcAft>
                <a:spcPts val="0"/>
              </a:spcAft>
              <a:buNone/>
            </a:pPr>
            <a:r>
              <a:rPr b="0" i="0" lang="en-US" sz="17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29" name="Google Shape;129;p15"/>
          <p:cNvSpPr/>
          <p:nvPr/>
        </p:nvSpPr>
        <p:spPr>
          <a:xfrm>
            <a:off x="12448948" y="7792597"/>
            <a:ext cx="1570039" cy="1773145"/>
          </a:xfrm>
          <a:custGeom>
            <a:rect b="b" l="l" r="r" t="t"/>
            <a:pathLst>
              <a:path extrusionOk="0" h="1773145" w="1570039">
                <a:moveTo>
                  <a:pt x="0" y="0"/>
                </a:moveTo>
                <a:lnTo>
                  <a:pt x="1570039" y="0"/>
                </a:lnTo>
                <a:lnTo>
                  <a:pt x="1570039" y="1773145"/>
                </a:lnTo>
                <a:lnTo>
                  <a:pt x="0" y="1773145"/>
                </a:lnTo>
                <a:lnTo>
                  <a:pt x="0" y="0"/>
                </a:lnTo>
                <a:close/>
              </a:path>
            </a:pathLst>
          </a:custGeom>
          <a:blipFill rotWithShape="1">
            <a:blip r:embed="rId4">
              <a:alphaModFix/>
            </a:blip>
            <a:stretch>
              <a:fillRect b="0" l="0" r="0" t="0"/>
            </a:stretch>
          </a:blipFill>
          <a:ln>
            <a:noFill/>
          </a:ln>
        </p:spPr>
      </p:sp>
      <p:sp>
        <p:nvSpPr>
          <p:cNvPr id="130" name="Google Shape;130;p15"/>
          <p:cNvSpPr/>
          <p:nvPr/>
        </p:nvSpPr>
        <p:spPr>
          <a:xfrm>
            <a:off x="6398897" y="6906025"/>
            <a:ext cx="1570039" cy="1773145"/>
          </a:xfrm>
          <a:custGeom>
            <a:rect b="b" l="l" r="r" t="t"/>
            <a:pathLst>
              <a:path extrusionOk="0" h="1773145" w="1570039">
                <a:moveTo>
                  <a:pt x="0" y="0"/>
                </a:moveTo>
                <a:lnTo>
                  <a:pt x="1570039" y="0"/>
                </a:lnTo>
                <a:lnTo>
                  <a:pt x="1570039" y="1773145"/>
                </a:lnTo>
                <a:lnTo>
                  <a:pt x="0" y="1773145"/>
                </a:lnTo>
                <a:lnTo>
                  <a:pt x="0" y="0"/>
                </a:lnTo>
                <a:close/>
              </a:path>
            </a:pathLst>
          </a:custGeom>
          <a:blipFill rotWithShape="1">
            <a:blip r:embed="rId4">
              <a:alphaModFix/>
            </a:blip>
            <a:stretch>
              <a:fillRect b="0" l="0" r="0" t="0"/>
            </a:stretch>
          </a:blipFill>
          <a:ln>
            <a:noFill/>
          </a:ln>
        </p:spPr>
      </p:sp>
      <p:sp>
        <p:nvSpPr>
          <p:cNvPr id="131" name="Google Shape;131;p15"/>
          <p:cNvSpPr/>
          <p:nvPr/>
        </p:nvSpPr>
        <p:spPr>
          <a:xfrm>
            <a:off x="5197024" y="7588961"/>
            <a:ext cx="1570039" cy="1773145"/>
          </a:xfrm>
          <a:custGeom>
            <a:rect b="b" l="l" r="r" t="t"/>
            <a:pathLst>
              <a:path extrusionOk="0" h="1773145" w="1570039">
                <a:moveTo>
                  <a:pt x="0" y="0"/>
                </a:moveTo>
                <a:lnTo>
                  <a:pt x="1570039" y="0"/>
                </a:lnTo>
                <a:lnTo>
                  <a:pt x="1570039" y="1773144"/>
                </a:lnTo>
                <a:lnTo>
                  <a:pt x="0" y="1773144"/>
                </a:lnTo>
                <a:lnTo>
                  <a:pt x="0" y="0"/>
                </a:lnTo>
                <a:close/>
              </a:path>
            </a:pathLst>
          </a:custGeom>
          <a:blipFill rotWithShape="1">
            <a:blip r:embed="rId4">
              <a:alphaModFix/>
            </a:blip>
            <a:stretch>
              <a:fillRect b="0" l="0" r="0" t="0"/>
            </a:stretch>
          </a:blipFill>
          <a:ln>
            <a:noFill/>
          </a:ln>
        </p:spPr>
      </p:sp>
      <p:grpSp>
        <p:nvGrpSpPr>
          <p:cNvPr id="132" name="Google Shape;132;p15"/>
          <p:cNvGrpSpPr/>
          <p:nvPr/>
        </p:nvGrpSpPr>
        <p:grpSpPr>
          <a:xfrm>
            <a:off x="0" y="5"/>
            <a:ext cx="2163413" cy="1886345"/>
            <a:chOff x="12784175" y="3675030"/>
            <a:chExt cx="2163413" cy="1886345"/>
          </a:xfrm>
        </p:grpSpPr>
        <p:sp>
          <p:nvSpPr>
            <p:cNvPr id="133" name="Google Shape;133;p15"/>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134" name="Google Shape;134;p15"/>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138" name="Shape 138"/>
        <p:cNvGrpSpPr/>
        <p:nvPr/>
      </p:nvGrpSpPr>
      <p:grpSpPr>
        <a:xfrm>
          <a:off x="0" y="0"/>
          <a:ext cx="0" cy="0"/>
          <a:chOff x="0" y="0"/>
          <a:chExt cx="0" cy="0"/>
        </a:xfrm>
      </p:grpSpPr>
      <p:sp>
        <p:nvSpPr>
          <p:cNvPr id="139" name="Google Shape;139;p16"/>
          <p:cNvSpPr txBox="1"/>
          <p:nvPr/>
        </p:nvSpPr>
        <p:spPr>
          <a:xfrm>
            <a:off x="6440043" y="2847470"/>
            <a:ext cx="4715972" cy="4602364"/>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0" name="Google Shape;140;p16"/>
          <p:cNvSpPr/>
          <p:nvPr/>
        </p:nvSpPr>
        <p:spPr>
          <a:xfrm>
            <a:off x="13550874" y="469325"/>
            <a:ext cx="5409818" cy="7513636"/>
          </a:xfrm>
          <a:custGeom>
            <a:rect b="b" l="l" r="r" t="t"/>
            <a:pathLst>
              <a:path extrusionOk="0" h="9107438" w="6557355">
                <a:moveTo>
                  <a:pt x="0" y="0"/>
                </a:moveTo>
                <a:lnTo>
                  <a:pt x="6557355" y="0"/>
                </a:lnTo>
                <a:lnTo>
                  <a:pt x="6557355" y="9107438"/>
                </a:lnTo>
                <a:lnTo>
                  <a:pt x="0" y="9107438"/>
                </a:lnTo>
                <a:lnTo>
                  <a:pt x="0" y="0"/>
                </a:lnTo>
                <a:close/>
              </a:path>
            </a:pathLst>
          </a:custGeom>
          <a:blipFill rotWithShape="1">
            <a:blip r:embed="rId3">
              <a:alphaModFix/>
            </a:blip>
            <a:stretch>
              <a:fillRect b="0" l="0" r="0" t="0"/>
            </a:stretch>
          </a:blipFill>
          <a:ln>
            <a:noFill/>
          </a:ln>
        </p:spPr>
      </p:sp>
      <p:sp>
        <p:nvSpPr>
          <p:cNvPr id="141" name="Google Shape;141;p16"/>
          <p:cNvSpPr txBox="1"/>
          <p:nvPr/>
        </p:nvSpPr>
        <p:spPr>
          <a:xfrm>
            <a:off x="1028700" y="2847470"/>
            <a:ext cx="4715972" cy="5610524"/>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2" name="Google Shape;142;p16"/>
          <p:cNvSpPr txBox="1"/>
          <p:nvPr/>
        </p:nvSpPr>
        <p:spPr>
          <a:xfrm>
            <a:off x="1028700" y="1921635"/>
            <a:ext cx="6022114" cy="585949"/>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INTRODUCCIÓN</a:t>
            </a:r>
            <a:endParaRPr/>
          </a:p>
        </p:txBody>
      </p:sp>
      <p:grpSp>
        <p:nvGrpSpPr>
          <p:cNvPr id="143" name="Google Shape;143;p16"/>
          <p:cNvGrpSpPr/>
          <p:nvPr/>
        </p:nvGrpSpPr>
        <p:grpSpPr>
          <a:xfrm>
            <a:off x="0" y="5"/>
            <a:ext cx="2163413" cy="1886345"/>
            <a:chOff x="12784175" y="3675030"/>
            <a:chExt cx="2163413" cy="1886345"/>
          </a:xfrm>
        </p:grpSpPr>
        <p:sp>
          <p:nvSpPr>
            <p:cNvPr id="144" name="Google Shape;144;p16"/>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145" name="Google Shape;145;p16"/>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149" name="Shape 149"/>
        <p:cNvGrpSpPr/>
        <p:nvPr/>
      </p:nvGrpSpPr>
      <p:grpSpPr>
        <a:xfrm>
          <a:off x="0" y="0"/>
          <a:ext cx="0" cy="0"/>
          <a:chOff x="0" y="0"/>
          <a:chExt cx="0" cy="0"/>
        </a:xfrm>
      </p:grpSpPr>
      <p:sp>
        <p:nvSpPr>
          <p:cNvPr id="150" name="Google Shape;150;p17"/>
          <p:cNvSpPr/>
          <p:nvPr/>
        </p:nvSpPr>
        <p:spPr>
          <a:xfrm>
            <a:off x="14900450" y="1077150"/>
            <a:ext cx="4065560" cy="5646612"/>
          </a:xfrm>
          <a:custGeom>
            <a:rect b="b" l="l" r="r" t="t"/>
            <a:pathLst>
              <a:path extrusionOk="0" h="9107438" w="6557355">
                <a:moveTo>
                  <a:pt x="0" y="0"/>
                </a:moveTo>
                <a:lnTo>
                  <a:pt x="6557355" y="0"/>
                </a:lnTo>
                <a:lnTo>
                  <a:pt x="6557355" y="9107438"/>
                </a:lnTo>
                <a:lnTo>
                  <a:pt x="0" y="9107438"/>
                </a:lnTo>
                <a:lnTo>
                  <a:pt x="0" y="0"/>
                </a:lnTo>
                <a:close/>
              </a:path>
            </a:pathLst>
          </a:custGeom>
          <a:blipFill rotWithShape="1">
            <a:blip r:embed="rId3">
              <a:alphaModFix/>
            </a:blip>
            <a:stretch>
              <a:fillRect b="0" l="0" r="0" t="0"/>
            </a:stretch>
          </a:blipFill>
          <a:ln>
            <a:noFill/>
          </a:ln>
        </p:spPr>
      </p:sp>
      <p:sp>
        <p:nvSpPr>
          <p:cNvPr id="151" name="Google Shape;151;p17"/>
          <p:cNvSpPr txBox="1"/>
          <p:nvPr/>
        </p:nvSpPr>
        <p:spPr>
          <a:xfrm>
            <a:off x="8663575" y="21189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52" name="Google Shape;152;p17"/>
          <p:cNvSpPr txBox="1"/>
          <p:nvPr/>
        </p:nvSpPr>
        <p:spPr>
          <a:xfrm>
            <a:off x="1560900" y="99888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PREGUNTA R. 1</a:t>
            </a:r>
            <a:endParaRPr/>
          </a:p>
        </p:txBody>
      </p:sp>
      <p:grpSp>
        <p:nvGrpSpPr>
          <p:cNvPr id="153" name="Google Shape;153;p17"/>
          <p:cNvGrpSpPr/>
          <p:nvPr/>
        </p:nvGrpSpPr>
        <p:grpSpPr>
          <a:xfrm>
            <a:off x="16124575" y="8400655"/>
            <a:ext cx="2163413" cy="1886345"/>
            <a:chOff x="12784175" y="3675030"/>
            <a:chExt cx="2163413" cy="1886345"/>
          </a:xfrm>
        </p:grpSpPr>
        <p:sp>
          <p:nvSpPr>
            <p:cNvPr id="154" name="Google Shape;154;p17"/>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155" name="Google Shape;155;p17"/>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
        <p:nvSpPr>
          <p:cNvPr id="156" name="Google Shape;156;p17"/>
          <p:cNvSpPr/>
          <p:nvPr/>
        </p:nvSpPr>
        <p:spPr>
          <a:xfrm>
            <a:off x="746875" y="2021325"/>
            <a:ext cx="7262700" cy="6786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160" name="Shape 160"/>
        <p:cNvGrpSpPr/>
        <p:nvPr/>
      </p:nvGrpSpPr>
      <p:grpSpPr>
        <a:xfrm>
          <a:off x="0" y="0"/>
          <a:ext cx="0" cy="0"/>
          <a:chOff x="0" y="0"/>
          <a:chExt cx="0" cy="0"/>
        </a:xfrm>
      </p:grpSpPr>
      <p:sp>
        <p:nvSpPr>
          <p:cNvPr id="161" name="Google Shape;161;p18"/>
          <p:cNvSpPr/>
          <p:nvPr/>
        </p:nvSpPr>
        <p:spPr>
          <a:xfrm>
            <a:off x="-1415600" y="508519"/>
            <a:ext cx="4653133" cy="3680205"/>
          </a:xfrm>
          <a:custGeom>
            <a:rect b="b" l="l" r="r" t="t"/>
            <a:pathLst>
              <a:path extrusionOk="0" h="7627368" w="9643798">
                <a:moveTo>
                  <a:pt x="0" y="0"/>
                </a:moveTo>
                <a:lnTo>
                  <a:pt x="9643798" y="0"/>
                </a:lnTo>
                <a:lnTo>
                  <a:pt x="9643798" y="7627368"/>
                </a:lnTo>
                <a:lnTo>
                  <a:pt x="0" y="7627368"/>
                </a:lnTo>
                <a:lnTo>
                  <a:pt x="0" y="0"/>
                </a:lnTo>
                <a:close/>
              </a:path>
            </a:pathLst>
          </a:custGeom>
          <a:blipFill rotWithShape="1">
            <a:blip r:embed="rId3">
              <a:alphaModFix/>
            </a:blip>
            <a:stretch>
              <a:fillRect b="0" l="0" r="0" t="0"/>
            </a:stretch>
          </a:blipFill>
          <a:ln>
            <a:noFill/>
          </a:ln>
        </p:spPr>
      </p:sp>
      <p:sp>
        <p:nvSpPr>
          <p:cNvPr id="162" name="Google Shape;162;p18"/>
          <p:cNvSpPr/>
          <p:nvPr/>
        </p:nvSpPr>
        <p:spPr>
          <a:xfrm>
            <a:off x="-599094" y="2785345"/>
            <a:ext cx="2156379" cy="1936821"/>
          </a:xfrm>
          <a:custGeom>
            <a:rect b="b" l="l" r="r" t="t"/>
            <a:pathLst>
              <a:path extrusionOk="0" h="4014136" w="4469180">
                <a:moveTo>
                  <a:pt x="0" y="0"/>
                </a:moveTo>
                <a:lnTo>
                  <a:pt x="4469180" y="0"/>
                </a:lnTo>
                <a:lnTo>
                  <a:pt x="4469180" y="4014136"/>
                </a:lnTo>
                <a:lnTo>
                  <a:pt x="0" y="4014136"/>
                </a:lnTo>
                <a:lnTo>
                  <a:pt x="0" y="0"/>
                </a:lnTo>
                <a:close/>
              </a:path>
            </a:pathLst>
          </a:custGeom>
          <a:blipFill rotWithShape="1">
            <a:blip r:embed="rId4">
              <a:alphaModFix/>
            </a:blip>
            <a:stretch>
              <a:fillRect b="0" l="0" r="0" t="0"/>
            </a:stretch>
          </a:blipFill>
          <a:ln>
            <a:noFill/>
          </a:ln>
        </p:spPr>
      </p:sp>
      <p:sp>
        <p:nvSpPr>
          <p:cNvPr id="163" name="Google Shape;163;p18"/>
          <p:cNvSpPr/>
          <p:nvPr/>
        </p:nvSpPr>
        <p:spPr>
          <a:xfrm>
            <a:off x="-1592448" y="3443657"/>
            <a:ext cx="2156379" cy="1936821"/>
          </a:xfrm>
          <a:custGeom>
            <a:rect b="b" l="l" r="r" t="t"/>
            <a:pathLst>
              <a:path extrusionOk="0" h="4014136" w="4469180">
                <a:moveTo>
                  <a:pt x="0" y="0"/>
                </a:moveTo>
                <a:lnTo>
                  <a:pt x="4469180" y="0"/>
                </a:lnTo>
                <a:lnTo>
                  <a:pt x="4469180" y="4014136"/>
                </a:lnTo>
                <a:lnTo>
                  <a:pt x="0" y="4014136"/>
                </a:lnTo>
                <a:lnTo>
                  <a:pt x="0" y="0"/>
                </a:lnTo>
                <a:close/>
              </a:path>
            </a:pathLst>
          </a:custGeom>
          <a:blipFill rotWithShape="1">
            <a:blip r:embed="rId4">
              <a:alphaModFix/>
            </a:blip>
            <a:stretch>
              <a:fillRect b="0" l="0" r="0" t="0"/>
            </a:stretch>
          </a:blipFill>
          <a:ln>
            <a:noFill/>
          </a:ln>
        </p:spPr>
      </p:sp>
      <p:grpSp>
        <p:nvGrpSpPr>
          <p:cNvPr id="164" name="Google Shape;164;p18"/>
          <p:cNvGrpSpPr/>
          <p:nvPr/>
        </p:nvGrpSpPr>
        <p:grpSpPr>
          <a:xfrm>
            <a:off x="16124575" y="8400655"/>
            <a:ext cx="2163413" cy="1886345"/>
            <a:chOff x="12784175" y="3675030"/>
            <a:chExt cx="2163413" cy="1886345"/>
          </a:xfrm>
        </p:grpSpPr>
        <p:sp>
          <p:nvSpPr>
            <p:cNvPr id="165" name="Google Shape;165;p18"/>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166" name="Google Shape;166;p18"/>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3">
                <a:alphaModFix/>
              </a:blip>
              <a:stretch>
                <a:fillRect b="0" l="0" r="0" t="0"/>
              </a:stretch>
            </a:blipFill>
            <a:ln>
              <a:noFill/>
            </a:ln>
          </p:spPr>
        </p:sp>
      </p:grpSp>
      <p:sp>
        <p:nvSpPr>
          <p:cNvPr id="167" name="Google Shape;167;p18"/>
          <p:cNvSpPr txBox="1"/>
          <p:nvPr/>
        </p:nvSpPr>
        <p:spPr>
          <a:xfrm>
            <a:off x="9675900" y="140073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PREGUNTA R. 2</a:t>
            </a:r>
            <a:endParaRPr/>
          </a:p>
        </p:txBody>
      </p:sp>
      <p:sp>
        <p:nvSpPr>
          <p:cNvPr id="168" name="Google Shape;168;p18"/>
          <p:cNvSpPr/>
          <p:nvPr/>
        </p:nvSpPr>
        <p:spPr>
          <a:xfrm>
            <a:off x="8861875" y="2423175"/>
            <a:ext cx="7262700" cy="6786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9" name="Google Shape;169;p18"/>
          <p:cNvSpPr txBox="1"/>
          <p:nvPr/>
        </p:nvSpPr>
        <p:spPr>
          <a:xfrm>
            <a:off x="3841550" y="24231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173" name="Shape 173"/>
        <p:cNvGrpSpPr/>
        <p:nvPr/>
      </p:nvGrpSpPr>
      <p:grpSpPr>
        <a:xfrm>
          <a:off x="0" y="0"/>
          <a:ext cx="0" cy="0"/>
          <a:chOff x="0" y="0"/>
          <a:chExt cx="0" cy="0"/>
        </a:xfrm>
      </p:grpSpPr>
      <p:grpSp>
        <p:nvGrpSpPr>
          <p:cNvPr id="174" name="Google Shape;174;p19"/>
          <p:cNvGrpSpPr/>
          <p:nvPr/>
        </p:nvGrpSpPr>
        <p:grpSpPr>
          <a:xfrm>
            <a:off x="4855646" y="3940218"/>
            <a:ext cx="1879445" cy="1901470"/>
            <a:chOff x="0" y="-9525"/>
            <a:chExt cx="812800" cy="822325"/>
          </a:xfrm>
        </p:grpSpPr>
        <p:sp>
          <p:nvSpPr>
            <p:cNvPr id="175" name="Google Shape;175;p19"/>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176" name="Google Shape;176;p19"/>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2</a:t>
              </a:r>
              <a:endParaRPr/>
            </a:p>
          </p:txBody>
        </p:sp>
      </p:grpSp>
      <p:grpSp>
        <p:nvGrpSpPr>
          <p:cNvPr id="177" name="Google Shape;177;p19"/>
          <p:cNvGrpSpPr/>
          <p:nvPr/>
        </p:nvGrpSpPr>
        <p:grpSpPr>
          <a:xfrm>
            <a:off x="8275799" y="3940218"/>
            <a:ext cx="1879445" cy="1901470"/>
            <a:chOff x="0" y="-9525"/>
            <a:chExt cx="812800" cy="822325"/>
          </a:xfrm>
        </p:grpSpPr>
        <p:sp>
          <p:nvSpPr>
            <p:cNvPr id="178" name="Google Shape;178;p19"/>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179" name="Google Shape;179;p19"/>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3</a:t>
              </a:r>
              <a:endParaRPr/>
            </a:p>
          </p:txBody>
        </p:sp>
      </p:grpSp>
      <p:grpSp>
        <p:nvGrpSpPr>
          <p:cNvPr id="180" name="Google Shape;180;p19"/>
          <p:cNvGrpSpPr/>
          <p:nvPr/>
        </p:nvGrpSpPr>
        <p:grpSpPr>
          <a:xfrm>
            <a:off x="1440994" y="3940218"/>
            <a:ext cx="1879445" cy="1901470"/>
            <a:chOff x="0" y="-9525"/>
            <a:chExt cx="812800" cy="822325"/>
          </a:xfrm>
        </p:grpSpPr>
        <p:sp>
          <p:nvSpPr>
            <p:cNvPr id="181" name="Google Shape;181;p19"/>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182" name="Google Shape;182;p19"/>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1</a:t>
              </a:r>
              <a:endParaRPr/>
            </a:p>
          </p:txBody>
        </p:sp>
      </p:grpSp>
      <p:sp>
        <p:nvSpPr>
          <p:cNvPr id="183" name="Google Shape;183;p19"/>
          <p:cNvSpPr/>
          <p:nvPr/>
        </p:nvSpPr>
        <p:spPr>
          <a:xfrm>
            <a:off x="12115033" y="262258"/>
            <a:ext cx="7914105" cy="7611930"/>
          </a:xfrm>
          <a:custGeom>
            <a:rect b="b" l="l" r="r" t="t"/>
            <a:pathLst>
              <a:path extrusionOk="0" h="7611930" w="7914105">
                <a:moveTo>
                  <a:pt x="0" y="0"/>
                </a:moveTo>
                <a:lnTo>
                  <a:pt x="7914104" y="0"/>
                </a:lnTo>
                <a:lnTo>
                  <a:pt x="7914104" y="7611930"/>
                </a:lnTo>
                <a:lnTo>
                  <a:pt x="0" y="7611930"/>
                </a:lnTo>
                <a:lnTo>
                  <a:pt x="0" y="0"/>
                </a:lnTo>
                <a:close/>
              </a:path>
            </a:pathLst>
          </a:custGeom>
          <a:blipFill rotWithShape="1">
            <a:blip r:embed="rId3">
              <a:alphaModFix/>
            </a:blip>
            <a:stretch>
              <a:fillRect b="0" l="0" r="0" t="0"/>
            </a:stretch>
          </a:blipFill>
          <a:ln>
            <a:noFill/>
          </a:ln>
        </p:spPr>
      </p:sp>
      <p:sp>
        <p:nvSpPr>
          <p:cNvPr id="184" name="Google Shape;184;p19"/>
          <p:cNvSpPr/>
          <p:nvPr/>
        </p:nvSpPr>
        <p:spPr>
          <a:xfrm>
            <a:off x="12966306" y="6222366"/>
            <a:ext cx="3403844" cy="3193424"/>
          </a:xfrm>
          <a:custGeom>
            <a:rect b="b" l="l" r="r" t="t"/>
            <a:pathLst>
              <a:path extrusionOk="0" h="3193424" w="3403844">
                <a:moveTo>
                  <a:pt x="0" y="0"/>
                </a:moveTo>
                <a:lnTo>
                  <a:pt x="3403844" y="0"/>
                </a:lnTo>
                <a:lnTo>
                  <a:pt x="3403844" y="3193424"/>
                </a:lnTo>
                <a:lnTo>
                  <a:pt x="0" y="3193424"/>
                </a:lnTo>
                <a:lnTo>
                  <a:pt x="0" y="0"/>
                </a:lnTo>
                <a:close/>
              </a:path>
            </a:pathLst>
          </a:custGeom>
          <a:blipFill rotWithShape="1">
            <a:blip r:embed="rId4">
              <a:alphaModFix/>
            </a:blip>
            <a:stretch>
              <a:fillRect b="0" l="0" r="0" t="0"/>
            </a:stretch>
          </a:blipFill>
          <a:ln>
            <a:noFill/>
          </a:ln>
        </p:spPr>
      </p:sp>
      <p:grpSp>
        <p:nvGrpSpPr>
          <p:cNvPr id="185" name="Google Shape;185;p19"/>
          <p:cNvGrpSpPr/>
          <p:nvPr/>
        </p:nvGrpSpPr>
        <p:grpSpPr>
          <a:xfrm>
            <a:off x="1028700" y="6208079"/>
            <a:ext cx="2708535" cy="2326376"/>
            <a:chOff x="0" y="-19050"/>
            <a:chExt cx="3611380" cy="3101834"/>
          </a:xfrm>
        </p:grpSpPr>
        <p:sp>
          <p:nvSpPr>
            <p:cNvPr id="186" name="Google Shape;186;p19"/>
            <p:cNvSpPr txBox="1"/>
            <p:nvPr/>
          </p:nvSpPr>
          <p:spPr>
            <a:xfrm>
              <a:off x="0" y="592446"/>
              <a:ext cx="3611380" cy="2490338"/>
            </a:xfrm>
            <a:prstGeom prst="rect">
              <a:avLst/>
            </a:prstGeom>
            <a:noFill/>
            <a:ln>
              <a:noFill/>
            </a:ln>
          </p:spPr>
          <p:txBody>
            <a:bodyPr anchorCtr="0" anchor="t" bIns="0" lIns="0" spcFirstLastPara="1" rIns="0" wrap="square" tIns="0">
              <a:spAutoFit/>
            </a:bodyPr>
            <a:lstStyle/>
            <a:p>
              <a:pPr indent="0" lvl="1" marL="0" marR="0" rtl="0" algn="ctr">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87" name="Google Shape;187;p19"/>
            <p:cNvSpPr txBox="1"/>
            <p:nvPr/>
          </p:nvSpPr>
          <p:spPr>
            <a:xfrm>
              <a:off x="0" y="-19050"/>
              <a:ext cx="3611380" cy="505678"/>
            </a:xfrm>
            <a:prstGeom prst="rect">
              <a:avLst/>
            </a:prstGeom>
            <a:noFill/>
            <a:ln>
              <a:noFill/>
            </a:ln>
          </p:spPr>
          <p:txBody>
            <a:bodyPr anchorCtr="0" anchor="t" bIns="0" lIns="0" spcFirstLastPara="1" rIns="0" wrap="square" tIns="0">
              <a:spAutoFit/>
            </a:bodyPr>
            <a:lstStyle/>
            <a:p>
              <a:pPr indent="0" lvl="1" marL="0" marR="0" rtl="0" algn="ctr">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Aportar datos</a:t>
              </a:r>
              <a:endParaRPr/>
            </a:p>
          </p:txBody>
        </p:sp>
      </p:grpSp>
      <p:grpSp>
        <p:nvGrpSpPr>
          <p:cNvPr id="188" name="Google Shape;188;p19"/>
          <p:cNvGrpSpPr/>
          <p:nvPr/>
        </p:nvGrpSpPr>
        <p:grpSpPr>
          <a:xfrm>
            <a:off x="4456254" y="6208079"/>
            <a:ext cx="2705100" cy="2688299"/>
            <a:chOff x="0" y="-19050"/>
            <a:chExt cx="3606800" cy="3584398"/>
          </a:xfrm>
        </p:grpSpPr>
        <p:sp>
          <p:nvSpPr>
            <p:cNvPr id="189" name="Google Shape;189;p19"/>
            <p:cNvSpPr txBox="1"/>
            <p:nvPr/>
          </p:nvSpPr>
          <p:spPr>
            <a:xfrm>
              <a:off x="0" y="1075010"/>
              <a:ext cx="3606800" cy="2490338"/>
            </a:xfrm>
            <a:prstGeom prst="rect">
              <a:avLst/>
            </a:prstGeom>
            <a:noFill/>
            <a:ln>
              <a:noFill/>
            </a:ln>
          </p:spPr>
          <p:txBody>
            <a:bodyPr anchorCtr="0" anchor="t" bIns="0" lIns="0" spcFirstLastPara="1" rIns="0" wrap="square" tIns="0">
              <a:spAutoFit/>
            </a:bodyPr>
            <a:lstStyle/>
            <a:p>
              <a:pPr indent="0" lvl="1" marL="0" marR="0" rtl="0" algn="ctr">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0" name="Google Shape;190;p19"/>
            <p:cNvSpPr txBox="1"/>
            <p:nvPr/>
          </p:nvSpPr>
          <p:spPr>
            <a:xfrm>
              <a:off x="0" y="-19050"/>
              <a:ext cx="3606800" cy="988242"/>
            </a:xfrm>
            <a:prstGeom prst="rect">
              <a:avLst/>
            </a:prstGeom>
            <a:noFill/>
            <a:ln>
              <a:noFill/>
            </a:ln>
          </p:spPr>
          <p:txBody>
            <a:bodyPr anchorCtr="0" anchor="t" bIns="0" lIns="0" spcFirstLastPara="1" rIns="0" wrap="square" tIns="0">
              <a:spAutoFit/>
            </a:bodyPr>
            <a:lstStyle/>
            <a:p>
              <a:pPr indent="0" lvl="1" marL="0" marR="0" rtl="0" algn="ctr">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Ofrecer soluciones</a:t>
              </a:r>
              <a:endParaRPr/>
            </a:p>
          </p:txBody>
        </p:sp>
      </p:grpSp>
      <p:grpSp>
        <p:nvGrpSpPr>
          <p:cNvPr id="191" name="Google Shape;191;p19"/>
          <p:cNvGrpSpPr/>
          <p:nvPr/>
        </p:nvGrpSpPr>
        <p:grpSpPr>
          <a:xfrm>
            <a:off x="7876408" y="6208079"/>
            <a:ext cx="2705100" cy="3050221"/>
            <a:chOff x="0" y="-19050"/>
            <a:chExt cx="3606800" cy="4066962"/>
          </a:xfrm>
        </p:grpSpPr>
        <p:sp>
          <p:nvSpPr>
            <p:cNvPr id="192" name="Google Shape;192;p19"/>
            <p:cNvSpPr txBox="1"/>
            <p:nvPr/>
          </p:nvSpPr>
          <p:spPr>
            <a:xfrm>
              <a:off x="0" y="1557574"/>
              <a:ext cx="3606800" cy="2490338"/>
            </a:xfrm>
            <a:prstGeom prst="rect">
              <a:avLst/>
            </a:prstGeom>
            <a:noFill/>
            <a:ln>
              <a:noFill/>
            </a:ln>
          </p:spPr>
          <p:txBody>
            <a:bodyPr anchorCtr="0" anchor="t" bIns="0" lIns="0" spcFirstLastPara="1" rIns="0" wrap="square" tIns="0">
              <a:spAutoFit/>
            </a:bodyPr>
            <a:lstStyle/>
            <a:p>
              <a:pPr indent="0" lvl="1" marL="0" marR="0" rtl="0" algn="ctr">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3" name="Google Shape;193;p19"/>
            <p:cNvSpPr txBox="1"/>
            <p:nvPr/>
          </p:nvSpPr>
          <p:spPr>
            <a:xfrm>
              <a:off x="0" y="-19050"/>
              <a:ext cx="3606800" cy="1470806"/>
            </a:xfrm>
            <a:prstGeom prst="rect">
              <a:avLst/>
            </a:prstGeom>
            <a:noFill/>
            <a:ln>
              <a:noFill/>
            </a:ln>
          </p:spPr>
          <p:txBody>
            <a:bodyPr anchorCtr="0" anchor="t" bIns="0" lIns="0" spcFirstLastPara="1" rIns="0" wrap="square" tIns="0">
              <a:spAutoFit/>
            </a:bodyPr>
            <a:lstStyle/>
            <a:p>
              <a:pPr indent="0" lvl="1" marL="0" marR="0" rtl="0" algn="ctr">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Presentar conclusiones finales</a:t>
              </a:r>
              <a:endParaRPr/>
            </a:p>
          </p:txBody>
        </p:sp>
      </p:grpSp>
      <p:sp>
        <p:nvSpPr>
          <p:cNvPr id="194" name="Google Shape;194;p19"/>
          <p:cNvSpPr txBox="1"/>
          <p:nvPr/>
        </p:nvSpPr>
        <p:spPr>
          <a:xfrm>
            <a:off x="1438244" y="1886347"/>
            <a:ext cx="86175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TRES PUNTOS CLAVE</a:t>
            </a:r>
            <a:endParaRPr/>
          </a:p>
        </p:txBody>
      </p:sp>
      <p:sp>
        <p:nvSpPr>
          <p:cNvPr id="195" name="Google Shape;195;p19"/>
          <p:cNvSpPr txBox="1"/>
          <p:nvPr/>
        </p:nvSpPr>
        <p:spPr>
          <a:xfrm>
            <a:off x="1438244" y="2805671"/>
            <a:ext cx="8714400" cy="5541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196" name="Google Shape;196;p19"/>
          <p:cNvGrpSpPr/>
          <p:nvPr/>
        </p:nvGrpSpPr>
        <p:grpSpPr>
          <a:xfrm>
            <a:off x="0" y="5"/>
            <a:ext cx="2163413" cy="1886345"/>
            <a:chOff x="12784175" y="3675030"/>
            <a:chExt cx="2163413" cy="1886345"/>
          </a:xfrm>
        </p:grpSpPr>
        <p:sp>
          <p:nvSpPr>
            <p:cNvPr id="197" name="Google Shape;197;p19"/>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198" name="Google Shape;198;p19"/>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202" name="Shape 202"/>
        <p:cNvGrpSpPr/>
        <p:nvPr/>
      </p:nvGrpSpPr>
      <p:grpSpPr>
        <a:xfrm>
          <a:off x="0" y="0"/>
          <a:ext cx="0" cy="0"/>
          <a:chOff x="0" y="0"/>
          <a:chExt cx="0" cy="0"/>
        </a:xfrm>
      </p:grpSpPr>
      <p:sp>
        <p:nvSpPr>
          <p:cNvPr id="203" name="Google Shape;203;p20"/>
          <p:cNvSpPr/>
          <p:nvPr/>
        </p:nvSpPr>
        <p:spPr>
          <a:xfrm>
            <a:off x="6466573" y="3352653"/>
            <a:ext cx="4601738" cy="3597722"/>
          </a:xfrm>
          <a:custGeom>
            <a:rect b="b" l="l" r="r" t="t"/>
            <a:pathLst>
              <a:path extrusionOk="0" h="3597722" w="4601738">
                <a:moveTo>
                  <a:pt x="0" y="0"/>
                </a:moveTo>
                <a:lnTo>
                  <a:pt x="4601737" y="0"/>
                </a:lnTo>
                <a:lnTo>
                  <a:pt x="4601737" y="3597723"/>
                </a:lnTo>
                <a:lnTo>
                  <a:pt x="0" y="3597723"/>
                </a:lnTo>
                <a:lnTo>
                  <a:pt x="0" y="0"/>
                </a:lnTo>
                <a:close/>
              </a:path>
            </a:pathLst>
          </a:custGeom>
          <a:blipFill rotWithShape="1">
            <a:blip r:embed="rId3">
              <a:alphaModFix/>
            </a:blip>
            <a:stretch>
              <a:fillRect b="0" l="0" r="0" t="0"/>
            </a:stretch>
          </a:blipFill>
          <a:ln>
            <a:noFill/>
          </a:ln>
        </p:spPr>
      </p:sp>
      <p:sp>
        <p:nvSpPr>
          <p:cNvPr id="204" name="Google Shape;204;p20"/>
          <p:cNvSpPr/>
          <p:nvPr/>
        </p:nvSpPr>
        <p:spPr>
          <a:xfrm flipH="1">
            <a:off x="7093184" y="5322244"/>
            <a:ext cx="5026425" cy="3929750"/>
          </a:xfrm>
          <a:custGeom>
            <a:rect b="b" l="l" r="r" t="t"/>
            <a:pathLst>
              <a:path extrusionOk="0" h="3929750" w="5026425">
                <a:moveTo>
                  <a:pt x="5026424" y="0"/>
                </a:moveTo>
                <a:lnTo>
                  <a:pt x="0" y="0"/>
                </a:lnTo>
                <a:lnTo>
                  <a:pt x="0" y="3929750"/>
                </a:lnTo>
                <a:lnTo>
                  <a:pt x="5026424" y="3929750"/>
                </a:lnTo>
                <a:lnTo>
                  <a:pt x="5026424" y="0"/>
                </a:lnTo>
                <a:close/>
              </a:path>
            </a:pathLst>
          </a:custGeom>
          <a:blipFill rotWithShape="1">
            <a:blip r:embed="rId3">
              <a:alphaModFix/>
            </a:blip>
            <a:stretch>
              <a:fillRect b="0" l="0" r="0" t="0"/>
            </a:stretch>
          </a:blipFill>
          <a:ln>
            <a:noFill/>
          </a:ln>
        </p:spPr>
      </p:sp>
      <p:sp>
        <p:nvSpPr>
          <p:cNvPr id="205" name="Google Shape;205;p20"/>
          <p:cNvSpPr/>
          <p:nvPr/>
        </p:nvSpPr>
        <p:spPr>
          <a:xfrm>
            <a:off x="5999174" y="7488124"/>
            <a:ext cx="5426877" cy="4242831"/>
          </a:xfrm>
          <a:custGeom>
            <a:rect b="b" l="l" r="r" t="t"/>
            <a:pathLst>
              <a:path extrusionOk="0" h="4242831" w="5426877">
                <a:moveTo>
                  <a:pt x="0" y="0"/>
                </a:moveTo>
                <a:lnTo>
                  <a:pt x="5426877" y="0"/>
                </a:lnTo>
                <a:lnTo>
                  <a:pt x="5426877" y="4242831"/>
                </a:lnTo>
                <a:lnTo>
                  <a:pt x="0" y="4242831"/>
                </a:lnTo>
                <a:lnTo>
                  <a:pt x="0" y="0"/>
                </a:lnTo>
                <a:close/>
              </a:path>
            </a:pathLst>
          </a:custGeom>
          <a:blipFill rotWithShape="1">
            <a:blip r:embed="rId3">
              <a:alphaModFix/>
            </a:blip>
            <a:stretch>
              <a:fillRect b="0" l="0" r="0" t="0"/>
            </a:stretch>
          </a:blipFill>
          <a:ln>
            <a:noFill/>
          </a:ln>
        </p:spPr>
      </p:sp>
      <p:sp>
        <p:nvSpPr>
          <p:cNvPr id="206" name="Google Shape;206;p20"/>
          <p:cNvSpPr/>
          <p:nvPr/>
        </p:nvSpPr>
        <p:spPr>
          <a:xfrm>
            <a:off x="9057991" y="3625864"/>
            <a:ext cx="853877" cy="964338"/>
          </a:xfrm>
          <a:custGeom>
            <a:rect b="b" l="l" r="r" t="t"/>
            <a:pathLst>
              <a:path extrusionOk="0" h="964338" w="853877">
                <a:moveTo>
                  <a:pt x="0" y="0"/>
                </a:moveTo>
                <a:lnTo>
                  <a:pt x="853878" y="0"/>
                </a:lnTo>
                <a:lnTo>
                  <a:pt x="853878" y="964338"/>
                </a:lnTo>
                <a:lnTo>
                  <a:pt x="0" y="964338"/>
                </a:lnTo>
                <a:lnTo>
                  <a:pt x="0" y="0"/>
                </a:lnTo>
                <a:close/>
              </a:path>
            </a:pathLst>
          </a:custGeom>
          <a:blipFill rotWithShape="1">
            <a:blip r:embed="rId4">
              <a:alphaModFix/>
            </a:blip>
            <a:stretch>
              <a:fillRect b="0" l="0" r="0" t="0"/>
            </a:stretch>
          </a:blipFill>
          <a:ln>
            <a:noFill/>
          </a:ln>
        </p:spPr>
      </p:sp>
      <p:sp>
        <p:nvSpPr>
          <p:cNvPr id="207" name="Google Shape;207;p20"/>
          <p:cNvSpPr/>
          <p:nvPr/>
        </p:nvSpPr>
        <p:spPr>
          <a:xfrm>
            <a:off x="7993983" y="4316441"/>
            <a:ext cx="853877" cy="964338"/>
          </a:xfrm>
          <a:custGeom>
            <a:rect b="b" l="l" r="r" t="t"/>
            <a:pathLst>
              <a:path extrusionOk="0" h="964338" w="853877">
                <a:moveTo>
                  <a:pt x="0" y="0"/>
                </a:moveTo>
                <a:lnTo>
                  <a:pt x="853878" y="0"/>
                </a:lnTo>
                <a:lnTo>
                  <a:pt x="853878" y="964338"/>
                </a:lnTo>
                <a:lnTo>
                  <a:pt x="0" y="964338"/>
                </a:lnTo>
                <a:lnTo>
                  <a:pt x="0" y="0"/>
                </a:lnTo>
                <a:close/>
              </a:path>
            </a:pathLst>
          </a:custGeom>
          <a:blipFill rotWithShape="1">
            <a:blip r:embed="rId4">
              <a:alphaModFix/>
            </a:blip>
            <a:stretch>
              <a:fillRect b="0" l="0" r="0" t="0"/>
            </a:stretch>
          </a:blipFill>
          <a:ln>
            <a:noFill/>
          </a:ln>
        </p:spPr>
      </p:sp>
      <p:sp>
        <p:nvSpPr>
          <p:cNvPr id="208" name="Google Shape;208;p20"/>
          <p:cNvSpPr/>
          <p:nvPr/>
        </p:nvSpPr>
        <p:spPr>
          <a:xfrm>
            <a:off x="8958900" y="5936505"/>
            <a:ext cx="853877" cy="964338"/>
          </a:xfrm>
          <a:custGeom>
            <a:rect b="b" l="l" r="r" t="t"/>
            <a:pathLst>
              <a:path extrusionOk="0" h="964338" w="853877">
                <a:moveTo>
                  <a:pt x="0" y="0"/>
                </a:moveTo>
                <a:lnTo>
                  <a:pt x="853877" y="0"/>
                </a:lnTo>
                <a:lnTo>
                  <a:pt x="853877" y="964338"/>
                </a:lnTo>
                <a:lnTo>
                  <a:pt x="0" y="964338"/>
                </a:lnTo>
                <a:lnTo>
                  <a:pt x="0" y="0"/>
                </a:lnTo>
                <a:close/>
              </a:path>
            </a:pathLst>
          </a:custGeom>
          <a:blipFill rotWithShape="1">
            <a:blip r:embed="rId4">
              <a:alphaModFix/>
            </a:blip>
            <a:stretch>
              <a:fillRect b="0" l="0" r="0" t="0"/>
            </a:stretch>
          </a:blipFill>
          <a:ln>
            <a:noFill/>
          </a:ln>
        </p:spPr>
      </p:sp>
      <p:sp>
        <p:nvSpPr>
          <p:cNvPr id="209" name="Google Shape;209;p20"/>
          <p:cNvSpPr/>
          <p:nvPr/>
        </p:nvSpPr>
        <p:spPr>
          <a:xfrm>
            <a:off x="8767290" y="7911270"/>
            <a:ext cx="1040130" cy="1174685"/>
          </a:xfrm>
          <a:custGeom>
            <a:rect b="b" l="l" r="r" t="t"/>
            <a:pathLst>
              <a:path extrusionOk="0" h="1174685" w="1040130">
                <a:moveTo>
                  <a:pt x="0" y="0"/>
                </a:moveTo>
                <a:lnTo>
                  <a:pt x="1040130" y="0"/>
                </a:lnTo>
                <a:lnTo>
                  <a:pt x="1040130" y="1174685"/>
                </a:lnTo>
                <a:lnTo>
                  <a:pt x="0" y="1174685"/>
                </a:lnTo>
                <a:lnTo>
                  <a:pt x="0" y="0"/>
                </a:lnTo>
                <a:close/>
              </a:path>
            </a:pathLst>
          </a:custGeom>
          <a:blipFill rotWithShape="1">
            <a:blip r:embed="rId4">
              <a:alphaModFix/>
            </a:blip>
            <a:stretch>
              <a:fillRect b="0" l="0" r="0" t="0"/>
            </a:stretch>
          </a:blipFill>
          <a:ln>
            <a:noFill/>
          </a:ln>
        </p:spPr>
      </p:sp>
      <p:sp>
        <p:nvSpPr>
          <p:cNvPr id="210" name="Google Shape;210;p20"/>
          <p:cNvSpPr txBox="1"/>
          <p:nvPr/>
        </p:nvSpPr>
        <p:spPr>
          <a:xfrm>
            <a:off x="13477884" y="5522845"/>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Comercio</a:t>
            </a:r>
            <a:endParaRPr/>
          </a:p>
        </p:txBody>
      </p:sp>
      <p:sp>
        <p:nvSpPr>
          <p:cNvPr id="211" name="Google Shape;211;p20"/>
          <p:cNvSpPr txBox="1"/>
          <p:nvPr/>
        </p:nvSpPr>
        <p:spPr>
          <a:xfrm>
            <a:off x="1030354" y="5496626"/>
            <a:ext cx="3805749" cy="270456"/>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Sostenibilidad</a:t>
            </a:r>
            <a:endParaRPr/>
          </a:p>
        </p:txBody>
      </p:sp>
      <p:sp>
        <p:nvSpPr>
          <p:cNvPr id="212" name="Google Shape;212;p20"/>
          <p:cNvSpPr txBox="1"/>
          <p:nvPr/>
        </p:nvSpPr>
        <p:spPr>
          <a:xfrm>
            <a:off x="13477884" y="5839075"/>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3" name="Google Shape;213;p20"/>
          <p:cNvSpPr txBox="1"/>
          <p:nvPr/>
        </p:nvSpPr>
        <p:spPr>
          <a:xfrm>
            <a:off x="1030354" y="5924940"/>
            <a:ext cx="3805749" cy="1076217"/>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4" name="Google Shape;214;p20"/>
          <p:cNvSpPr txBox="1"/>
          <p:nvPr/>
        </p:nvSpPr>
        <p:spPr>
          <a:xfrm>
            <a:off x="12430134" y="1020944"/>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Inversiones</a:t>
            </a:r>
            <a:endParaRPr/>
          </a:p>
        </p:txBody>
      </p:sp>
      <p:sp>
        <p:nvSpPr>
          <p:cNvPr id="215" name="Google Shape;215;p20"/>
          <p:cNvSpPr txBox="1"/>
          <p:nvPr/>
        </p:nvSpPr>
        <p:spPr>
          <a:xfrm>
            <a:off x="2078104" y="1129954"/>
            <a:ext cx="3805749" cy="270456"/>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Mejorar la produción</a:t>
            </a:r>
            <a:endParaRPr/>
          </a:p>
        </p:txBody>
      </p:sp>
      <p:sp>
        <p:nvSpPr>
          <p:cNvPr id="216" name="Google Shape;216;p20"/>
          <p:cNvSpPr txBox="1"/>
          <p:nvPr/>
        </p:nvSpPr>
        <p:spPr>
          <a:xfrm>
            <a:off x="12430134" y="1337174"/>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7" name="Google Shape;217;p20"/>
          <p:cNvSpPr txBox="1"/>
          <p:nvPr/>
        </p:nvSpPr>
        <p:spPr>
          <a:xfrm>
            <a:off x="2078104" y="1427485"/>
            <a:ext cx="3805749" cy="1076217"/>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8" name="Google Shape;218;p20"/>
          <p:cNvSpPr txBox="1"/>
          <p:nvPr/>
        </p:nvSpPr>
        <p:spPr>
          <a:xfrm>
            <a:off x="13477884" y="3275772"/>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Autonomía</a:t>
            </a:r>
            <a:endParaRPr/>
          </a:p>
        </p:txBody>
      </p:sp>
      <p:sp>
        <p:nvSpPr>
          <p:cNvPr id="219" name="Google Shape;219;p20"/>
          <p:cNvSpPr txBox="1"/>
          <p:nvPr/>
        </p:nvSpPr>
        <p:spPr>
          <a:xfrm>
            <a:off x="1030354" y="3249554"/>
            <a:ext cx="3805749" cy="270456"/>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Investigación</a:t>
            </a:r>
            <a:endParaRPr/>
          </a:p>
        </p:txBody>
      </p:sp>
      <p:sp>
        <p:nvSpPr>
          <p:cNvPr id="220" name="Google Shape;220;p20"/>
          <p:cNvSpPr txBox="1"/>
          <p:nvPr/>
        </p:nvSpPr>
        <p:spPr>
          <a:xfrm>
            <a:off x="13477884" y="3593853"/>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1" name="Google Shape;221;p20"/>
          <p:cNvSpPr txBox="1"/>
          <p:nvPr/>
        </p:nvSpPr>
        <p:spPr>
          <a:xfrm>
            <a:off x="1030354" y="3677868"/>
            <a:ext cx="3805749" cy="1076217"/>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2" name="Google Shape;222;p20"/>
          <p:cNvSpPr txBox="1"/>
          <p:nvPr/>
        </p:nvSpPr>
        <p:spPr>
          <a:xfrm>
            <a:off x="12430134" y="7769917"/>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Fabricación</a:t>
            </a:r>
            <a:endParaRPr/>
          </a:p>
        </p:txBody>
      </p:sp>
      <p:sp>
        <p:nvSpPr>
          <p:cNvPr id="223" name="Google Shape;223;p20"/>
          <p:cNvSpPr txBox="1"/>
          <p:nvPr/>
        </p:nvSpPr>
        <p:spPr>
          <a:xfrm>
            <a:off x="2078104" y="7743699"/>
            <a:ext cx="3805749" cy="270456"/>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Optimizar</a:t>
            </a:r>
            <a:endParaRPr/>
          </a:p>
        </p:txBody>
      </p:sp>
      <p:sp>
        <p:nvSpPr>
          <p:cNvPr id="224" name="Google Shape;224;p20"/>
          <p:cNvSpPr txBox="1"/>
          <p:nvPr/>
        </p:nvSpPr>
        <p:spPr>
          <a:xfrm>
            <a:off x="12430134" y="8087998"/>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5" name="Google Shape;225;p20"/>
          <p:cNvSpPr txBox="1"/>
          <p:nvPr/>
        </p:nvSpPr>
        <p:spPr>
          <a:xfrm>
            <a:off x="2078104" y="8080829"/>
            <a:ext cx="3805749" cy="1076217"/>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6" name="Google Shape;226;p20"/>
          <p:cNvSpPr txBox="1"/>
          <p:nvPr/>
        </p:nvSpPr>
        <p:spPr>
          <a:xfrm>
            <a:off x="6648875" y="990600"/>
            <a:ext cx="4990250" cy="1138372"/>
          </a:xfrm>
          <a:prstGeom prst="rect">
            <a:avLst/>
          </a:prstGeom>
          <a:noFill/>
          <a:ln>
            <a:noFill/>
          </a:ln>
        </p:spPr>
        <p:txBody>
          <a:bodyPr anchorCtr="0" anchor="t" bIns="0" lIns="0" spcFirstLastPara="1" rIns="0" wrap="square" tIns="0">
            <a:spAutoFit/>
          </a:bodyPr>
          <a:lstStyle/>
          <a:p>
            <a:pPr indent="0" lvl="0" marL="0" marR="0" rtl="0" algn="ctr">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PRINCIPALES OBJETIVOS</a:t>
            </a:r>
            <a:endParaRPr/>
          </a:p>
        </p:txBody>
      </p:sp>
      <p:grpSp>
        <p:nvGrpSpPr>
          <p:cNvPr id="227" name="Google Shape;227;p20"/>
          <p:cNvGrpSpPr/>
          <p:nvPr/>
        </p:nvGrpSpPr>
        <p:grpSpPr>
          <a:xfrm>
            <a:off x="16124575" y="8400655"/>
            <a:ext cx="2163413" cy="1886345"/>
            <a:chOff x="12784175" y="3675030"/>
            <a:chExt cx="2163413" cy="1886345"/>
          </a:xfrm>
        </p:grpSpPr>
        <p:sp>
          <p:nvSpPr>
            <p:cNvPr id="228" name="Google Shape;228;p20"/>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229" name="Google Shape;229;p20"/>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233" name="Shape 233"/>
        <p:cNvGrpSpPr/>
        <p:nvPr/>
      </p:nvGrpSpPr>
      <p:grpSpPr>
        <a:xfrm>
          <a:off x="0" y="0"/>
          <a:ext cx="0" cy="0"/>
          <a:chOff x="0" y="0"/>
          <a:chExt cx="0" cy="0"/>
        </a:xfrm>
      </p:grpSpPr>
      <p:sp>
        <p:nvSpPr>
          <p:cNvPr id="234" name="Google Shape;234;p21"/>
          <p:cNvSpPr/>
          <p:nvPr/>
        </p:nvSpPr>
        <p:spPr>
          <a:xfrm flipH="1">
            <a:off x="13327023" y="-1831276"/>
            <a:ext cx="4802247" cy="4383142"/>
          </a:xfrm>
          <a:custGeom>
            <a:rect b="b" l="l" r="r" t="t"/>
            <a:pathLst>
              <a:path extrusionOk="0" h="6469582" w="7088187">
                <a:moveTo>
                  <a:pt x="7088187" y="0"/>
                </a:moveTo>
                <a:lnTo>
                  <a:pt x="0" y="0"/>
                </a:lnTo>
                <a:lnTo>
                  <a:pt x="0" y="6469582"/>
                </a:lnTo>
                <a:lnTo>
                  <a:pt x="7088187" y="6469582"/>
                </a:lnTo>
                <a:lnTo>
                  <a:pt x="7088187" y="0"/>
                </a:lnTo>
                <a:close/>
              </a:path>
            </a:pathLst>
          </a:custGeom>
          <a:blipFill rotWithShape="1">
            <a:blip r:embed="rId3">
              <a:alphaModFix/>
            </a:blip>
            <a:stretch>
              <a:fillRect b="0" l="0" r="0" t="0"/>
            </a:stretch>
          </a:blipFill>
          <a:ln>
            <a:noFill/>
          </a:ln>
        </p:spPr>
      </p:sp>
      <p:sp>
        <p:nvSpPr>
          <p:cNvPr id="235" name="Google Shape;235;p21"/>
          <p:cNvSpPr/>
          <p:nvPr/>
        </p:nvSpPr>
        <p:spPr>
          <a:xfrm flipH="1">
            <a:off x="14990317" y="-794163"/>
            <a:ext cx="4802247" cy="4383142"/>
          </a:xfrm>
          <a:custGeom>
            <a:rect b="b" l="l" r="r" t="t"/>
            <a:pathLst>
              <a:path extrusionOk="0" h="6469582" w="7088187">
                <a:moveTo>
                  <a:pt x="7088187" y="0"/>
                </a:moveTo>
                <a:lnTo>
                  <a:pt x="0" y="0"/>
                </a:lnTo>
                <a:lnTo>
                  <a:pt x="0" y="6469581"/>
                </a:lnTo>
                <a:lnTo>
                  <a:pt x="7088187" y="6469581"/>
                </a:lnTo>
                <a:lnTo>
                  <a:pt x="7088187" y="0"/>
                </a:lnTo>
                <a:close/>
              </a:path>
            </a:pathLst>
          </a:custGeom>
          <a:blipFill rotWithShape="1">
            <a:blip r:embed="rId3">
              <a:alphaModFix/>
            </a:blip>
            <a:stretch>
              <a:fillRect b="0" l="0" r="0" t="0"/>
            </a:stretch>
          </a:blipFill>
          <a:ln>
            <a:noFill/>
          </a:ln>
        </p:spPr>
      </p:sp>
      <p:sp>
        <p:nvSpPr>
          <p:cNvPr id="236" name="Google Shape;236;p21"/>
          <p:cNvSpPr/>
          <p:nvPr/>
        </p:nvSpPr>
        <p:spPr>
          <a:xfrm flipH="1">
            <a:off x="16682965" y="264313"/>
            <a:ext cx="4802247" cy="4383142"/>
          </a:xfrm>
          <a:custGeom>
            <a:rect b="b" l="l" r="r" t="t"/>
            <a:pathLst>
              <a:path extrusionOk="0" h="6469582" w="7088187">
                <a:moveTo>
                  <a:pt x="7088187" y="0"/>
                </a:moveTo>
                <a:lnTo>
                  <a:pt x="0" y="0"/>
                </a:lnTo>
                <a:lnTo>
                  <a:pt x="0" y="6469582"/>
                </a:lnTo>
                <a:lnTo>
                  <a:pt x="7088187" y="6469582"/>
                </a:lnTo>
                <a:lnTo>
                  <a:pt x="7088187" y="0"/>
                </a:lnTo>
                <a:close/>
              </a:path>
            </a:pathLst>
          </a:custGeom>
          <a:blipFill rotWithShape="1">
            <a:blip r:embed="rId3">
              <a:alphaModFix/>
            </a:blip>
            <a:stretch>
              <a:fillRect b="0" l="0" r="0" t="0"/>
            </a:stretch>
          </a:blipFill>
          <a:ln>
            <a:noFill/>
          </a:ln>
        </p:spPr>
      </p:sp>
      <p:sp>
        <p:nvSpPr>
          <p:cNvPr id="237" name="Google Shape;237;p21"/>
          <p:cNvSpPr/>
          <p:nvPr/>
        </p:nvSpPr>
        <p:spPr>
          <a:xfrm flipH="1">
            <a:off x="18365827" y="1291641"/>
            <a:ext cx="4802247" cy="4383142"/>
          </a:xfrm>
          <a:custGeom>
            <a:rect b="b" l="l" r="r" t="t"/>
            <a:pathLst>
              <a:path extrusionOk="0" h="6469582" w="7088187">
                <a:moveTo>
                  <a:pt x="7088187" y="0"/>
                </a:moveTo>
                <a:lnTo>
                  <a:pt x="0" y="0"/>
                </a:lnTo>
                <a:lnTo>
                  <a:pt x="0" y="6469582"/>
                </a:lnTo>
                <a:lnTo>
                  <a:pt x="7088187" y="6469582"/>
                </a:lnTo>
                <a:lnTo>
                  <a:pt x="7088187" y="0"/>
                </a:lnTo>
                <a:close/>
              </a:path>
            </a:pathLst>
          </a:custGeom>
          <a:blipFill rotWithShape="1">
            <a:blip r:embed="rId3">
              <a:alphaModFix/>
            </a:blip>
            <a:stretch>
              <a:fillRect b="0" l="0" r="0" t="0"/>
            </a:stretch>
          </a:blipFill>
          <a:ln>
            <a:noFill/>
          </a:ln>
        </p:spPr>
      </p:sp>
      <p:sp>
        <p:nvSpPr>
          <p:cNvPr id="238" name="Google Shape;238;p21"/>
          <p:cNvSpPr/>
          <p:nvPr/>
        </p:nvSpPr>
        <p:spPr>
          <a:xfrm>
            <a:off x="13850661" y="2157399"/>
            <a:ext cx="2470941" cy="3102779"/>
          </a:xfrm>
          <a:custGeom>
            <a:rect b="b" l="l" r="r" t="t"/>
            <a:pathLst>
              <a:path extrusionOk="0" h="4579748" w="3647145">
                <a:moveTo>
                  <a:pt x="0" y="0"/>
                </a:moveTo>
                <a:lnTo>
                  <a:pt x="3647145" y="0"/>
                </a:lnTo>
                <a:lnTo>
                  <a:pt x="3647145" y="4579748"/>
                </a:lnTo>
                <a:lnTo>
                  <a:pt x="0" y="4579748"/>
                </a:lnTo>
                <a:lnTo>
                  <a:pt x="0" y="0"/>
                </a:lnTo>
                <a:close/>
              </a:path>
            </a:pathLst>
          </a:custGeom>
          <a:blipFill rotWithShape="1">
            <a:blip r:embed="rId4">
              <a:alphaModFix/>
            </a:blip>
            <a:stretch>
              <a:fillRect b="0" l="0" r="0" t="0"/>
            </a:stretch>
          </a:blipFill>
          <a:ln>
            <a:noFill/>
          </a:ln>
        </p:spPr>
      </p:sp>
      <p:sp>
        <p:nvSpPr>
          <p:cNvPr id="239" name="Google Shape;239;p21"/>
          <p:cNvSpPr txBox="1"/>
          <p:nvPr/>
        </p:nvSpPr>
        <p:spPr>
          <a:xfrm>
            <a:off x="1560900" y="99888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PREGUNTA R. 3</a:t>
            </a:r>
            <a:endParaRPr/>
          </a:p>
        </p:txBody>
      </p:sp>
      <p:sp>
        <p:nvSpPr>
          <p:cNvPr id="240" name="Google Shape;240;p21"/>
          <p:cNvSpPr txBox="1"/>
          <p:nvPr/>
        </p:nvSpPr>
        <p:spPr>
          <a:xfrm>
            <a:off x="8663575" y="21189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241" name="Google Shape;241;p21"/>
          <p:cNvSpPr/>
          <p:nvPr/>
        </p:nvSpPr>
        <p:spPr>
          <a:xfrm>
            <a:off x="746875" y="2021325"/>
            <a:ext cx="7262700" cy="6786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grpSp>
        <p:nvGrpSpPr>
          <p:cNvPr id="242" name="Google Shape;242;p21"/>
          <p:cNvGrpSpPr/>
          <p:nvPr/>
        </p:nvGrpSpPr>
        <p:grpSpPr>
          <a:xfrm>
            <a:off x="16124575" y="8400655"/>
            <a:ext cx="2163413" cy="1886345"/>
            <a:chOff x="12784175" y="3675030"/>
            <a:chExt cx="2163413" cy="1886345"/>
          </a:xfrm>
        </p:grpSpPr>
        <p:sp>
          <p:nvSpPr>
            <p:cNvPr id="243" name="Google Shape;243;p21"/>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244" name="Google Shape;244;p21"/>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248" name="Shape 248"/>
        <p:cNvGrpSpPr/>
        <p:nvPr/>
      </p:nvGrpSpPr>
      <p:grpSpPr>
        <a:xfrm>
          <a:off x="0" y="0"/>
          <a:ext cx="0" cy="0"/>
          <a:chOff x="0" y="0"/>
          <a:chExt cx="0" cy="0"/>
        </a:xfrm>
      </p:grpSpPr>
      <p:cxnSp>
        <p:nvCxnSpPr>
          <p:cNvPr id="249" name="Google Shape;249;p22"/>
          <p:cNvCxnSpPr/>
          <p:nvPr/>
        </p:nvCxnSpPr>
        <p:spPr>
          <a:xfrm>
            <a:off x="7198632" y="-330798"/>
            <a:ext cx="0" cy="10946666"/>
          </a:xfrm>
          <a:prstGeom prst="straightConnector1">
            <a:avLst/>
          </a:prstGeom>
          <a:noFill/>
          <a:ln cap="rnd" cmpd="sng" w="114300">
            <a:solidFill>
              <a:srgbClr val="004AAD"/>
            </a:solidFill>
            <a:prstDash val="solid"/>
            <a:round/>
            <a:headEnd len="sm" w="sm" type="none"/>
            <a:tailEnd len="sm" w="sm" type="none"/>
          </a:ln>
        </p:spPr>
      </p:cxnSp>
      <p:grpSp>
        <p:nvGrpSpPr>
          <p:cNvPr id="250" name="Google Shape;250;p22"/>
          <p:cNvGrpSpPr/>
          <p:nvPr/>
        </p:nvGrpSpPr>
        <p:grpSpPr>
          <a:xfrm>
            <a:off x="6904192" y="1006055"/>
            <a:ext cx="588882" cy="595783"/>
            <a:chOff x="0" y="-9525"/>
            <a:chExt cx="812800" cy="822325"/>
          </a:xfrm>
        </p:grpSpPr>
        <p:sp>
          <p:nvSpPr>
            <p:cNvPr id="251" name="Google Shape;251;p22"/>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252" name="Google Shape;252;p22"/>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53" name="Google Shape;253;p22"/>
          <p:cNvGrpSpPr/>
          <p:nvPr/>
        </p:nvGrpSpPr>
        <p:grpSpPr>
          <a:xfrm>
            <a:off x="6904192" y="3210168"/>
            <a:ext cx="588882" cy="595783"/>
            <a:chOff x="0" y="-9525"/>
            <a:chExt cx="812800" cy="822325"/>
          </a:xfrm>
        </p:grpSpPr>
        <p:sp>
          <p:nvSpPr>
            <p:cNvPr id="254" name="Google Shape;254;p22"/>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255" name="Google Shape;255;p22"/>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56" name="Google Shape;256;p22"/>
          <p:cNvGrpSpPr/>
          <p:nvPr/>
        </p:nvGrpSpPr>
        <p:grpSpPr>
          <a:xfrm>
            <a:off x="6904192" y="5457240"/>
            <a:ext cx="588882" cy="595783"/>
            <a:chOff x="0" y="-9525"/>
            <a:chExt cx="812800" cy="822325"/>
          </a:xfrm>
        </p:grpSpPr>
        <p:sp>
          <p:nvSpPr>
            <p:cNvPr id="257" name="Google Shape;257;p22"/>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258" name="Google Shape;258;p22"/>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59" name="Google Shape;259;p22"/>
          <p:cNvGrpSpPr/>
          <p:nvPr/>
        </p:nvGrpSpPr>
        <p:grpSpPr>
          <a:xfrm>
            <a:off x="6904192" y="7703472"/>
            <a:ext cx="588882" cy="595783"/>
            <a:chOff x="0" y="-9525"/>
            <a:chExt cx="812800" cy="822325"/>
          </a:xfrm>
        </p:grpSpPr>
        <p:sp>
          <p:nvSpPr>
            <p:cNvPr id="260" name="Google Shape;260;p22"/>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261" name="Google Shape;261;p22"/>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262" name="Google Shape;262;p22"/>
          <p:cNvSpPr/>
          <p:nvPr/>
        </p:nvSpPr>
        <p:spPr>
          <a:xfrm>
            <a:off x="13196004" y="3159413"/>
            <a:ext cx="6521776" cy="7305451"/>
          </a:xfrm>
          <a:custGeom>
            <a:rect b="b" l="l" r="r" t="t"/>
            <a:pathLst>
              <a:path extrusionOk="0" h="7305451" w="6521776">
                <a:moveTo>
                  <a:pt x="0" y="0"/>
                </a:moveTo>
                <a:lnTo>
                  <a:pt x="6521776" y="0"/>
                </a:lnTo>
                <a:lnTo>
                  <a:pt x="6521776" y="7305452"/>
                </a:lnTo>
                <a:lnTo>
                  <a:pt x="0" y="7305452"/>
                </a:lnTo>
                <a:lnTo>
                  <a:pt x="0" y="0"/>
                </a:lnTo>
                <a:close/>
              </a:path>
            </a:pathLst>
          </a:custGeom>
          <a:blipFill rotWithShape="1">
            <a:blip r:embed="rId3">
              <a:alphaModFix/>
            </a:blip>
            <a:stretch>
              <a:fillRect b="0" l="0" r="0" t="0"/>
            </a:stretch>
          </a:blipFill>
          <a:ln>
            <a:noFill/>
          </a:ln>
        </p:spPr>
      </p:sp>
      <p:sp>
        <p:nvSpPr>
          <p:cNvPr id="263" name="Google Shape;263;p22"/>
          <p:cNvSpPr/>
          <p:nvPr/>
        </p:nvSpPr>
        <p:spPr>
          <a:xfrm>
            <a:off x="13196004" y="-703241"/>
            <a:ext cx="6521776" cy="7305451"/>
          </a:xfrm>
          <a:custGeom>
            <a:rect b="b" l="l" r="r" t="t"/>
            <a:pathLst>
              <a:path extrusionOk="0" h="7305451" w="6521776">
                <a:moveTo>
                  <a:pt x="0" y="0"/>
                </a:moveTo>
                <a:lnTo>
                  <a:pt x="6521776" y="0"/>
                </a:lnTo>
                <a:lnTo>
                  <a:pt x="6521776" y="7305452"/>
                </a:lnTo>
                <a:lnTo>
                  <a:pt x="0" y="7305452"/>
                </a:lnTo>
                <a:lnTo>
                  <a:pt x="0" y="0"/>
                </a:lnTo>
                <a:close/>
              </a:path>
            </a:pathLst>
          </a:custGeom>
          <a:blipFill rotWithShape="1">
            <a:blip r:embed="rId3">
              <a:alphaModFix/>
            </a:blip>
            <a:stretch>
              <a:fillRect b="0" l="0" r="0" t="0"/>
            </a:stretch>
          </a:blipFill>
          <a:ln>
            <a:noFill/>
          </a:ln>
        </p:spPr>
      </p:sp>
      <p:sp>
        <p:nvSpPr>
          <p:cNvPr id="264" name="Google Shape;264;p22"/>
          <p:cNvSpPr txBox="1"/>
          <p:nvPr/>
        </p:nvSpPr>
        <p:spPr>
          <a:xfrm>
            <a:off x="1028700" y="4143264"/>
            <a:ext cx="4530643" cy="3661410"/>
          </a:xfrm>
          <a:prstGeom prst="rect">
            <a:avLst/>
          </a:prstGeom>
          <a:noFill/>
          <a:ln>
            <a:noFill/>
          </a:ln>
        </p:spPr>
        <p:txBody>
          <a:bodyPr anchorCtr="0" anchor="t" bIns="0" lIns="0" spcFirstLastPara="1" rIns="0" wrap="square" tIns="0">
            <a:spAutoFit/>
          </a:bodyPr>
          <a:lstStyle/>
          <a:p>
            <a:pPr indent="0" lvl="0" marL="0" marR="0" rtl="0" algn="l">
              <a:lnSpc>
                <a:spcPct val="165040"/>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indent="0" lvl="0" marL="0" marR="0" rtl="0" algn="l">
              <a:lnSpc>
                <a:spcPct val="165040"/>
              </a:lnSpc>
              <a:spcBef>
                <a:spcPts val="0"/>
              </a:spcBef>
              <a:spcAft>
                <a:spcPts val="0"/>
              </a:spcAft>
              <a:buNone/>
            </a:pPr>
            <a:r>
              <a:t/>
            </a:r>
            <a:endParaRPr b="0" i="0" sz="1599" u="none" cap="none" strike="noStrike">
              <a:solidFill>
                <a:srgbClr val="004AAD"/>
              </a:solidFill>
              <a:latin typeface="Poppins"/>
              <a:ea typeface="Poppins"/>
              <a:cs typeface="Poppins"/>
              <a:sym typeface="Poppins"/>
            </a:endParaRPr>
          </a:p>
          <a:p>
            <a:pPr indent="0" lvl="0" marL="0" marR="0" rtl="0" algn="l">
              <a:lnSpc>
                <a:spcPct val="165040"/>
              </a:lnSpc>
              <a:spcBef>
                <a:spcPts val="0"/>
              </a:spcBef>
              <a:spcAft>
                <a:spcPts val="0"/>
              </a:spcAft>
              <a:buNone/>
            </a:pPr>
            <a:r>
              <a:rPr b="0" i="0" lang="en-US" sz="1599" u="none" cap="none" strike="noStrik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265" name="Google Shape;265;p22"/>
          <p:cNvSpPr txBox="1"/>
          <p:nvPr/>
        </p:nvSpPr>
        <p:spPr>
          <a:xfrm>
            <a:off x="1028700" y="2777601"/>
            <a:ext cx="4530643" cy="1138372"/>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LA PRODUCCIÓN INTERNACIONAL</a:t>
            </a:r>
            <a:endParaRPr/>
          </a:p>
        </p:txBody>
      </p:sp>
      <p:sp>
        <p:nvSpPr>
          <p:cNvPr id="266" name="Google Shape;266;p22"/>
          <p:cNvSpPr txBox="1"/>
          <p:nvPr/>
        </p:nvSpPr>
        <p:spPr>
          <a:xfrm>
            <a:off x="8045406" y="5623354"/>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Estudiar los datos</a:t>
            </a:r>
            <a:endParaRPr/>
          </a:p>
        </p:txBody>
      </p:sp>
      <p:sp>
        <p:nvSpPr>
          <p:cNvPr id="267" name="Google Shape;267;p22"/>
          <p:cNvSpPr txBox="1"/>
          <p:nvPr/>
        </p:nvSpPr>
        <p:spPr>
          <a:xfrm>
            <a:off x="8045406" y="6051668"/>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68" name="Google Shape;268;p22"/>
          <p:cNvSpPr txBox="1"/>
          <p:nvPr/>
        </p:nvSpPr>
        <p:spPr>
          <a:xfrm>
            <a:off x="8045406" y="1121453"/>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Investigaciones</a:t>
            </a:r>
            <a:endParaRPr/>
          </a:p>
        </p:txBody>
      </p:sp>
      <p:sp>
        <p:nvSpPr>
          <p:cNvPr id="269" name="Google Shape;269;p22"/>
          <p:cNvSpPr txBox="1"/>
          <p:nvPr/>
        </p:nvSpPr>
        <p:spPr>
          <a:xfrm>
            <a:off x="8045406" y="1554212"/>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0" name="Google Shape;270;p22"/>
          <p:cNvSpPr txBox="1"/>
          <p:nvPr/>
        </p:nvSpPr>
        <p:spPr>
          <a:xfrm>
            <a:off x="8045406" y="3376281"/>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Revisar publicaciones</a:t>
            </a:r>
            <a:endParaRPr/>
          </a:p>
        </p:txBody>
      </p:sp>
      <p:sp>
        <p:nvSpPr>
          <p:cNvPr id="271" name="Google Shape;271;p22"/>
          <p:cNvSpPr txBox="1"/>
          <p:nvPr/>
        </p:nvSpPr>
        <p:spPr>
          <a:xfrm>
            <a:off x="8045406" y="3804595"/>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2" name="Google Shape;272;p22"/>
          <p:cNvSpPr txBox="1"/>
          <p:nvPr/>
        </p:nvSpPr>
        <p:spPr>
          <a:xfrm>
            <a:off x="8045406" y="7870426"/>
            <a:ext cx="3805749" cy="27045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Aumentar la inversión</a:t>
            </a:r>
            <a:endParaRPr/>
          </a:p>
        </p:txBody>
      </p:sp>
      <p:sp>
        <p:nvSpPr>
          <p:cNvPr id="273" name="Google Shape;273;p22"/>
          <p:cNvSpPr txBox="1"/>
          <p:nvPr/>
        </p:nvSpPr>
        <p:spPr>
          <a:xfrm>
            <a:off x="8045406" y="8298740"/>
            <a:ext cx="3805749" cy="107621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274" name="Google Shape;274;p22"/>
          <p:cNvGrpSpPr/>
          <p:nvPr/>
        </p:nvGrpSpPr>
        <p:grpSpPr>
          <a:xfrm>
            <a:off x="0" y="5"/>
            <a:ext cx="2163413" cy="1886345"/>
            <a:chOff x="12784175" y="3675030"/>
            <a:chExt cx="2163413" cy="1886345"/>
          </a:xfrm>
        </p:grpSpPr>
        <p:sp>
          <p:nvSpPr>
            <p:cNvPr id="275" name="Google Shape;275;p22"/>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276" name="Google Shape;276;p22"/>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280" name="Shape 280"/>
        <p:cNvGrpSpPr/>
        <p:nvPr/>
      </p:nvGrpSpPr>
      <p:grpSpPr>
        <a:xfrm>
          <a:off x="0" y="0"/>
          <a:ext cx="0" cy="0"/>
          <a:chOff x="0" y="0"/>
          <a:chExt cx="0" cy="0"/>
        </a:xfrm>
      </p:grpSpPr>
      <p:grpSp>
        <p:nvGrpSpPr>
          <p:cNvPr id="281" name="Google Shape;281;p23"/>
          <p:cNvGrpSpPr/>
          <p:nvPr/>
        </p:nvGrpSpPr>
        <p:grpSpPr>
          <a:xfrm>
            <a:off x="8647101" y="1554020"/>
            <a:ext cx="1382928" cy="1389712"/>
            <a:chOff x="0" y="-9525"/>
            <a:chExt cx="963809" cy="968537"/>
          </a:xfrm>
        </p:grpSpPr>
        <p:sp>
          <p:nvSpPr>
            <p:cNvPr id="282" name="Google Shape;282;p23"/>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283" name="Google Shape;283;p23"/>
            <p:cNvSpPr txBox="1"/>
            <p:nvPr/>
          </p:nvSpPr>
          <p:spPr>
            <a:xfrm>
              <a:off x="0" y="-9525"/>
              <a:ext cx="963809" cy="968537"/>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1</a:t>
              </a:r>
              <a:endParaRPr/>
            </a:p>
          </p:txBody>
        </p:sp>
      </p:grpSp>
      <p:grpSp>
        <p:nvGrpSpPr>
          <p:cNvPr id="284" name="Google Shape;284;p23"/>
          <p:cNvGrpSpPr/>
          <p:nvPr/>
        </p:nvGrpSpPr>
        <p:grpSpPr>
          <a:xfrm>
            <a:off x="8647101" y="3546536"/>
            <a:ext cx="1382928" cy="1389712"/>
            <a:chOff x="0" y="-9525"/>
            <a:chExt cx="963809" cy="968537"/>
          </a:xfrm>
        </p:grpSpPr>
        <p:sp>
          <p:nvSpPr>
            <p:cNvPr id="285" name="Google Shape;285;p23"/>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286" name="Google Shape;286;p23"/>
            <p:cNvSpPr txBox="1"/>
            <p:nvPr/>
          </p:nvSpPr>
          <p:spPr>
            <a:xfrm>
              <a:off x="0" y="-9525"/>
              <a:ext cx="963809" cy="968537"/>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2</a:t>
              </a:r>
              <a:endParaRPr/>
            </a:p>
          </p:txBody>
        </p:sp>
      </p:grpSp>
      <p:grpSp>
        <p:nvGrpSpPr>
          <p:cNvPr id="287" name="Google Shape;287;p23"/>
          <p:cNvGrpSpPr/>
          <p:nvPr/>
        </p:nvGrpSpPr>
        <p:grpSpPr>
          <a:xfrm>
            <a:off x="8647101" y="5578255"/>
            <a:ext cx="1382928" cy="1389712"/>
            <a:chOff x="0" y="-9525"/>
            <a:chExt cx="963809" cy="968537"/>
          </a:xfrm>
        </p:grpSpPr>
        <p:sp>
          <p:nvSpPr>
            <p:cNvPr id="288" name="Google Shape;288;p23"/>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289" name="Google Shape;289;p23"/>
            <p:cNvSpPr txBox="1"/>
            <p:nvPr/>
          </p:nvSpPr>
          <p:spPr>
            <a:xfrm>
              <a:off x="0" y="-9525"/>
              <a:ext cx="963809" cy="968537"/>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3</a:t>
              </a:r>
              <a:endParaRPr/>
            </a:p>
          </p:txBody>
        </p:sp>
      </p:grpSp>
      <p:grpSp>
        <p:nvGrpSpPr>
          <p:cNvPr id="290" name="Google Shape;290;p23"/>
          <p:cNvGrpSpPr/>
          <p:nvPr/>
        </p:nvGrpSpPr>
        <p:grpSpPr>
          <a:xfrm>
            <a:off x="8647101" y="7564715"/>
            <a:ext cx="1382928" cy="1389712"/>
            <a:chOff x="0" y="-9525"/>
            <a:chExt cx="963809" cy="968537"/>
          </a:xfrm>
        </p:grpSpPr>
        <p:sp>
          <p:nvSpPr>
            <p:cNvPr id="291" name="Google Shape;291;p23"/>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292" name="Google Shape;292;p23"/>
            <p:cNvSpPr txBox="1"/>
            <p:nvPr/>
          </p:nvSpPr>
          <p:spPr>
            <a:xfrm>
              <a:off x="0" y="-9525"/>
              <a:ext cx="963809" cy="968537"/>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4</a:t>
              </a:r>
              <a:endParaRPr/>
            </a:p>
          </p:txBody>
        </p:sp>
      </p:grpSp>
      <p:sp>
        <p:nvSpPr>
          <p:cNvPr id="293" name="Google Shape;293;p23"/>
          <p:cNvSpPr/>
          <p:nvPr/>
        </p:nvSpPr>
        <p:spPr>
          <a:xfrm>
            <a:off x="-1518115" y="5138796"/>
            <a:ext cx="7760440" cy="6137802"/>
          </a:xfrm>
          <a:custGeom>
            <a:rect b="b" l="l" r="r" t="t"/>
            <a:pathLst>
              <a:path extrusionOk="0" h="6137802" w="7760440">
                <a:moveTo>
                  <a:pt x="0" y="0"/>
                </a:moveTo>
                <a:lnTo>
                  <a:pt x="7760439" y="0"/>
                </a:lnTo>
                <a:lnTo>
                  <a:pt x="7760439" y="6137802"/>
                </a:lnTo>
                <a:lnTo>
                  <a:pt x="0" y="6137802"/>
                </a:lnTo>
                <a:lnTo>
                  <a:pt x="0" y="0"/>
                </a:lnTo>
                <a:close/>
              </a:path>
            </a:pathLst>
          </a:custGeom>
          <a:blipFill rotWithShape="1">
            <a:blip r:embed="rId3">
              <a:alphaModFix/>
            </a:blip>
            <a:stretch>
              <a:fillRect b="0" l="0" r="0" t="0"/>
            </a:stretch>
          </a:blipFill>
          <a:ln>
            <a:noFill/>
          </a:ln>
        </p:spPr>
      </p:sp>
      <p:sp>
        <p:nvSpPr>
          <p:cNvPr id="294" name="Google Shape;294;p23"/>
          <p:cNvSpPr txBox="1"/>
          <p:nvPr/>
        </p:nvSpPr>
        <p:spPr>
          <a:xfrm>
            <a:off x="1344775" y="1981577"/>
            <a:ext cx="59895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CONCLUSIONES</a:t>
            </a:r>
            <a:endParaRPr/>
          </a:p>
        </p:txBody>
      </p:sp>
      <p:sp>
        <p:nvSpPr>
          <p:cNvPr id="295" name="Google Shape;295;p23"/>
          <p:cNvSpPr txBox="1"/>
          <p:nvPr/>
        </p:nvSpPr>
        <p:spPr>
          <a:xfrm>
            <a:off x="1344775" y="2768187"/>
            <a:ext cx="5989500" cy="1870800"/>
          </a:xfrm>
          <a:prstGeom prst="rect">
            <a:avLst/>
          </a:prstGeom>
          <a:noFill/>
          <a:ln>
            <a:noFill/>
          </a:ln>
        </p:spPr>
        <p:txBody>
          <a:bodyPr anchorCtr="0" anchor="t" bIns="0" lIns="0" spcFirstLastPara="1" rIns="0" wrap="square" tIns="0">
            <a:spAutoFit/>
          </a:bodyPr>
          <a:lstStyle/>
          <a:p>
            <a:pPr indent="0" lvl="0" marL="0" marR="0" rtl="0" algn="l">
              <a:lnSpc>
                <a:spcPct val="165040"/>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296" name="Google Shape;296;p23"/>
          <p:cNvGrpSpPr/>
          <p:nvPr/>
        </p:nvGrpSpPr>
        <p:grpSpPr>
          <a:xfrm>
            <a:off x="10393716" y="1549431"/>
            <a:ext cx="5989502" cy="1383482"/>
            <a:chOff x="0" y="-19050"/>
            <a:chExt cx="7986003" cy="1844642"/>
          </a:xfrm>
        </p:grpSpPr>
        <p:sp>
          <p:nvSpPr>
            <p:cNvPr id="297" name="Google Shape;297;p23"/>
            <p:cNvSpPr txBox="1"/>
            <p:nvPr/>
          </p:nvSpPr>
          <p:spPr>
            <a:xfrm>
              <a:off x="0" y="592446"/>
              <a:ext cx="7986003" cy="1233146"/>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98" name="Google Shape;298;p23"/>
            <p:cNvSpPr txBox="1"/>
            <p:nvPr/>
          </p:nvSpPr>
          <p:spPr>
            <a:xfrm>
              <a:off x="0" y="-19050"/>
              <a:ext cx="7986003" cy="505678"/>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Plantear los retos</a:t>
              </a:r>
              <a:endParaRPr/>
            </a:p>
          </p:txBody>
        </p:sp>
      </p:grpSp>
      <p:grpSp>
        <p:nvGrpSpPr>
          <p:cNvPr id="299" name="Google Shape;299;p23"/>
          <p:cNvGrpSpPr/>
          <p:nvPr/>
        </p:nvGrpSpPr>
        <p:grpSpPr>
          <a:xfrm>
            <a:off x="10393716" y="3438372"/>
            <a:ext cx="5989502" cy="1383482"/>
            <a:chOff x="0" y="-19050"/>
            <a:chExt cx="7986003" cy="1844642"/>
          </a:xfrm>
        </p:grpSpPr>
        <p:sp>
          <p:nvSpPr>
            <p:cNvPr id="300" name="Google Shape;300;p23"/>
            <p:cNvSpPr txBox="1"/>
            <p:nvPr/>
          </p:nvSpPr>
          <p:spPr>
            <a:xfrm>
              <a:off x="0" y="592446"/>
              <a:ext cx="7986003" cy="1233146"/>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1" name="Google Shape;301;p23"/>
            <p:cNvSpPr txBox="1"/>
            <p:nvPr/>
          </p:nvSpPr>
          <p:spPr>
            <a:xfrm>
              <a:off x="0" y="-19050"/>
              <a:ext cx="7986003" cy="505678"/>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Aportar datos</a:t>
              </a:r>
              <a:endParaRPr/>
            </a:p>
          </p:txBody>
        </p:sp>
      </p:grpSp>
      <p:grpSp>
        <p:nvGrpSpPr>
          <p:cNvPr id="302" name="Google Shape;302;p23"/>
          <p:cNvGrpSpPr/>
          <p:nvPr/>
        </p:nvGrpSpPr>
        <p:grpSpPr>
          <a:xfrm>
            <a:off x="10393716" y="5517713"/>
            <a:ext cx="5989502" cy="1383482"/>
            <a:chOff x="0" y="-19050"/>
            <a:chExt cx="7986003" cy="1844642"/>
          </a:xfrm>
        </p:grpSpPr>
        <p:sp>
          <p:nvSpPr>
            <p:cNvPr id="303" name="Google Shape;303;p23"/>
            <p:cNvSpPr txBox="1"/>
            <p:nvPr/>
          </p:nvSpPr>
          <p:spPr>
            <a:xfrm>
              <a:off x="0" y="592446"/>
              <a:ext cx="7986003" cy="1233146"/>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4" name="Google Shape;304;p23"/>
            <p:cNvSpPr txBox="1"/>
            <p:nvPr/>
          </p:nvSpPr>
          <p:spPr>
            <a:xfrm>
              <a:off x="0" y="-19050"/>
              <a:ext cx="7986003" cy="505678"/>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Ofrecer soluciones</a:t>
              </a:r>
              <a:endParaRPr/>
            </a:p>
          </p:txBody>
        </p:sp>
      </p:grpSp>
      <p:grpSp>
        <p:nvGrpSpPr>
          <p:cNvPr id="305" name="Google Shape;305;p23"/>
          <p:cNvGrpSpPr/>
          <p:nvPr/>
        </p:nvGrpSpPr>
        <p:grpSpPr>
          <a:xfrm>
            <a:off x="10393716" y="7508812"/>
            <a:ext cx="5989502" cy="1383482"/>
            <a:chOff x="0" y="-19050"/>
            <a:chExt cx="7986003" cy="1844642"/>
          </a:xfrm>
        </p:grpSpPr>
        <p:sp>
          <p:nvSpPr>
            <p:cNvPr id="306" name="Google Shape;306;p23"/>
            <p:cNvSpPr txBox="1"/>
            <p:nvPr/>
          </p:nvSpPr>
          <p:spPr>
            <a:xfrm>
              <a:off x="0" y="592446"/>
              <a:ext cx="7986003" cy="1233146"/>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7" name="Google Shape;307;p23"/>
            <p:cNvSpPr txBox="1"/>
            <p:nvPr/>
          </p:nvSpPr>
          <p:spPr>
            <a:xfrm>
              <a:off x="0" y="-19050"/>
              <a:ext cx="7986003" cy="505678"/>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Presentar conclusiones finales</a:t>
              </a:r>
              <a:endParaRPr/>
            </a:p>
          </p:txBody>
        </p:sp>
      </p:grpSp>
      <p:grpSp>
        <p:nvGrpSpPr>
          <p:cNvPr id="308" name="Google Shape;308;p23"/>
          <p:cNvGrpSpPr/>
          <p:nvPr/>
        </p:nvGrpSpPr>
        <p:grpSpPr>
          <a:xfrm>
            <a:off x="0" y="5"/>
            <a:ext cx="2163413" cy="1886345"/>
            <a:chOff x="12784175" y="3675030"/>
            <a:chExt cx="2163413" cy="1886345"/>
          </a:xfrm>
        </p:grpSpPr>
        <p:sp>
          <p:nvSpPr>
            <p:cNvPr id="309" name="Google Shape;309;p23"/>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310" name="Google Shape;310;p23"/>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314" name="Shape 314"/>
        <p:cNvGrpSpPr/>
        <p:nvPr/>
      </p:nvGrpSpPr>
      <p:grpSpPr>
        <a:xfrm>
          <a:off x="0" y="0"/>
          <a:ext cx="0" cy="0"/>
          <a:chOff x="0" y="0"/>
          <a:chExt cx="0" cy="0"/>
        </a:xfrm>
      </p:grpSpPr>
      <p:cxnSp>
        <p:nvCxnSpPr>
          <p:cNvPr id="315" name="Google Shape;315;p24"/>
          <p:cNvCxnSpPr/>
          <p:nvPr/>
        </p:nvCxnSpPr>
        <p:spPr>
          <a:xfrm>
            <a:off x="1323141" y="6632090"/>
            <a:ext cx="10708670" cy="39824"/>
          </a:xfrm>
          <a:prstGeom prst="straightConnector1">
            <a:avLst/>
          </a:prstGeom>
          <a:noFill/>
          <a:ln cap="rnd" cmpd="sng" w="114300">
            <a:solidFill>
              <a:srgbClr val="004AAD"/>
            </a:solidFill>
            <a:prstDash val="solid"/>
            <a:round/>
            <a:headEnd len="sm" w="sm" type="none"/>
            <a:tailEnd len="sm" w="sm" type="none"/>
          </a:ln>
        </p:spPr>
      </p:cxnSp>
      <p:grpSp>
        <p:nvGrpSpPr>
          <p:cNvPr id="316" name="Google Shape;316;p24"/>
          <p:cNvGrpSpPr/>
          <p:nvPr/>
        </p:nvGrpSpPr>
        <p:grpSpPr>
          <a:xfrm>
            <a:off x="1028700" y="6350660"/>
            <a:ext cx="588882" cy="595783"/>
            <a:chOff x="0" y="-9525"/>
            <a:chExt cx="812800" cy="822325"/>
          </a:xfrm>
        </p:grpSpPr>
        <p:sp>
          <p:nvSpPr>
            <p:cNvPr id="317" name="Google Shape;317;p24"/>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318" name="Google Shape;318;p24"/>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9" name="Google Shape;319;p24"/>
          <p:cNvGrpSpPr/>
          <p:nvPr/>
        </p:nvGrpSpPr>
        <p:grpSpPr>
          <a:xfrm>
            <a:off x="4596957" y="6350660"/>
            <a:ext cx="588882" cy="595783"/>
            <a:chOff x="0" y="-9525"/>
            <a:chExt cx="812800" cy="822325"/>
          </a:xfrm>
        </p:grpSpPr>
        <p:sp>
          <p:nvSpPr>
            <p:cNvPr id="320" name="Google Shape;320;p24"/>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321" name="Google Shape;321;p24"/>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22" name="Google Shape;322;p24"/>
          <p:cNvGrpSpPr/>
          <p:nvPr/>
        </p:nvGrpSpPr>
        <p:grpSpPr>
          <a:xfrm>
            <a:off x="8167163" y="6350660"/>
            <a:ext cx="588882" cy="595783"/>
            <a:chOff x="0" y="-9525"/>
            <a:chExt cx="812800" cy="822325"/>
          </a:xfrm>
        </p:grpSpPr>
        <p:sp>
          <p:nvSpPr>
            <p:cNvPr id="323" name="Google Shape;323;p24"/>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324" name="Google Shape;324;p24"/>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25" name="Google Shape;325;p24"/>
          <p:cNvGrpSpPr/>
          <p:nvPr/>
        </p:nvGrpSpPr>
        <p:grpSpPr>
          <a:xfrm>
            <a:off x="11737370" y="6350660"/>
            <a:ext cx="588882" cy="595783"/>
            <a:chOff x="0" y="-9525"/>
            <a:chExt cx="812800" cy="822325"/>
          </a:xfrm>
        </p:grpSpPr>
        <p:sp>
          <p:nvSpPr>
            <p:cNvPr id="326" name="Google Shape;326;p24"/>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327" name="Google Shape;327;p24"/>
            <p:cNvSpPr txBox="1"/>
            <p:nvPr/>
          </p:nvSpPr>
          <p:spPr>
            <a:xfrm>
              <a:off x="0" y="-9525"/>
              <a:ext cx="812800" cy="822325"/>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28" name="Google Shape;328;p24"/>
          <p:cNvSpPr/>
          <p:nvPr/>
        </p:nvSpPr>
        <p:spPr>
          <a:xfrm>
            <a:off x="10370660" y="-2590891"/>
            <a:ext cx="8665956" cy="6853983"/>
          </a:xfrm>
          <a:custGeom>
            <a:rect b="b" l="l" r="r" t="t"/>
            <a:pathLst>
              <a:path extrusionOk="0" h="6853983" w="8665956">
                <a:moveTo>
                  <a:pt x="0" y="0"/>
                </a:moveTo>
                <a:lnTo>
                  <a:pt x="8665955" y="0"/>
                </a:lnTo>
                <a:lnTo>
                  <a:pt x="8665955" y="6853983"/>
                </a:lnTo>
                <a:lnTo>
                  <a:pt x="0" y="6853983"/>
                </a:lnTo>
                <a:lnTo>
                  <a:pt x="0" y="0"/>
                </a:lnTo>
                <a:close/>
              </a:path>
            </a:pathLst>
          </a:custGeom>
          <a:blipFill rotWithShape="1">
            <a:blip r:embed="rId3">
              <a:alphaModFix/>
            </a:blip>
            <a:stretch>
              <a:fillRect b="0" l="0" r="0" t="0"/>
            </a:stretch>
          </a:blipFill>
          <a:ln>
            <a:noFill/>
          </a:ln>
        </p:spPr>
      </p:sp>
      <p:sp>
        <p:nvSpPr>
          <p:cNvPr id="329" name="Google Shape;329;p24"/>
          <p:cNvSpPr/>
          <p:nvPr/>
        </p:nvSpPr>
        <p:spPr>
          <a:xfrm>
            <a:off x="14347036" y="-201981"/>
            <a:ext cx="8665956" cy="6853983"/>
          </a:xfrm>
          <a:custGeom>
            <a:rect b="b" l="l" r="r" t="t"/>
            <a:pathLst>
              <a:path extrusionOk="0" h="6853983" w="8665956">
                <a:moveTo>
                  <a:pt x="0" y="0"/>
                </a:moveTo>
                <a:lnTo>
                  <a:pt x="8665956" y="0"/>
                </a:lnTo>
                <a:lnTo>
                  <a:pt x="8665956" y="6853983"/>
                </a:lnTo>
                <a:lnTo>
                  <a:pt x="0" y="6853983"/>
                </a:lnTo>
                <a:lnTo>
                  <a:pt x="0" y="0"/>
                </a:lnTo>
                <a:close/>
              </a:path>
            </a:pathLst>
          </a:custGeom>
          <a:blipFill rotWithShape="1">
            <a:blip r:embed="rId3">
              <a:alphaModFix/>
            </a:blip>
            <a:stretch>
              <a:fillRect b="0" l="0" r="0" t="0"/>
            </a:stretch>
          </a:blipFill>
          <a:ln>
            <a:noFill/>
          </a:ln>
        </p:spPr>
      </p:sp>
      <p:sp>
        <p:nvSpPr>
          <p:cNvPr id="330" name="Google Shape;330;p24"/>
          <p:cNvSpPr txBox="1"/>
          <p:nvPr/>
        </p:nvSpPr>
        <p:spPr>
          <a:xfrm>
            <a:off x="11737370" y="5490035"/>
            <a:ext cx="2910453" cy="285723"/>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4</a:t>
            </a:r>
            <a:endParaRPr/>
          </a:p>
        </p:txBody>
      </p:sp>
      <p:sp>
        <p:nvSpPr>
          <p:cNvPr id="331" name="Google Shape;331;p24"/>
          <p:cNvSpPr txBox="1"/>
          <p:nvPr/>
        </p:nvSpPr>
        <p:spPr>
          <a:xfrm>
            <a:off x="1028700" y="5772797"/>
            <a:ext cx="2910453" cy="318757"/>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sp>
        <p:nvSpPr>
          <p:cNvPr id="332" name="Google Shape;332;p24"/>
          <p:cNvSpPr txBox="1"/>
          <p:nvPr/>
        </p:nvSpPr>
        <p:spPr>
          <a:xfrm>
            <a:off x="4596957" y="5772797"/>
            <a:ext cx="2910453" cy="318757"/>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sp>
        <p:nvSpPr>
          <p:cNvPr id="333" name="Google Shape;333;p24"/>
          <p:cNvSpPr txBox="1"/>
          <p:nvPr/>
        </p:nvSpPr>
        <p:spPr>
          <a:xfrm>
            <a:off x="8164635" y="5772797"/>
            <a:ext cx="2910453" cy="318757"/>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sp>
        <p:nvSpPr>
          <p:cNvPr id="334" name="Google Shape;334;p24"/>
          <p:cNvSpPr txBox="1"/>
          <p:nvPr/>
        </p:nvSpPr>
        <p:spPr>
          <a:xfrm>
            <a:off x="11737370" y="5772797"/>
            <a:ext cx="2910453" cy="318757"/>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grpSp>
        <p:nvGrpSpPr>
          <p:cNvPr id="335" name="Google Shape;335;p24"/>
          <p:cNvGrpSpPr/>
          <p:nvPr/>
        </p:nvGrpSpPr>
        <p:grpSpPr>
          <a:xfrm>
            <a:off x="1028700" y="7213143"/>
            <a:ext cx="2910453" cy="2045157"/>
            <a:chOff x="0" y="0"/>
            <a:chExt cx="3880604" cy="2726877"/>
          </a:xfrm>
        </p:grpSpPr>
        <p:sp>
          <p:nvSpPr>
            <p:cNvPr id="336" name="Google Shape;336;p24"/>
            <p:cNvSpPr txBox="1"/>
            <p:nvPr/>
          </p:nvSpPr>
          <p:spPr>
            <a:xfrm>
              <a:off x="0" y="1076026"/>
              <a:ext cx="3880604" cy="1650851"/>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37" name="Google Shape;337;p24"/>
            <p:cNvSpPr txBox="1"/>
            <p:nvPr/>
          </p:nvSpPr>
          <p:spPr>
            <a:xfrm>
              <a:off x="0" y="0"/>
              <a:ext cx="3880604" cy="929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Buscar asesoría financiera</a:t>
              </a:r>
              <a:endParaRPr/>
            </a:p>
          </p:txBody>
        </p:sp>
      </p:grpSp>
      <p:sp>
        <p:nvSpPr>
          <p:cNvPr id="338" name="Google Shape;338;p24"/>
          <p:cNvSpPr txBox="1"/>
          <p:nvPr/>
        </p:nvSpPr>
        <p:spPr>
          <a:xfrm>
            <a:off x="1028700" y="5490035"/>
            <a:ext cx="2910453" cy="285723"/>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1</a:t>
            </a:r>
            <a:endParaRPr/>
          </a:p>
        </p:txBody>
      </p:sp>
      <p:sp>
        <p:nvSpPr>
          <p:cNvPr id="339" name="Google Shape;339;p24"/>
          <p:cNvSpPr txBox="1"/>
          <p:nvPr/>
        </p:nvSpPr>
        <p:spPr>
          <a:xfrm>
            <a:off x="4596957" y="5490035"/>
            <a:ext cx="2910453" cy="285723"/>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2</a:t>
            </a:r>
            <a:endParaRPr/>
          </a:p>
        </p:txBody>
      </p:sp>
      <p:sp>
        <p:nvSpPr>
          <p:cNvPr id="340" name="Google Shape;340;p24"/>
          <p:cNvSpPr txBox="1"/>
          <p:nvPr/>
        </p:nvSpPr>
        <p:spPr>
          <a:xfrm>
            <a:off x="8164635" y="5490035"/>
            <a:ext cx="2910453" cy="285723"/>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3</a:t>
            </a:r>
            <a:endParaRPr/>
          </a:p>
        </p:txBody>
      </p:sp>
      <p:grpSp>
        <p:nvGrpSpPr>
          <p:cNvPr id="341" name="Google Shape;341;p24"/>
          <p:cNvGrpSpPr/>
          <p:nvPr/>
        </p:nvGrpSpPr>
        <p:grpSpPr>
          <a:xfrm>
            <a:off x="4596957" y="7213143"/>
            <a:ext cx="2910453" cy="2045157"/>
            <a:chOff x="0" y="0"/>
            <a:chExt cx="3880604" cy="2726877"/>
          </a:xfrm>
        </p:grpSpPr>
        <p:sp>
          <p:nvSpPr>
            <p:cNvPr id="342" name="Google Shape;342;p24"/>
            <p:cNvSpPr txBox="1"/>
            <p:nvPr/>
          </p:nvSpPr>
          <p:spPr>
            <a:xfrm>
              <a:off x="0" y="1076026"/>
              <a:ext cx="3880604" cy="1650851"/>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3" name="Google Shape;343;p24"/>
            <p:cNvSpPr txBox="1"/>
            <p:nvPr/>
          </p:nvSpPr>
          <p:spPr>
            <a:xfrm>
              <a:off x="0" y="0"/>
              <a:ext cx="3880604" cy="929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Iniciar los planes de proyecto.</a:t>
              </a:r>
              <a:endParaRPr/>
            </a:p>
          </p:txBody>
        </p:sp>
      </p:grpSp>
      <p:grpSp>
        <p:nvGrpSpPr>
          <p:cNvPr id="344" name="Google Shape;344;p24"/>
          <p:cNvGrpSpPr/>
          <p:nvPr/>
        </p:nvGrpSpPr>
        <p:grpSpPr>
          <a:xfrm>
            <a:off x="8167163" y="7213143"/>
            <a:ext cx="2910453" cy="2045157"/>
            <a:chOff x="0" y="0"/>
            <a:chExt cx="3880604" cy="2726877"/>
          </a:xfrm>
        </p:grpSpPr>
        <p:sp>
          <p:nvSpPr>
            <p:cNvPr id="345" name="Google Shape;345;p24"/>
            <p:cNvSpPr txBox="1"/>
            <p:nvPr/>
          </p:nvSpPr>
          <p:spPr>
            <a:xfrm>
              <a:off x="0" y="1076026"/>
              <a:ext cx="3880604" cy="1650851"/>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6" name="Google Shape;346;p24"/>
            <p:cNvSpPr txBox="1"/>
            <p:nvPr/>
          </p:nvSpPr>
          <p:spPr>
            <a:xfrm>
              <a:off x="0" y="0"/>
              <a:ext cx="3880604" cy="929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Definir las tareas a realizar.</a:t>
              </a:r>
              <a:endParaRPr/>
            </a:p>
          </p:txBody>
        </p:sp>
      </p:grpSp>
      <p:grpSp>
        <p:nvGrpSpPr>
          <p:cNvPr id="347" name="Google Shape;347;p24"/>
          <p:cNvGrpSpPr/>
          <p:nvPr/>
        </p:nvGrpSpPr>
        <p:grpSpPr>
          <a:xfrm>
            <a:off x="11737370" y="7213143"/>
            <a:ext cx="2910453" cy="2045157"/>
            <a:chOff x="0" y="0"/>
            <a:chExt cx="3880604" cy="2726877"/>
          </a:xfrm>
        </p:grpSpPr>
        <p:sp>
          <p:nvSpPr>
            <p:cNvPr id="348" name="Google Shape;348;p24"/>
            <p:cNvSpPr txBox="1"/>
            <p:nvPr/>
          </p:nvSpPr>
          <p:spPr>
            <a:xfrm>
              <a:off x="0" y="1076026"/>
              <a:ext cx="3880604" cy="1650851"/>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9" name="Google Shape;349;p24"/>
            <p:cNvSpPr txBox="1"/>
            <p:nvPr/>
          </p:nvSpPr>
          <p:spPr>
            <a:xfrm>
              <a:off x="0" y="0"/>
              <a:ext cx="3880604" cy="929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Analizar las estadísticas.</a:t>
              </a:r>
              <a:endParaRPr/>
            </a:p>
          </p:txBody>
        </p:sp>
      </p:grpSp>
      <p:sp>
        <p:nvSpPr>
          <p:cNvPr id="350" name="Google Shape;350;p24"/>
          <p:cNvSpPr txBox="1"/>
          <p:nvPr/>
        </p:nvSpPr>
        <p:spPr>
          <a:xfrm>
            <a:off x="1028700" y="4286710"/>
            <a:ext cx="9341960" cy="585949"/>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FASES DEL PROYECTO</a:t>
            </a:r>
            <a:endParaRPr/>
          </a:p>
        </p:txBody>
      </p:sp>
      <p:sp>
        <p:nvSpPr>
          <p:cNvPr id="351" name="Google Shape;351;p24"/>
          <p:cNvSpPr/>
          <p:nvPr/>
        </p:nvSpPr>
        <p:spPr>
          <a:xfrm>
            <a:off x="7931641" y="1306811"/>
            <a:ext cx="3145976" cy="2751299"/>
          </a:xfrm>
          <a:custGeom>
            <a:rect b="b" l="l" r="r" t="t"/>
            <a:pathLst>
              <a:path extrusionOk="0" h="2751299" w="3145976">
                <a:moveTo>
                  <a:pt x="0" y="0"/>
                </a:moveTo>
                <a:lnTo>
                  <a:pt x="3145976" y="0"/>
                </a:lnTo>
                <a:lnTo>
                  <a:pt x="3145976" y="2751299"/>
                </a:lnTo>
                <a:lnTo>
                  <a:pt x="0" y="2751299"/>
                </a:lnTo>
                <a:lnTo>
                  <a:pt x="0" y="0"/>
                </a:lnTo>
                <a:close/>
              </a:path>
            </a:pathLst>
          </a:custGeom>
          <a:blipFill rotWithShape="1">
            <a:blip r:embed="rId4">
              <a:alphaModFix/>
            </a:blip>
            <a:stretch>
              <a:fillRect b="0" l="0" r="0" t="0"/>
            </a:stretch>
          </a:blipFill>
          <a:ln>
            <a:noFill/>
          </a:ln>
        </p:spPr>
      </p:sp>
      <p:sp>
        <p:nvSpPr>
          <p:cNvPr id="352" name="Google Shape;352;p24"/>
          <p:cNvSpPr/>
          <p:nvPr/>
        </p:nvSpPr>
        <p:spPr>
          <a:xfrm flipH="1">
            <a:off x="2483927" y="-539549"/>
            <a:ext cx="3145976" cy="2751299"/>
          </a:xfrm>
          <a:custGeom>
            <a:rect b="b" l="l" r="r" t="t"/>
            <a:pathLst>
              <a:path extrusionOk="0" h="2751299" w="3145976">
                <a:moveTo>
                  <a:pt x="3145975" y="0"/>
                </a:moveTo>
                <a:lnTo>
                  <a:pt x="0" y="0"/>
                </a:lnTo>
                <a:lnTo>
                  <a:pt x="0" y="2751299"/>
                </a:lnTo>
                <a:lnTo>
                  <a:pt x="3145975" y="2751299"/>
                </a:lnTo>
                <a:lnTo>
                  <a:pt x="3145975" y="0"/>
                </a:lnTo>
                <a:close/>
              </a:path>
            </a:pathLst>
          </a:custGeom>
          <a:blipFill rotWithShape="1">
            <a:blip r:embed="rId4">
              <a:alphaModFix/>
            </a:blip>
            <a:stretch>
              <a:fillRect b="0" l="0" r="0" t="0"/>
            </a:stretch>
          </a:blipFill>
          <a:ln>
            <a:noFill/>
          </a:ln>
        </p:spPr>
      </p:sp>
      <p:grpSp>
        <p:nvGrpSpPr>
          <p:cNvPr id="353" name="Google Shape;353;p24"/>
          <p:cNvGrpSpPr/>
          <p:nvPr/>
        </p:nvGrpSpPr>
        <p:grpSpPr>
          <a:xfrm>
            <a:off x="16124575" y="8400655"/>
            <a:ext cx="2163413" cy="1886345"/>
            <a:chOff x="12784175" y="3675030"/>
            <a:chExt cx="2163413" cy="1886345"/>
          </a:xfrm>
        </p:grpSpPr>
        <p:sp>
          <p:nvSpPr>
            <p:cNvPr id="354" name="Google Shape;354;p24"/>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355" name="Google Shape;355;p24"/>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359" name="Shape 359"/>
        <p:cNvGrpSpPr/>
        <p:nvPr/>
      </p:nvGrpSpPr>
      <p:grpSpPr>
        <a:xfrm>
          <a:off x="0" y="0"/>
          <a:ext cx="0" cy="0"/>
          <a:chOff x="0" y="0"/>
          <a:chExt cx="0" cy="0"/>
        </a:xfrm>
      </p:grpSpPr>
      <p:sp>
        <p:nvSpPr>
          <p:cNvPr id="360" name="Google Shape;360;p25"/>
          <p:cNvSpPr/>
          <p:nvPr/>
        </p:nvSpPr>
        <p:spPr>
          <a:xfrm>
            <a:off x="6823996" y="-3477327"/>
            <a:ext cx="7914105" cy="7611930"/>
          </a:xfrm>
          <a:custGeom>
            <a:rect b="b" l="l" r="r" t="t"/>
            <a:pathLst>
              <a:path extrusionOk="0" h="7611930" w="7914105">
                <a:moveTo>
                  <a:pt x="0" y="0"/>
                </a:moveTo>
                <a:lnTo>
                  <a:pt x="7914105" y="0"/>
                </a:lnTo>
                <a:lnTo>
                  <a:pt x="7914105" y="7611930"/>
                </a:lnTo>
                <a:lnTo>
                  <a:pt x="0" y="7611930"/>
                </a:lnTo>
                <a:lnTo>
                  <a:pt x="0" y="0"/>
                </a:lnTo>
                <a:close/>
              </a:path>
            </a:pathLst>
          </a:custGeom>
          <a:blipFill rotWithShape="1">
            <a:blip r:embed="rId3">
              <a:alphaModFix/>
            </a:blip>
            <a:stretch>
              <a:fillRect b="0" l="0" r="0" t="0"/>
            </a:stretch>
          </a:blipFill>
          <a:ln>
            <a:noFill/>
          </a:ln>
        </p:spPr>
      </p:sp>
      <p:sp>
        <p:nvSpPr>
          <p:cNvPr id="361" name="Google Shape;361;p25"/>
          <p:cNvSpPr/>
          <p:nvPr/>
        </p:nvSpPr>
        <p:spPr>
          <a:xfrm>
            <a:off x="10309874" y="-1562553"/>
            <a:ext cx="10934855" cy="8648476"/>
          </a:xfrm>
          <a:custGeom>
            <a:rect b="b" l="l" r="r" t="t"/>
            <a:pathLst>
              <a:path extrusionOk="0" h="8648476" w="10934855">
                <a:moveTo>
                  <a:pt x="0" y="0"/>
                </a:moveTo>
                <a:lnTo>
                  <a:pt x="10934856" y="0"/>
                </a:lnTo>
                <a:lnTo>
                  <a:pt x="10934856" y="8648477"/>
                </a:lnTo>
                <a:lnTo>
                  <a:pt x="0" y="8648477"/>
                </a:lnTo>
                <a:lnTo>
                  <a:pt x="0" y="0"/>
                </a:lnTo>
                <a:close/>
              </a:path>
            </a:pathLst>
          </a:custGeom>
          <a:blipFill rotWithShape="1">
            <a:blip r:embed="rId4">
              <a:alphaModFix/>
            </a:blip>
            <a:stretch>
              <a:fillRect b="0" l="0" r="0" t="0"/>
            </a:stretch>
          </a:blipFill>
          <a:ln>
            <a:noFill/>
          </a:ln>
        </p:spPr>
      </p:sp>
      <p:sp>
        <p:nvSpPr>
          <p:cNvPr id="362" name="Google Shape;362;p25"/>
          <p:cNvSpPr/>
          <p:nvPr/>
        </p:nvSpPr>
        <p:spPr>
          <a:xfrm>
            <a:off x="15368972" y="1362523"/>
            <a:ext cx="10934855" cy="8648476"/>
          </a:xfrm>
          <a:custGeom>
            <a:rect b="b" l="l" r="r" t="t"/>
            <a:pathLst>
              <a:path extrusionOk="0" h="8648476" w="10934855">
                <a:moveTo>
                  <a:pt x="0" y="0"/>
                </a:moveTo>
                <a:lnTo>
                  <a:pt x="10934855" y="0"/>
                </a:lnTo>
                <a:lnTo>
                  <a:pt x="10934855" y="8648477"/>
                </a:lnTo>
                <a:lnTo>
                  <a:pt x="0" y="8648477"/>
                </a:lnTo>
                <a:lnTo>
                  <a:pt x="0" y="0"/>
                </a:lnTo>
                <a:close/>
              </a:path>
            </a:pathLst>
          </a:custGeom>
          <a:blipFill rotWithShape="1">
            <a:blip r:embed="rId4">
              <a:alphaModFix/>
            </a:blip>
            <a:stretch>
              <a:fillRect b="0" l="0" r="0" t="0"/>
            </a:stretch>
          </a:blipFill>
          <a:ln>
            <a:noFill/>
          </a:ln>
        </p:spPr>
      </p:sp>
      <p:sp>
        <p:nvSpPr>
          <p:cNvPr id="363" name="Google Shape;363;p25"/>
          <p:cNvSpPr/>
          <p:nvPr/>
        </p:nvSpPr>
        <p:spPr>
          <a:xfrm flipH="1">
            <a:off x="8614805" y="4356620"/>
            <a:ext cx="4705073" cy="4114800"/>
          </a:xfrm>
          <a:custGeom>
            <a:rect b="b" l="l" r="r" t="t"/>
            <a:pathLst>
              <a:path extrusionOk="0" h="4114800" w="4705073">
                <a:moveTo>
                  <a:pt x="4705073" y="0"/>
                </a:moveTo>
                <a:lnTo>
                  <a:pt x="0" y="0"/>
                </a:lnTo>
                <a:lnTo>
                  <a:pt x="0" y="4114800"/>
                </a:lnTo>
                <a:lnTo>
                  <a:pt x="4705073" y="4114800"/>
                </a:lnTo>
                <a:lnTo>
                  <a:pt x="4705073" y="0"/>
                </a:lnTo>
                <a:close/>
              </a:path>
            </a:pathLst>
          </a:custGeom>
          <a:blipFill rotWithShape="1">
            <a:blip r:embed="rId5">
              <a:alphaModFix/>
            </a:blip>
            <a:stretch>
              <a:fillRect b="0" l="0" r="0" t="0"/>
            </a:stretch>
          </a:blipFill>
          <a:ln>
            <a:noFill/>
          </a:ln>
        </p:spPr>
      </p:sp>
      <p:sp>
        <p:nvSpPr>
          <p:cNvPr id="364" name="Google Shape;364;p25"/>
          <p:cNvSpPr/>
          <p:nvPr/>
        </p:nvSpPr>
        <p:spPr>
          <a:xfrm flipH="1">
            <a:off x="10231751" y="5329649"/>
            <a:ext cx="4705073" cy="4114800"/>
          </a:xfrm>
          <a:custGeom>
            <a:rect b="b" l="l" r="r" t="t"/>
            <a:pathLst>
              <a:path extrusionOk="0" h="4114800" w="4705073">
                <a:moveTo>
                  <a:pt x="4705072" y="0"/>
                </a:moveTo>
                <a:lnTo>
                  <a:pt x="0" y="0"/>
                </a:lnTo>
                <a:lnTo>
                  <a:pt x="0" y="4114800"/>
                </a:lnTo>
                <a:lnTo>
                  <a:pt x="4705072" y="4114800"/>
                </a:lnTo>
                <a:lnTo>
                  <a:pt x="4705072" y="0"/>
                </a:lnTo>
                <a:close/>
              </a:path>
            </a:pathLst>
          </a:custGeom>
          <a:blipFill rotWithShape="1">
            <a:blip r:embed="rId5">
              <a:alphaModFix/>
            </a:blip>
            <a:stretch>
              <a:fillRect b="0" l="0" r="0" t="0"/>
            </a:stretch>
          </a:blipFill>
          <a:ln>
            <a:noFill/>
          </a:ln>
        </p:spPr>
      </p:sp>
      <p:sp>
        <p:nvSpPr>
          <p:cNvPr id="365" name="Google Shape;365;p25"/>
          <p:cNvSpPr/>
          <p:nvPr/>
        </p:nvSpPr>
        <p:spPr>
          <a:xfrm>
            <a:off x="14711886" y="7556255"/>
            <a:ext cx="2130831" cy="2057221"/>
          </a:xfrm>
          <a:custGeom>
            <a:rect b="b" l="l" r="r" t="t"/>
            <a:pathLst>
              <a:path extrusionOk="0" h="2057221" w="2130831">
                <a:moveTo>
                  <a:pt x="0" y="0"/>
                </a:moveTo>
                <a:lnTo>
                  <a:pt x="2130832" y="0"/>
                </a:lnTo>
                <a:lnTo>
                  <a:pt x="2130832" y="2057221"/>
                </a:lnTo>
                <a:lnTo>
                  <a:pt x="0" y="2057221"/>
                </a:lnTo>
                <a:lnTo>
                  <a:pt x="0" y="0"/>
                </a:lnTo>
                <a:close/>
              </a:path>
            </a:pathLst>
          </a:custGeom>
          <a:blipFill rotWithShape="1">
            <a:blip r:embed="rId6">
              <a:alphaModFix/>
            </a:blip>
            <a:stretch>
              <a:fillRect b="0" l="0" r="0" t="0"/>
            </a:stretch>
          </a:blipFill>
          <a:ln>
            <a:noFill/>
          </a:ln>
        </p:spPr>
      </p:sp>
      <p:sp>
        <p:nvSpPr>
          <p:cNvPr id="366" name="Google Shape;366;p25"/>
          <p:cNvSpPr txBox="1"/>
          <p:nvPr/>
        </p:nvSpPr>
        <p:spPr>
          <a:xfrm>
            <a:off x="1124999" y="1286323"/>
            <a:ext cx="4639200" cy="2154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t/>
            </a:r>
            <a:endParaRPr/>
          </a:p>
        </p:txBody>
      </p:sp>
      <p:sp>
        <p:nvSpPr>
          <p:cNvPr id="367" name="Google Shape;367;p25"/>
          <p:cNvSpPr txBox="1"/>
          <p:nvPr/>
        </p:nvSpPr>
        <p:spPr>
          <a:xfrm>
            <a:off x="1041449" y="5799800"/>
            <a:ext cx="7061100" cy="369300"/>
          </a:xfrm>
          <a:prstGeom prst="rect">
            <a:avLst/>
          </a:prstGeom>
          <a:noFill/>
          <a:ln>
            <a:noFill/>
          </a:ln>
        </p:spPr>
        <p:txBody>
          <a:bodyPr anchorCtr="0" anchor="t" bIns="0" lIns="0" spcFirstLastPara="1" rIns="0" wrap="square" tIns="0">
            <a:spAutoFit/>
          </a:bodyPr>
          <a:lstStyle/>
          <a:p>
            <a:pPr indent="0" lvl="0" marL="0" marR="0" rtl="0" algn="l">
              <a:lnSpc>
                <a:spcPct val="139958"/>
              </a:lnSpc>
              <a:spcBef>
                <a:spcPts val="0"/>
              </a:spcBef>
              <a:spcAft>
                <a:spcPts val="0"/>
              </a:spcAft>
              <a:buNone/>
            </a:pPr>
            <a:r>
              <a:rPr lang="en-US" sz="2400">
                <a:solidFill>
                  <a:srgbClr val="004AAD"/>
                </a:solidFill>
                <a:latin typeface="Poppins"/>
                <a:ea typeface="Poppins"/>
                <a:cs typeface="Poppins"/>
                <a:sym typeface="Poppins"/>
              </a:rPr>
              <a:t>Analysis</a:t>
            </a:r>
            <a:r>
              <a:rPr b="0" i="0" lang="en-US" sz="2400" u="none" cap="none" strike="noStrike">
                <a:solidFill>
                  <a:srgbClr val="004AAD"/>
                </a:solidFill>
                <a:latin typeface="Poppins"/>
                <a:ea typeface="Poppins"/>
                <a:cs typeface="Poppins"/>
                <a:sym typeface="Poppins"/>
              </a:rPr>
              <a:t> y propuestas </a:t>
            </a:r>
            <a:r>
              <a:rPr lang="en-US" sz="2400">
                <a:solidFill>
                  <a:srgbClr val="004AAD"/>
                </a:solidFill>
                <a:latin typeface="Poppins"/>
                <a:ea typeface="Poppins"/>
                <a:cs typeface="Poppins"/>
                <a:sym typeface="Poppins"/>
              </a:rPr>
              <a:t>desde RRHH</a:t>
            </a:r>
            <a:endParaRPr/>
          </a:p>
        </p:txBody>
      </p:sp>
      <p:sp>
        <p:nvSpPr>
          <p:cNvPr id="368" name="Google Shape;368;p25"/>
          <p:cNvSpPr txBox="1"/>
          <p:nvPr/>
        </p:nvSpPr>
        <p:spPr>
          <a:xfrm>
            <a:off x="1124999" y="8618274"/>
            <a:ext cx="4302000" cy="2772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None/>
            </a:pPr>
            <a:r>
              <a:rPr b="1" i="0" lang="en-US" sz="1800" u="none" cap="none" strike="noStrike">
                <a:solidFill>
                  <a:srgbClr val="004AAD"/>
                </a:solidFill>
                <a:latin typeface="Poppins"/>
                <a:ea typeface="Poppins"/>
                <a:cs typeface="Poppins"/>
                <a:sym typeface="Poppins"/>
              </a:rPr>
              <a:t>P</a:t>
            </a:r>
            <a:r>
              <a:rPr b="1" lang="en-US" sz="1800">
                <a:solidFill>
                  <a:srgbClr val="004AAD"/>
                </a:solidFill>
                <a:latin typeface="Poppins"/>
                <a:ea typeface="Poppins"/>
                <a:cs typeface="Poppins"/>
                <a:sym typeface="Poppins"/>
              </a:rPr>
              <a:t>or Ana C. &amp; Andrea C.</a:t>
            </a:r>
            <a:endParaRPr/>
          </a:p>
        </p:txBody>
      </p:sp>
      <p:sp>
        <p:nvSpPr>
          <p:cNvPr id="369" name="Google Shape;369;p25"/>
          <p:cNvSpPr txBox="1"/>
          <p:nvPr/>
        </p:nvSpPr>
        <p:spPr>
          <a:xfrm>
            <a:off x="1125000" y="3325625"/>
            <a:ext cx="8269200" cy="1948800"/>
          </a:xfrm>
          <a:prstGeom prst="rect">
            <a:avLst/>
          </a:prstGeom>
          <a:noFill/>
          <a:ln>
            <a:noFill/>
          </a:ln>
        </p:spPr>
        <p:txBody>
          <a:bodyPr anchorCtr="0" anchor="t" bIns="0" lIns="0" spcFirstLastPara="1" rIns="0" wrap="square" tIns="0">
            <a:spAutoFit/>
          </a:bodyPr>
          <a:lstStyle/>
          <a:p>
            <a:pPr indent="0" lvl="0" marL="0" marR="0" rtl="0" algn="l">
              <a:lnSpc>
                <a:spcPct val="111000"/>
              </a:lnSpc>
              <a:spcBef>
                <a:spcPts val="0"/>
              </a:spcBef>
              <a:spcAft>
                <a:spcPts val="0"/>
              </a:spcAft>
              <a:buNone/>
            </a:pPr>
            <a:r>
              <a:rPr b="1" lang="en-US" sz="6000">
                <a:solidFill>
                  <a:srgbClr val="004AAD"/>
                </a:solidFill>
                <a:latin typeface="Poppins"/>
                <a:ea typeface="Poppins"/>
                <a:cs typeface="Poppins"/>
                <a:sym typeface="Poppins"/>
              </a:rPr>
              <a:t>Ausentismo y Bienestar Laboral</a:t>
            </a:r>
            <a:endParaRPr/>
          </a:p>
        </p:txBody>
      </p:sp>
      <p:grpSp>
        <p:nvGrpSpPr>
          <p:cNvPr id="370" name="Google Shape;370;p25"/>
          <p:cNvGrpSpPr/>
          <p:nvPr/>
        </p:nvGrpSpPr>
        <p:grpSpPr>
          <a:xfrm>
            <a:off x="0" y="-8"/>
            <a:ext cx="2163413" cy="1886345"/>
            <a:chOff x="12784175" y="3675030"/>
            <a:chExt cx="2163413" cy="1886345"/>
          </a:xfrm>
        </p:grpSpPr>
        <p:sp>
          <p:nvSpPr>
            <p:cNvPr id="371" name="Google Shape;371;p25"/>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372" name="Google Shape;372;p25"/>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7">
                <a:alphaModFix/>
              </a:blip>
              <a:stretch>
                <a:fillRect b="0" l="0" r="0" t="0"/>
              </a:stretch>
            </a:blipFill>
            <a:ln>
              <a:noFill/>
            </a:ln>
          </p:spPr>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376" name="Shape 376"/>
        <p:cNvGrpSpPr/>
        <p:nvPr/>
      </p:nvGrpSpPr>
      <p:grpSpPr>
        <a:xfrm>
          <a:off x="0" y="0"/>
          <a:ext cx="0" cy="0"/>
          <a:chOff x="0" y="0"/>
          <a:chExt cx="0" cy="0"/>
        </a:xfrm>
      </p:grpSpPr>
      <p:sp>
        <p:nvSpPr>
          <p:cNvPr id="377" name="Google Shape;377;p26"/>
          <p:cNvSpPr/>
          <p:nvPr/>
        </p:nvSpPr>
        <p:spPr>
          <a:xfrm flipH="1">
            <a:off x="8337708" y="6159177"/>
            <a:ext cx="8390595" cy="6559919"/>
          </a:xfrm>
          <a:custGeom>
            <a:rect b="b" l="l" r="r" t="t"/>
            <a:pathLst>
              <a:path extrusionOk="0" h="6559919" w="8390595">
                <a:moveTo>
                  <a:pt x="8390594" y="0"/>
                </a:moveTo>
                <a:lnTo>
                  <a:pt x="0" y="0"/>
                </a:lnTo>
                <a:lnTo>
                  <a:pt x="0" y="6559919"/>
                </a:lnTo>
                <a:lnTo>
                  <a:pt x="8390594" y="6559919"/>
                </a:lnTo>
                <a:lnTo>
                  <a:pt x="8390594" y="0"/>
                </a:lnTo>
                <a:close/>
              </a:path>
            </a:pathLst>
          </a:custGeom>
          <a:blipFill rotWithShape="1">
            <a:blip r:embed="rId3">
              <a:alphaModFix/>
            </a:blip>
            <a:stretch>
              <a:fillRect b="0" l="0" r="0" t="0"/>
            </a:stretch>
          </a:blipFill>
          <a:ln>
            <a:noFill/>
          </a:ln>
        </p:spPr>
      </p:sp>
      <p:sp>
        <p:nvSpPr>
          <p:cNvPr id="378" name="Google Shape;378;p26"/>
          <p:cNvSpPr/>
          <p:nvPr/>
        </p:nvSpPr>
        <p:spPr>
          <a:xfrm>
            <a:off x="1363637" y="6677859"/>
            <a:ext cx="8390595" cy="6559919"/>
          </a:xfrm>
          <a:custGeom>
            <a:rect b="b" l="l" r="r" t="t"/>
            <a:pathLst>
              <a:path extrusionOk="0" h="6559919" w="8390595">
                <a:moveTo>
                  <a:pt x="0" y="0"/>
                </a:moveTo>
                <a:lnTo>
                  <a:pt x="8390594" y="0"/>
                </a:lnTo>
                <a:lnTo>
                  <a:pt x="8390594" y="6559919"/>
                </a:lnTo>
                <a:lnTo>
                  <a:pt x="0" y="6559919"/>
                </a:lnTo>
                <a:lnTo>
                  <a:pt x="0" y="0"/>
                </a:lnTo>
                <a:close/>
              </a:path>
            </a:pathLst>
          </a:custGeom>
          <a:blipFill rotWithShape="1">
            <a:blip r:embed="rId3">
              <a:alphaModFix/>
            </a:blip>
            <a:stretch>
              <a:fillRect b="0" l="0" r="0" t="0"/>
            </a:stretch>
          </a:blipFill>
          <a:ln>
            <a:noFill/>
          </a:ln>
        </p:spPr>
      </p:sp>
      <p:sp>
        <p:nvSpPr>
          <p:cNvPr id="379" name="Google Shape;379;p26"/>
          <p:cNvSpPr txBox="1"/>
          <p:nvPr/>
        </p:nvSpPr>
        <p:spPr>
          <a:xfrm>
            <a:off x="2983285" y="1152887"/>
            <a:ext cx="12321300" cy="554400"/>
          </a:xfrm>
          <a:prstGeom prst="rect">
            <a:avLst/>
          </a:prstGeom>
          <a:noFill/>
          <a:ln>
            <a:noFill/>
          </a:ln>
        </p:spPr>
        <p:txBody>
          <a:bodyPr anchorCtr="0" anchor="t" bIns="0" lIns="0" spcFirstLastPara="1" rIns="0" wrap="square" tIns="0">
            <a:spAutoFit/>
          </a:bodyPr>
          <a:lstStyle/>
          <a:p>
            <a:pPr indent="0" lvl="0" marL="0" marR="0" rtl="0" algn="ctr">
              <a:lnSpc>
                <a:spcPct val="121055"/>
              </a:lnSpc>
              <a:spcBef>
                <a:spcPts val="0"/>
              </a:spcBef>
              <a:spcAft>
                <a:spcPts val="0"/>
              </a:spcAft>
              <a:buNone/>
            </a:pPr>
            <a:r>
              <a:rPr b="1" lang="en-US" sz="3601">
                <a:solidFill>
                  <a:srgbClr val="004AAD"/>
                </a:solidFill>
                <a:latin typeface="Poppins"/>
                <a:ea typeface="Poppins"/>
                <a:cs typeface="Poppins"/>
                <a:sym typeface="Poppins"/>
              </a:rPr>
              <a:t>KPIs</a:t>
            </a:r>
            <a:endParaRPr/>
          </a:p>
        </p:txBody>
      </p:sp>
      <p:sp>
        <p:nvSpPr>
          <p:cNvPr id="380" name="Google Shape;380;p26"/>
          <p:cNvSpPr txBox="1"/>
          <p:nvPr/>
        </p:nvSpPr>
        <p:spPr>
          <a:xfrm>
            <a:off x="1295623" y="3537460"/>
            <a:ext cx="2420400" cy="9234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1" i="0" lang="en-US" sz="6000" u="none" cap="none" strike="noStrike">
                <a:solidFill>
                  <a:srgbClr val="004AAD"/>
                </a:solidFill>
                <a:latin typeface="Poppins"/>
                <a:ea typeface="Poppins"/>
                <a:cs typeface="Poppins"/>
                <a:sym typeface="Poppins"/>
              </a:rPr>
              <a:t>6M</a:t>
            </a:r>
            <a:endParaRPr/>
          </a:p>
        </p:txBody>
      </p:sp>
      <p:sp>
        <p:nvSpPr>
          <p:cNvPr id="381" name="Google Shape;381;p26"/>
          <p:cNvSpPr txBox="1"/>
          <p:nvPr/>
        </p:nvSpPr>
        <p:spPr>
          <a:xfrm>
            <a:off x="4412003" y="3413635"/>
            <a:ext cx="2889600" cy="923400"/>
          </a:xfrm>
          <a:prstGeom prst="rect">
            <a:avLst/>
          </a:prstGeom>
          <a:noFill/>
          <a:ln>
            <a:noFill/>
          </a:ln>
        </p:spPr>
        <p:txBody>
          <a:bodyPr anchorCtr="0" anchor="t" bIns="0" lIns="0" spcFirstLastPara="1" rIns="0" wrap="square" tIns="0">
            <a:spAutoFit/>
          </a:bodyPr>
          <a:lstStyle/>
          <a:p>
            <a:pPr indent="0" lvl="0" marL="0" marR="0" rtl="0" algn="ctr">
              <a:lnSpc>
                <a:spcPct val="127000"/>
              </a:lnSpc>
              <a:spcBef>
                <a:spcPts val="0"/>
              </a:spcBef>
              <a:spcAft>
                <a:spcPts val="0"/>
              </a:spcAft>
              <a:buNone/>
            </a:pPr>
            <a:r>
              <a:rPr b="1" i="0" lang="en-US" sz="6000" u="none" cap="none" strike="noStrike">
                <a:solidFill>
                  <a:srgbClr val="004AAD"/>
                </a:solidFill>
                <a:latin typeface="Poppins"/>
                <a:ea typeface="Poppins"/>
                <a:cs typeface="Poppins"/>
                <a:sym typeface="Poppins"/>
              </a:rPr>
              <a:t>256K</a:t>
            </a:r>
            <a:endParaRPr/>
          </a:p>
        </p:txBody>
      </p:sp>
      <p:sp>
        <p:nvSpPr>
          <p:cNvPr id="382" name="Google Shape;382;p26"/>
          <p:cNvSpPr txBox="1"/>
          <p:nvPr/>
        </p:nvSpPr>
        <p:spPr>
          <a:xfrm>
            <a:off x="7840946" y="3413635"/>
            <a:ext cx="2630100" cy="923400"/>
          </a:xfrm>
          <a:prstGeom prst="rect">
            <a:avLst/>
          </a:prstGeom>
          <a:noFill/>
          <a:ln>
            <a:noFill/>
          </a:ln>
        </p:spPr>
        <p:txBody>
          <a:bodyPr anchorCtr="0" anchor="t" bIns="0" lIns="0" spcFirstLastPara="1" rIns="0" wrap="square" tIns="0">
            <a:spAutoFit/>
          </a:bodyPr>
          <a:lstStyle/>
          <a:p>
            <a:pPr indent="0" lvl="0" marL="0" marR="0" rtl="0" algn="ctr">
              <a:lnSpc>
                <a:spcPct val="127000"/>
              </a:lnSpc>
              <a:spcBef>
                <a:spcPts val="0"/>
              </a:spcBef>
              <a:spcAft>
                <a:spcPts val="0"/>
              </a:spcAft>
              <a:buNone/>
            </a:pPr>
            <a:r>
              <a:rPr b="1" i="0" lang="en-US" sz="6000" u="none" cap="none" strike="noStrike">
                <a:solidFill>
                  <a:srgbClr val="004AAD"/>
                </a:solidFill>
                <a:latin typeface="Poppins"/>
                <a:ea typeface="Poppins"/>
                <a:cs typeface="Poppins"/>
                <a:sym typeface="Poppins"/>
              </a:rPr>
              <a:t>80K</a:t>
            </a:r>
            <a:endParaRPr/>
          </a:p>
        </p:txBody>
      </p:sp>
      <p:sp>
        <p:nvSpPr>
          <p:cNvPr id="383" name="Google Shape;383;p26"/>
          <p:cNvSpPr txBox="1"/>
          <p:nvPr/>
        </p:nvSpPr>
        <p:spPr>
          <a:xfrm>
            <a:off x="11019122" y="3413635"/>
            <a:ext cx="2960100" cy="923400"/>
          </a:xfrm>
          <a:prstGeom prst="rect">
            <a:avLst/>
          </a:prstGeom>
          <a:noFill/>
          <a:ln>
            <a:noFill/>
          </a:ln>
        </p:spPr>
        <p:txBody>
          <a:bodyPr anchorCtr="0" anchor="t" bIns="0" lIns="0" spcFirstLastPara="1" rIns="0" wrap="square" tIns="0">
            <a:spAutoFit/>
          </a:bodyPr>
          <a:lstStyle/>
          <a:p>
            <a:pPr indent="0" lvl="0" marL="0" marR="0" rtl="0" algn="ctr">
              <a:lnSpc>
                <a:spcPct val="127000"/>
              </a:lnSpc>
              <a:spcBef>
                <a:spcPts val="0"/>
              </a:spcBef>
              <a:spcAft>
                <a:spcPts val="0"/>
              </a:spcAft>
              <a:buNone/>
            </a:pPr>
            <a:r>
              <a:rPr b="1" i="0" lang="en-US" sz="6000" u="none" cap="none" strike="noStrike">
                <a:solidFill>
                  <a:srgbClr val="004AAD"/>
                </a:solidFill>
                <a:latin typeface="Poppins"/>
                <a:ea typeface="Poppins"/>
                <a:cs typeface="Poppins"/>
                <a:sym typeface="Poppins"/>
              </a:rPr>
              <a:t>125K</a:t>
            </a:r>
            <a:endParaRPr/>
          </a:p>
        </p:txBody>
      </p:sp>
      <p:sp>
        <p:nvSpPr>
          <p:cNvPr id="384" name="Google Shape;384;p26"/>
          <p:cNvSpPr txBox="1"/>
          <p:nvPr/>
        </p:nvSpPr>
        <p:spPr>
          <a:xfrm>
            <a:off x="14556979" y="3537460"/>
            <a:ext cx="2420400" cy="9234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1" i="0" lang="en-US" sz="6000" u="none" cap="none" strike="noStrike">
                <a:solidFill>
                  <a:srgbClr val="004AAD"/>
                </a:solidFill>
                <a:latin typeface="Poppins"/>
                <a:ea typeface="Poppins"/>
                <a:cs typeface="Poppins"/>
                <a:sym typeface="Poppins"/>
              </a:rPr>
              <a:t>1M</a:t>
            </a:r>
            <a:endParaRPr/>
          </a:p>
        </p:txBody>
      </p:sp>
      <p:sp>
        <p:nvSpPr>
          <p:cNvPr id="385" name="Google Shape;385;p26"/>
          <p:cNvSpPr txBox="1"/>
          <p:nvPr/>
        </p:nvSpPr>
        <p:spPr>
          <a:xfrm>
            <a:off x="1178732" y="4615703"/>
            <a:ext cx="2654100" cy="794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En exportaciones internacionales</a:t>
            </a:r>
            <a:endParaRPr/>
          </a:p>
        </p:txBody>
      </p:sp>
      <p:sp>
        <p:nvSpPr>
          <p:cNvPr id="386" name="Google Shape;386;p26"/>
          <p:cNvSpPr txBox="1"/>
          <p:nvPr/>
        </p:nvSpPr>
        <p:spPr>
          <a:xfrm>
            <a:off x="4529753" y="4653324"/>
            <a:ext cx="2654100" cy="794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Productos enviados totales</a:t>
            </a:r>
            <a:endParaRPr/>
          </a:p>
        </p:txBody>
      </p:sp>
      <p:sp>
        <p:nvSpPr>
          <p:cNvPr id="387" name="Google Shape;387;p26"/>
          <p:cNvSpPr txBox="1"/>
          <p:nvPr/>
        </p:nvSpPr>
        <p:spPr>
          <a:xfrm>
            <a:off x="7816918" y="4707695"/>
            <a:ext cx="2654100" cy="3693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Ventas diarias</a:t>
            </a:r>
            <a:endParaRPr/>
          </a:p>
        </p:txBody>
      </p:sp>
      <p:sp>
        <p:nvSpPr>
          <p:cNvPr id="388" name="Google Shape;388;p26"/>
          <p:cNvSpPr txBox="1"/>
          <p:nvPr/>
        </p:nvSpPr>
        <p:spPr>
          <a:xfrm>
            <a:off x="11165133" y="4573824"/>
            <a:ext cx="2654100" cy="794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Clientes internacionales</a:t>
            </a:r>
            <a:endParaRPr/>
          </a:p>
        </p:txBody>
      </p:sp>
      <p:sp>
        <p:nvSpPr>
          <p:cNvPr id="389" name="Google Shape;389;p26"/>
          <p:cNvSpPr txBox="1"/>
          <p:nvPr/>
        </p:nvSpPr>
        <p:spPr>
          <a:xfrm>
            <a:off x="14455104" y="4615703"/>
            <a:ext cx="2654100" cy="7941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2400" u="none" cap="none" strike="noStrike">
                <a:solidFill>
                  <a:srgbClr val="004AAD"/>
                </a:solidFill>
                <a:latin typeface="Poppins"/>
                <a:ea typeface="Poppins"/>
                <a:cs typeface="Poppins"/>
                <a:sym typeface="Poppins"/>
              </a:rPr>
              <a:t>De registros anuales</a:t>
            </a:r>
            <a:endParaRPr/>
          </a:p>
        </p:txBody>
      </p:sp>
      <p:sp>
        <p:nvSpPr>
          <p:cNvPr id="390" name="Google Shape;390;p26"/>
          <p:cNvSpPr txBox="1"/>
          <p:nvPr/>
        </p:nvSpPr>
        <p:spPr>
          <a:xfrm>
            <a:off x="5095518" y="1865620"/>
            <a:ext cx="8097000" cy="664500"/>
          </a:xfrm>
          <a:prstGeom prst="rect">
            <a:avLst/>
          </a:prstGeom>
          <a:noFill/>
          <a:ln>
            <a:noFill/>
          </a:ln>
        </p:spPr>
        <p:txBody>
          <a:bodyPr anchorCtr="0" anchor="t" bIns="0" lIns="0" spcFirstLastPara="1" rIns="0" wrap="square" tIns="0">
            <a:spAutoFit/>
          </a:bodyPr>
          <a:lstStyle/>
          <a:p>
            <a:pPr indent="0" lvl="0" marL="0" marR="0" rtl="0" algn="ctr">
              <a:lnSpc>
                <a:spcPct val="140022"/>
              </a:lnSpc>
              <a:spcBef>
                <a:spcPts val="0"/>
              </a:spcBef>
              <a:spcAft>
                <a:spcPts val="0"/>
              </a:spcAft>
              <a:buNone/>
            </a:pPr>
            <a:r>
              <a:rPr b="0" i="0" lang="en-US" sz="17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91" name="Google Shape;391;p26"/>
          <p:cNvSpPr/>
          <p:nvPr/>
        </p:nvSpPr>
        <p:spPr>
          <a:xfrm>
            <a:off x="12448948" y="7792597"/>
            <a:ext cx="1570039" cy="1773145"/>
          </a:xfrm>
          <a:custGeom>
            <a:rect b="b" l="l" r="r" t="t"/>
            <a:pathLst>
              <a:path extrusionOk="0" h="1773145" w="1570039">
                <a:moveTo>
                  <a:pt x="0" y="0"/>
                </a:moveTo>
                <a:lnTo>
                  <a:pt x="1570039" y="0"/>
                </a:lnTo>
                <a:lnTo>
                  <a:pt x="1570039" y="1773145"/>
                </a:lnTo>
                <a:lnTo>
                  <a:pt x="0" y="1773145"/>
                </a:lnTo>
                <a:lnTo>
                  <a:pt x="0" y="0"/>
                </a:lnTo>
                <a:close/>
              </a:path>
            </a:pathLst>
          </a:custGeom>
          <a:blipFill rotWithShape="1">
            <a:blip r:embed="rId4">
              <a:alphaModFix/>
            </a:blip>
            <a:stretch>
              <a:fillRect b="0" l="0" r="0" t="0"/>
            </a:stretch>
          </a:blipFill>
          <a:ln>
            <a:noFill/>
          </a:ln>
        </p:spPr>
      </p:sp>
      <p:sp>
        <p:nvSpPr>
          <p:cNvPr id="392" name="Google Shape;392;p26"/>
          <p:cNvSpPr/>
          <p:nvPr/>
        </p:nvSpPr>
        <p:spPr>
          <a:xfrm>
            <a:off x="6398897" y="6906025"/>
            <a:ext cx="1570039" cy="1773145"/>
          </a:xfrm>
          <a:custGeom>
            <a:rect b="b" l="l" r="r" t="t"/>
            <a:pathLst>
              <a:path extrusionOk="0" h="1773145" w="1570039">
                <a:moveTo>
                  <a:pt x="0" y="0"/>
                </a:moveTo>
                <a:lnTo>
                  <a:pt x="1570039" y="0"/>
                </a:lnTo>
                <a:lnTo>
                  <a:pt x="1570039" y="1773145"/>
                </a:lnTo>
                <a:lnTo>
                  <a:pt x="0" y="1773145"/>
                </a:lnTo>
                <a:lnTo>
                  <a:pt x="0" y="0"/>
                </a:lnTo>
                <a:close/>
              </a:path>
            </a:pathLst>
          </a:custGeom>
          <a:blipFill rotWithShape="1">
            <a:blip r:embed="rId4">
              <a:alphaModFix/>
            </a:blip>
            <a:stretch>
              <a:fillRect b="0" l="0" r="0" t="0"/>
            </a:stretch>
          </a:blipFill>
          <a:ln>
            <a:noFill/>
          </a:ln>
        </p:spPr>
      </p:sp>
      <p:sp>
        <p:nvSpPr>
          <p:cNvPr id="393" name="Google Shape;393;p26"/>
          <p:cNvSpPr/>
          <p:nvPr/>
        </p:nvSpPr>
        <p:spPr>
          <a:xfrm>
            <a:off x="5197024" y="7588961"/>
            <a:ext cx="1570039" cy="1773145"/>
          </a:xfrm>
          <a:custGeom>
            <a:rect b="b" l="l" r="r" t="t"/>
            <a:pathLst>
              <a:path extrusionOk="0" h="1773145" w="1570039">
                <a:moveTo>
                  <a:pt x="0" y="0"/>
                </a:moveTo>
                <a:lnTo>
                  <a:pt x="1570039" y="0"/>
                </a:lnTo>
                <a:lnTo>
                  <a:pt x="1570039" y="1773144"/>
                </a:lnTo>
                <a:lnTo>
                  <a:pt x="0" y="1773144"/>
                </a:lnTo>
                <a:lnTo>
                  <a:pt x="0" y="0"/>
                </a:lnTo>
                <a:close/>
              </a:path>
            </a:pathLst>
          </a:custGeom>
          <a:blipFill rotWithShape="1">
            <a:blip r:embed="rId4">
              <a:alphaModFix/>
            </a:blip>
            <a:stretch>
              <a:fillRect b="0" l="0" r="0" t="0"/>
            </a:stretch>
          </a:blipFill>
          <a:ln>
            <a:noFill/>
          </a:ln>
        </p:spPr>
      </p:sp>
      <p:grpSp>
        <p:nvGrpSpPr>
          <p:cNvPr id="394" name="Google Shape;394;p26"/>
          <p:cNvGrpSpPr/>
          <p:nvPr/>
        </p:nvGrpSpPr>
        <p:grpSpPr>
          <a:xfrm>
            <a:off x="16124575" y="8400655"/>
            <a:ext cx="2163413" cy="1886345"/>
            <a:chOff x="12784175" y="3675030"/>
            <a:chExt cx="2163413" cy="1886345"/>
          </a:xfrm>
        </p:grpSpPr>
        <p:sp>
          <p:nvSpPr>
            <p:cNvPr id="395" name="Google Shape;395;p26"/>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396" name="Google Shape;396;p26"/>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400" name="Shape 400"/>
        <p:cNvGrpSpPr/>
        <p:nvPr/>
      </p:nvGrpSpPr>
      <p:grpSpPr>
        <a:xfrm>
          <a:off x="0" y="0"/>
          <a:ext cx="0" cy="0"/>
          <a:chOff x="0" y="0"/>
          <a:chExt cx="0" cy="0"/>
        </a:xfrm>
      </p:grpSpPr>
      <p:sp>
        <p:nvSpPr>
          <p:cNvPr id="401" name="Google Shape;401;p27"/>
          <p:cNvSpPr txBox="1"/>
          <p:nvPr/>
        </p:nvSpPr>
        <p:spPr>
          <a:xfrm>
            <a:off x="6440043" y="2847470"/>
            <a:ext cx="4716000" cy="53394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2" name="Google Shape;402;p27"/>
          <p:cNvSpPr/>
          <p:nvPr/>
        </p:nvSpPr>
        <p:spPr>
          <a:xfrm>
            <a:off x="12400054" y="469337"/>
            <a:ext cx="6557355" cy="9107438"/>
          </a:xfrm>
          <a:custGeom>
            <a:rect b="b" l="l" r="r" t="t"/>
            <a:pathLst>
              <a:path extrusionOk="0" h="9107438" w="6557355">
                <a:moveTo>
                  <a:pt x="0" y="0"/>
                </a:moveTo>
                <a:lnTo>
                  <a:pt x="6557355" y="0"/>
                </a:lnTo>
                <a:lnTo>
                  <a:pt x="6557355" y="9107438"/>
                </a:lnTo>
                <a:lnTo>
                  <a:pt x="0" y="9107438"/>
                </a:lnTo>
                <a:lnTo>
                  <a:pt x="0" y="0"/>
                </a:lnTo>
                <a:close/>
              </a:path>
            </a:pathLst>
          </a:custGeom>
          <a:blipFill rotWithShape="1">
            <a:blip r:embed="rId3">
              <a:alphaModFix/>
            </a:blip>
            <a:stretch>
              <a:fillRect b="0" l="0" r="0" t="0"/>
            </a:stretch>
          </a:blipFill>
          <a:ln>
            <a:noFill/>
          </a:ln>
        </p:spPr>
      </p:sp>
      <p:sp>
        <p:nvSpPr>
          <p:cNvPr id="403" name="Google Shape;403;p27"/>
          <p:cNvSpPr txBox="1"/>
          <p:nvPr/>
        </p:nvSpPr>
        <p:spPr>
          <a:xfrm>
            <a:off x="1028700" y="28474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4" name="Google Shape;404;p27"/>
          <p:cNvSpPr txBox="1"/>
          <p:nvPr/>
        </p:nvSpPr>
        <p:spPr>
          <a:xfrm>
            <a:off x="1028700" y="192163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INTRODUCCIÓN</a:t>
            </a:r>
            <a:endParaRPr/>
          </a:p>
        </p:txBody>
      </p:sp>
      <p:grpSp>
        <p:nvGrpSpPr>
          <p:cNvPr id="405" name="Google Shape;405;p27"/>
          <p:cNvGrpSpPr/>
          <p:nvPr/>
        </p:nvGrpSpPr>
        <p:grpSpPr>
          <a:xfrm>
            <a:off x="0" y="5"/>
            <a:ext cx="2163413" cy="1886345"/>
            <a:chOff x="12784175" y="3675030"/>
            <a:chExt cx="2163413" cy="1886345"/>
          </a:xfrm>
        </p:grpSpPr>
        <p:sp>
          <p:nvSpPr>
            <p:cNvPr id="406" name="Google Shape;406;p27"/>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407" name="Google Shape;407;p27"/>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411" name="Shape 411"/>
        <p:cNvGrpSpPr/>
        <p:nvPr/>
      </p:nvGrpSpPr>
      <p:grpSpPr>
        <a:xfrm>
          <a:off x="0" y="0"/>
          <a:ext cx="0" cy="0"/>
          <a:chOff x="0" y="0"/>
          <a:chExt cx="0" cy="0"/>
        </a:xfrm>
      </p:grpSpPr>
      <p:sp>
        <p:nvSpPr>
          <p:cNvPr id="412" name="Google Shape;412;p28"/>
          <p:cNvSpPr/>
          <p:nvPr/>
        </p:nvSpPr>
        <p:spPr>
          <a:xfrm>
            <a:off x="14900450" y="1077150"/>
            <a:ext cx="4065560" cy="5646612"/>
          </a:xfrm>
          <a:custGeom>
            <a:rect b="b" l="l" r="r" t="t"/>
            <a:pathLst>
              <a:path extrusionOk="0" h="9107438" w="6557355">
                <a:moveTo>
                  <a:pt x="0" y="0"/>
                </a:moveTo>
                <a:lnTo>
                  <a:pt x="6557355" y="0"/>
                </a:lnTo>
                <a:lnTo>
                  <a:pt x="6557355" y="9107438"/>
                </a:lnTo>
                <a:lnTo>
                  <a:pt x="0" y="9107438"/>
                </a:lnTo>
                <a:lnTo>
                  <a:pt x="0" y="0"/>
                </a:lnTo>
                <a:close/>
              </a:path>
            </a:pathLst>
          </a:custGeom>
          <a:blipFill rotWithShape="1">
            <a:blip r:embed="rId3">
              <a:alphaModFix/>
            </a:blip>
            <a:stretch>
              <a:fillRect b="0" l="0" r="0" t="0"/>
            </a:stretch>
          </a:blipFill>
          <a:ln>
            <a:noFill/>
          </a:ln>
        </p:spPr>
      </p:sp>
      <p:sp>
        <p:nvSpPr>
          <p:cNvPr id="413" name="Google Shape;413;p28"/>
          <p:cNvSpPr txBox="1"/>
          <p:nvPr/>
        </p:nvSpPr>
        <p:spPr>
          <a:xfrm>
            <a:off x="8663575" y="21189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14" name="Google Shape;414;p28"/>
          <p:cNvSpPr txBox="1"/>
          <p:nvPr/>
        </p:nvSpPr>
        <p:spPr>
          <a:xfrm>
            <a:off x="1560900" y="99888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PREGUNTA R. 1</a:t>
            </a:r>
            <a:endParaRPr/>
          </a:p>
        </p:txBody>
      </p:sp>
      <p:grpSp>
        <p:nvGrpSpPr>
          <p:cNvPr id="415" name="Google Shape;415;p28"/>
          <p:cNvGrpSpPr/>
          <p:nvPr/>
        </p:nvGrpSpPr>
        <p:grpSpPr>
          <a:xfrm>
            <a:off x="16124575" y="8400655"/>
            <a:ext cx="2163413" cy="1886345"/>
            <a:chOff x="12784175" y="3675030"/>
            <a:chExt cx="2163413" cy="1886345"/>
          </a:xfrm>
        </p:grpSpPr>
        <p:sp>
          <p:nvSpPr>
            <p:cNvPr id="416" name="Google Shape;416;p28"/>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417" name="Google Shape;417;p28"/>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
        <p:nvSpPr>
          <p:cNvPr id="418" name="Google Shape;418;p28"/>
          <p:cNvSpPr/>
          <p:nvPr/>
        </p:nvSpPr>
        <p:spPr>
          <a:xfrm>
            <a:off x="746875" y="2021325"/>
            <a:ext cx="7262700" cy="6786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422" name="Shape 422"/>
        <p:cNvGrpSpPr/>
        <p:nvPr/>
      </p:nvGrpSpPr>
      <p:grpSpPr>
        <a:xfrm>
          <a:off x="0" y="0"/>
          <a:ext cx="0" cy="0"/>
          <a:chOff x="0" y="0"/>
          <a:chExt cx="0" cy="0"/>
        </a:xfrm>
      </p:grpSpPr>
      <p:sp>
        <p:nvSpPr>
          <p:cNvPr id="423" name="Google Shape;423;p29"/>
          <p:cNvSpPr/>
          <p:nvPr/>
        </p:nvSpPr>
        <p:spPr>
          <a:xfrm>
            <a:off x="-1415600" y="508519"/>
            <a:ext cx="4653133" cy="3680205"/>
          </a:xfrm>
          <a:custGeom>
            <a:rect b="b" l="l" r="r" t="t"/>
            <a:pathLst>
              <a:path extrusionOk="0" h="7627368" w="9643798">
                <a:moveTo>
                  <a:pt x="0" y="0"/>
                </a:moveTo>
                <a:lnTo>
                  <a:pt x="9643798" y="0"/>
                </a:lnTo>
                <a:lnTo>
                  <a:pt x="9643798" y="7627368"/>
                </a:lnTo>
                <a:lnTo>
                  <a:pt x="0" y="7627368"/>
                </a:lnTo>
                <a:lnTo>
                  <a:pt x="0" y="0"/>
                </a:lnTo>
                <a:close/>
              </a:path>
            </a:pathLst>
          </a:custGeom>
          <a:blipFill rotWithShape="1">
            <a:blip r:embed="rId3">
              <a:alphaModFix/>
            </a:blip>
            <a:stretch>
              <a:fillRect b="0" l="0" r="0" t="0"/>
            </a:stretch>
          </a:blipFill>
          <a:ln>
            <a:noFill/>
          </a:ln>
        </p:spPr>
      </p:sp>
      <p:sp>
        <p:nvSpPr>
          <p:cNvPr id="424" name="Google Shape;424;p29"/>
          <p:cNvSpPr/>
          <p:nvPr/>
        </p:nvSpPr>
        <p:spPr>
          <a:xfrm>
            <a:off x="-599094" y="2785345"/>
            <a:ext cx="2156379" cy="1936821"/>
          </a:xfrm>
          <a:custGeom>
            <a:rect b="b" l="l" r="r" t="t"/>
            <a:pathLst>
              <a:path extrusionOk="0" h="4014136" w="4469180">
                <a:moveTo>
                  <a:pt x="0" y="0"/>
                </a:moveTo>
                <a:lnTo>
                  <a:pt x="4469180" y="0"/>
                </a:lnTo>
                <a:lnTo>
                  <a:pt x="4469180" y="4014136"/>
                </a:lnTo>
                <a:lnTo>
                  <a:pt x="0" y="4014136"/>
                </a:lnTo>
                <a:lnTo>
                  <a:pt x="0" y="0"/>
                </a:lnTo>
                <a:close/>
              </a:path>
            </a:pathLst>
          </a:custGeom>
          <a:blipFill rotWithShape="1">
            <a:blip r:embed="rId4">
              <a:alphaModFix/>
            </a:blip>
            <a:stretch>
              <a:fillRect b="0" l="0" r="0" t="0"/>
            </a:stretch>
          </a:blipFill>
          <a:ln>
            <a:noFill/>
          </a:ln>
        </p:spPr>
      </p:sp>
      <p:sp>
        <p:nvSpPr>
          <p:cNvPr id="425" name="Google Shape;425;p29"/>
          <p:cNvSpPr/>
          <p:nvPr/>
        </p:nvSpPr>
        <p:spPr>
          <a:xfrm>
            <a:off x="-1592448" y="3443657"/>
            <a:ext cx="2156379" cy="1936821"/>
          </a:xfrm>
          <a:custGeom>
            <a:rect b="b" l="l" r="r" t="t"/>
            <a:pathLst>
              <a:path extrusionOk="0" h="4014136" w="4469180">
                <a:moveTo>
                  <a:pt x="0" y="0"/>
                </a:moveTo>
                <a:lnTo>
                  <a:pt x="4469180" y="0"/>
                </a:lnTo>
                <a:lnTo>
                  <a:pt x="4469180" y="4014136"/>
                </a:lnTo>
                <a:lnTo>
                  <a:pt x="0" y="4014136"/>
                </a:lnTo>
                <a:lnTo>
                  <a:pt x="0" y="0"/>
                </a:lnTo>
                <a:close/>
              </a:path>
            </a:pathLst>
          </a:custGeom>
          <a:blipFill rotWithShape="1">
            <a:blip r:embed="rId4">
              <a:alphaModFix/>
            </a:blip>
            <a:stretch>
              <a:fillRect b="0" l="0" r="0" t="0"/>
            </a:stretch>
          </a:blipFill>
          <a:ln>
            <a:noFill/>
          </a:ln>
        </p:spPr>
      </p:sp>
      <p:grpSp>
        <p:nvGrpSpPr>
          <p:cNvPr id="426" name="Google Shape;426;p29"/>
          <p:cNvGrpSpPr/>
          <p:nvPr/>
        </p:nvGrpSpPr>
        <p:grpSpPr>
          <a:xfrm>
            <a:off x="16124575" y="8400655"/>
            <a:ext cx="2163413" cy="1886345"/>
            <a:chOff x="12784175" y="3675030"/>
            <a:chExt cx="2163413" cy="1886345"/>
          </a:xfrm>
        </p:grpSpPr>
        <p:sp>
          <p:nvSpPr>
            <p:cNvPr id="427" name="Google Shape;427;p29"/>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428" name="Google Shape;428;p29"/>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3">
                <a:alphaModFix/>
              </a:blip>
              <a:stretch>
                <a:fillRect b="0" l="0" r="0" t="0"/>
              </a:stretch>
            </a:blipFill>
            <a:ln>
              <a:noFill/>
            </a:ln>
          </p:spPr>
        </p:sp>
      </p:grpSp>
      <p:sp>
        <p:nvSpPr>
          <p:cNvPr id="429" name="Google Shape;429;p29"/>
          <p:cNvSpPr txBox="1"/>
          <p:nvPr/>
        </p:nvSpPr>
        <p:spPr>
          <a:xfrm>
            <a:off x="9675900" y="140073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PREGUNTA R. 2</a:t>
            </a:r>
            <a:endParaRPr/>
          </a:p>
        </p:txBody>
      </p:sp>
      <p:sp>
        <p:nvSpPr>
          <p:cNvPr id="430" name="Google Shape;430;p29"/>
          <p:cNvSpPr/>
          <p:nvPr/>
        </p:nvSpPr>
        <p:spPr>
          <a:xfrm>
            <a:off x="8861875" y="2423175"/>
            <a:ext cx="7262700" cy="6786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31" name="Google Shape;431;p29"/>
          <p:cNvSpPr txBox="1"/>
          <p:nvPr/>
        </p:nvSpPr>
        <p:spPr>
          <a:xfrm>
            <a:off x="3841550" y="24231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435" name="Shape 435"/>
        <p:cNvGrpSpPr/>
        <p:nvPr/>
      </p:nvGrpSpPr>
      <p:grpSpPr>
        <a:xfrm>
          <a:off x="0" y="0"/>
          <a:ext cx="0" cy="0"/>
          <a:chOff x="0" y="0"/>
          <a:chExt cx="0" cy="0"/>
        </a:xfrm>
      </p:grpSpPr>
      <p:grpSp>
        <p:nvGrpSpPr>
          <p:cNvPr id="436" name="Google Shape;436;p30"/>
          <p:cNvGrpSpPr/>
          <p:nvPr/>
        </p:nvGrpSpPr>
        <p:grpSpPr>
          <a:xfrm>
            <a:off x="4855646" y="3940218"/>
            <a:ext cx="1879437" cy="1901462"/>
            <a:chOff x="0" y="-9525"/>
            <a:chExt cx="812800" cy="822325"/>
          </a:xfrm>
        </p:grpSpPr>
        <p:sp>
          <p:nvSpPr>
            <p:cNvPr id="437" name="Google Shape;437;p30"/>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438" name="Google Shape;438;p30"/>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2</a:t>
              </a:r>
              <a:endParaRPr/>
            </a:p>
          </p:txBody>
        </p:sp>
      </p:grpSp>
      <p:grpSp>
        <p:nvGrpSpPr>
          <p:cNvPr id="439" name="Google Shape;439;p30"/>
          <p:cNvGrpSpPr/>
          <p:nvPr/>
        </p:nvGrpSpPr>
        <p:grpSpPr>
          <a:xfrm>
            <a:off x="8275799" y="3940218"/>
            <a:ext cx="1879437" cy="1901462"/>
            <a:chOff x="0" y="-9525"/>
            <a:chExt cx="812800" cy="822325"/>
          </a:xfrm>
        </p:grpSpPr>
        <p:sp>
          <p:nvSpPr>
            <p:cNvPr id="440" name="Google Shape;440;p30"/>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441" name="Google Shape;441;p30"/>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3</a:t>
              </a:r>
              <a:endParaRPr/>
            </a:p>
          </p:txBody>
        </p:sp>
      </p:grpSp>
      <p:grpSp>
        <p:nvGrpSpPr>
          <p:cNvPr id="442" name="Google Shape;442;p30"/>
          <p:cNvGrpSpPr/>
          <p:nvPr/>
        </p:nvGrpSpPr>
        <p:grpSpPr>
          <a:xfrm>
            <a:off x="1440994" y="3940218"/>
            <a:ext cx="1879437" cy="1901462"/>
            <a:chOff x="0" y="-9525"/>
            <a:chExt cx="812800" cy="822325"/>
          </a:xfrm>
        </p:grpSpPr>
        <p:sp>
          <p:nvSpPr>
            <p:cNvPr id="443" name="Google Shape;443;p30"/>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444" name="Google Shape;444;p30"/>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1</a:t>
              </a:r>
              <a:endParaRPr/>
            </a:p>
          </p:txBody>
        </p:sp>
      </p:grpSp>
      <p:sp>
        <p:nvSpPr>
          <p:cNvPr id="445" name="Google Shape;445;p30"/>
          <p:cNvSpPr/>
          <p:nvPr/>
        </p:nvSpPr>
        <p:spPr>
          <a:xfrm>
            <a:off x="12115033" y="262258"/>
            <a:ext cx="7914105" cy="7611930"/>
          </a:xfrm>
          <a:custGeom>
            <a:rect b="b" l="l" r="r" t="t"/>
            <a:pathLst>
              <a:path extrusionOk="0" h="7611930" w="7914105">
                <a:moveTo>
                  <a:pt x="0" y="0"/>
                </a:moveTo>
                <a:lnTo>
                  <a:pt x="7914104" y="0"/>
                </a:lnTo>
                <a:lnTo>
                  <a:pt x="7914104" y="7611930"/>
                </a:lnTo>
                <a:lnTo>
                  <a:pt x="0" y="7611930"/>
                </a:lnTo>
                <a:lnTo>
                  <a:pt x="0" y="0"/>
                </a:lnTo>
                <a:close/>
              </a:path>
            </a:pathLst>
          </a:custGeom>
          <a:blipFill rotWithShape="1">
            <a:blip r:embed="rId3">
              <a:alphaModFix/>
            </a:blip>
            <a:stretch>
              <a:fillRect b="0" l="0" r="0" t="0"/>
            </a:stretch>
          </a:blipFill>
          <a:ln>
            <a:noFill/>
          </a:ln>
        </p:spPr>
      </p:sp>
      <p:sp>
        <p:nvSpPr>
          <p:cNvPr id="446" name="Google Shape;446;p30"/>
          <p:cNvSpPr/>
          <p:nvPr/>
        </p:nvSpPr>
        <p:spPr>
          <a:xfrm>
            <a:off x="12966306" y="6222366"/>
            <a:ext cx="3403844" cy="3193424"/>
          </a:xfrm>
          <a:custGeom>
            <a:rect b="b" l="l" r="r" t="t"/>
            <a:pathLst>
              <a:path extrusionOk="0" h="3193424" w="3403844">
                <a:moveTo>
                  <a:pt x="0" y="0"/>
                </a:moveTo>
                <a:lnTo>
                  <a:pt x="3403844" y="0"/>
                </a:lnTo>
                <a:lnTo>
                  <a:pt x="3403844" y="3193424"/>
                </a:lnTo>
                <a:lnTo>
                  <a:pt x="0" y="3193424"/>
                </a:lnTo>
                <a:lnTo>
                  <a:pt x="0" y="0"/>
                </a:lnTo>
                <a:close/>
              </a:path>
            </a:pathLst>
          </a:custGeom>
          <a:blipFill rotWithShape="1">
            <a:blip r:embed="rId4">
              <a:alphaModFix/>
            </a:blip>
            <a:stretch>
              <a:fillRect b="0" l="0" r="0" t="0"/>
            </a:stretch>
          </a:blipFill>
          <a:ln>
            <a:noFill/>
          </a:ln>
        </p:spPr>
      </p:sp>
      <p:grpSp>
        <p:nvGrpSpPr>
          <p:cNvPr id="447" name="Google Shape;447;p30"/>
          <p:cNvGrpSpPr/>
          <p:nvPr/>
        </p:nvGrpSpPr>
        <p:grpSpPr>
          <a:xfrm>
            <a:off x="1028700" y="6208079"/>
            <a:ext cx="2708550" cy="2637297"/>
            <a:chOff x="0" y="-19050"/>
            <a:chExt cx="3611400" cy="3516396"/>
          </a:xfrm>
        </p:grpSpPr>
        <p:sp>
          <p:nvSpPr>
            <p:cNvPr id="448" name="Google Shape;448;p30"/>
            <p:cNvSpPr txBox="1"/>
            <p:nvPr/>
          </p:nvSpPr>
          <p:spPr>
            <a:xfrm>
              <a:off x="0" y="592446"/>
              <a:ext cx="3611400" cy="2904900"/>
            </a:xfrm>
            <a:prstGeom prst="rect">
              <a:avLst/>
            </a:prstGeom>
            <a:noFill/>
            <a:ln>
              <a:noFill/>
            </a:ln>
          </p:spPr>
          <p:txBody>
            <a:bodyPr anchorCtr="0" anchor="t" bIns="0" lIns="0" spcFirstLastPara="1" rIns="0" wrap="square" tIns="0">
              <a:spAutoFit/>
            </a:bodyPr>
            <a:lstStyle/>
            <a:p>
              <a:pPr indent="0" lvl="1" marL="0" marR="0" rtl="0" algn="ctr">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49" name="Google Shape;449;p30"/>
            <p:cNvSpPr txBox="1"/>
            <p:nvPr/>
          </p:nvSpPr>
          <p:spPr>
            <a:xfrm>
              <a:off x="0" y="-19050"/>
              <a:ext cx="3611400" cy="492600"/>
            </a:xfrm>
            <a:prstGeom prst="rect">
              <a:avLst/>
            </a:prstGeom>
            <a:noFill/>
            <a:ln>
              <a:noFill/>
            </a:ln>
          </p:spPr>
          <p:txBody>
            <a:bodyPr anchorCtr="0" anchor="t" bIns="0" lIns="0" spcFirstLastPara="1" rIns="0" wrap="square" tIns="0">
              <a:spAutoFit/>
            </a:bodyPr>
            <a:lstStyle/>
            <a:p>
              <a:pPr indent="0" lvl="1" marL="0" marR="0" rtl="0" algn="ctr">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Aportar datos</a:t>
              </a:r>
              <a:endParaRPr/>
            </a:p>
          </p:txBody>
        </p:sp>
      </p:grpSp>
      <p:grpSp>
        <p:nvGrpSpPr>
          <p:cNvPr id="450" name="Google Shape;450;p30"/>
          <p:cNvGrpSpPr/>
          <p:nvPr/>
        </p:nvGrpSpPr>
        <p:grpSpPr>
          <a:xfrm>
            <a:off x="4456254" y="6208079"/>
            <a:ext cx="2705175" cy="2999220"/>
            <a:chOff x="0" y="-19050"/>
            <a:chExt cx="3606900" cy="3998960"/>
          </a:xfrm>
        </p:grpSpPr>
        <p:sp>
          <p:nvSpPr>
            <p:cNvPr id="451" name="Google Shape;451;p30"/>
            <p:cNvSpPr txBox="1"/>
            <p:nvPr/>
          </p:nvSpPr>
          <p:spPr>
            <a:xfrm>
              <a:off x="0" y="1075010"/>
              <a:ext cx="3606900" cy="2904900"/>
            </a:xfrm>
            <a:prstGeom prst="rect">
              <a:avLst/>
            </a:prstGeom>
            <a:noFill/>
            <a:ln>
              <a:noFill/>
            </a:ln>
          </p:spPr>
          <p:txBody>
            <a:bodyPr anchorCtr="0" anchor="t" bIns="0" lIns="0" spcFirstLastPara="1" rIns="0" wrap="square" tIns="0">
              <a:spAutoFit/>
            </a:bodyPr>
            <a:lstStyle/>
            <a:p>
              <a:pPr indent="0" lvl="1" marL="0" marR="0" rtl="0" algn="ctr">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2" name="Google Shape;452;p30"/>
            <p:cNvSpPr txBox="1"/>
            <p:nvPr/>
          </p:nvSpPr>
          <p:spPr>
            <a:xfrm>
              <a:off x="0" y="-19050"/>
              <a:ext cx="3606900" cy="1078800"/>
            </a:xfrm>
            <a:prstGeom prst="rect">
              <a:avLst/>
            </a:prstGeom>
            <a:noFill/>
            <a:ln>
              <a:noFill/>
            </a:ln>
          </p:spPr>
          <p:txBody>
            <a:bodyPr anchorCtr="0" anchor="t" bIns="0" lIns="0" spcFirstLastPara="1" rIns="0" wrap="square" tIns="0">
              <a:spAutoFit/>
            </a:bodyPr>
            <a:lstStyle/>
            <a:p>
              <a:pPr indent="0" lvl="1" marL="0" marR="0" rtl="0" algn="ctr">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Ofrecer soluciones</a:t>
              </a:r>
              <a:endParaRPr/>
            </a:p>
          </p:txBody>
        </p:sp>
      </p:grpSp>
      <p:grpSp>
        <p:nvGrpSpPr>
          <p:cNvPr id="453" name="Google Shape;453;p30"/>
          <p:cNvGrpSpPr/>
          <p:nvPr/>
        </p:nvGrpSpPr>
        <p:grpSpPr>
          <a:xfrm>
            <a:off x="7876408" y="6208079"/>
            <a:ext cx="2705175" cy="3361143"/>
            <a:chOff x="0" y="-19050"/>
            <a:chExt cx="3606900" cy="4481524"/>
          </a:xfrm>
        </p:grpSpPr>
        <p:sp>
          <p:nvSpPr>
            <p:cNvPr id="454" name="Google Shape;454;p30"/>
            <p:cNvSpPr txBox="1"/>
            <p:nvPr/>
          </p:nvSpPr>
          <p:spPr>
            <a:xfrm>
              <a:off x="0" y="1557574"/>
              <a:ext cx="3606900" cy="2904900"/>
            </a:xfrm>
            <a:prstGeom prst="rect">
              <a:avLst/>
            </a:prstGeom>
            <a:noFill/>
            <a:ln>
              <a:noFill/>
            </a:ln>
          </p:spPr>
          <p:txBody>
            <a:bodyPr anchorCtr="0" anchor="t" bIns="0" lIns="0" spcFirstLastPara="1" rIns="0" wrap="square" tIns="0">
              <a:spAutoFit/>
            </a:bodyPr>
            <a:lstStyle/>
            <a:p>
              <a:pPr indent="0" lvl="1" marL="0" marR="0" rtl="0" algn="ctr">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5" name="Google Shape;455;p30"/>
            <p:cNvSpPr txBox="1"/>
            <p:nvPr/>
          </p:nvSpPr>
          <p:spPr>
            <a:xfrm>
              <a:off x="0" y="-19050"/>
              <a:ext cx="3606900" cy="1664700"/>
            </a:xfrm>
            <a:prstGeom prst="rect">
              <a:avLst/>
            </a:prstGeom>
            <a:noFill/>
            <a:ln>
              <a:noFill/>
            </a:ln>
          </p:spPr>
          <p:txBody>
            <a:bodyPr anchorCtr="0" anchor="t" bIns="0" lIns="0" spcFirstLastPara="1" rIns="0" wrap="square" tIns="0">
              <a:spAutoFit/>
            </a:bodyPr>
            <a:lstStyle/>
            <a:p>
              <a:pPr indent="0" lvl="1" marL="0" marR="0" rtl="0" algn="ctr">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Presentar conclusiones finales</a:t>
              </a:r>
              <a:endParaRPr/>
            </a:p>
          </p:txBody>
        </p:sp>
      </p:grpSp>
      <p:sp>
        <p:nvSpPr>
          <p:cNvPr id="456" name="Google Shape;456;p30"/>
          <p:cNvSpPr txBox="1"/>
          <p:nvPr/>
        </p:nvSpPr>
        <p:spPr>
          <a:xfrm>
            <a:off x="1438244" y="1886347"/>
            <a:ext cx="86175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TRES PUNTOS CLAVE</a:t>
            </a:r>
            <a:endParaRPr/>
          </a:p>
        </p:txBody>
      </p:sp>
      <p:sp>
        <p:nvSpPr>
          <p:cNvPr id="457" name="Google Shape;457;p30"/>
          <p:cNvSpPr txBox="1"/>
          <p:nvPr/>
        </p:nvSpPr>
        <p:spPr>
          <a:xfrm>
            <a:off x="1438244" y="2805671"/>
            <a:ext cx="8714400" cy="5541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458" name="Google Shape;458;p30"/>
          <p:cNvGrpSpPr/>
          <p:nvPr/>
        </p:nvGrpSpPr>
        <p:grpSpPr>
          <a:xfrm>
            <a:off x="0" y="5"/>
            <a:ext cx="2163413" cy="1886345"/>
            <a:chOff x="12784175" y="3675030"/>
            <a:chExt cx="2163413" cy="1886345"/>
          </a:xfrm>
        </p:grpSpPr>
        <p:sp>
          <p:nvSpPr>
            <p:cNvPr id="459" name="Google Shape;459;p30"/>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460" name="Google Shape;460;p30"/>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464" name="Shape 464"/>
        <p:cNvGrpSpPr/>
        <p:nvPr/>
      </p:nvGrpSpPr>
      <p:grpSpPr>
        <a:xfrm>
          <a:off x="0" y="0"/>
          <a:ext cx="0" cy="0"/>
          <a:chOff x="0" y="0"/>
          <a:chExt cx="0" cy="0"/>
        </a:xfrm>
      </p:grpSpPr>
      <p:sp>
        <p:nvSpPr>
          <p:cNvPr id="465" name="Google Shape;465;p31"/>
          <p:cNvSpPr/>
          <p:nvPr/>
        </p:nvSpPr>
        <p:spPr>
          <a:xfrm>
            <a:off x="6466573" y="3352653"/>
            <a:ext cx="4601738" cy="3597722"/>
          </a:xfrm>
          <a:custGeom>
            <a:rect b="b" l="l" r="r" t="t"/>
            <a:pathLst>
              <a:path extrusionOk="0" h="3597722" w="4601738">
                <a:moveTo>
                  <a:pt x="0" y="0"/>
                </a:moveTo>
                <a:lnTo>
                  <a:pt x="4601737" y="0"/>
                </a:lnTo>
                <a:lnTo>
                  <a:pt x="4601737" y="3597723"/>
                </a:lnTo>
                <a:lnTo>
                  <a:pt x="0" y="3597723"/>
                </a:lnTo>
                <a:lnTo>
                  <a:pt x="0" y="0"/>
                </a:lnTo>
                <a:close/>
              </a:path>
            </a:pathLst>
          </a:custGeom>
          <a:blipFill rotWithShape="1">
            <a:blip r:embed="rId3">
              <a:alphaModFix/>
            </a:blip>
            <a:stretch>
              <a:fillRect b="0" l="0" r="0" t="0"/>
            </a:stretch>
          </a:blipFill>
          <a:ln>
            <a:noFill/>
          </a:ln>
        </p:spPr>
      </p:sp>
      <p:sp>
        <p:nvSpPr>
          <p:cNvPr id="466" name="Google Shape;466;p31"/>
          <p:cNvSpPr/>
          <p:nvPr/>
        </p:nvSpPr>
        <p:spPr>
          <a:xfrm flipH="1">
            <a:off x="7093184" y="5322244"/>
            <a:ext cx="5026425" cy="3929750"/>
          </a:xfrm>
          <a:custGeom>
            <a:rect b="b" l="l" r="r" t="t"/>
            <a:pathLst>
              <a:path extrusionOk="0" h="3929750" w="5026425">
                <a:moveTo>
                  <a:pt x="5026424" y="0"/>
                </a:moveTo>
                <a:lnTo>
                  <a:pt x="0" y="0"/>
                </a:lnTo>
                <a:lnTo>
                  <a:pt x="0" y="3929750"/>
                </a:lnTo>
                <a:lnTo>
                  <a:pt x="5026424" y="3929750"/>
                </a:lnTo>
                <a:lnTo>
                  <a:pt x="5026424" y="0"/>
                </a:lnTo>
                <a:close/>
              </a:path>
            </a:pathLst>
          </a:custGeom>
          <a:blipFill rotWithShape="1">
            <a:blip r:embed="rId3">
              <a:alphaModFix/>
            </a:blip>
            <a:stretch>
              <a:fillRect b="0" l="0" r="0" t="0"/>
            </a:stretch>
          </a:blipFill>
          <a:ln>
            <a:noFill/>
          </a:ln>
        </p:spPr>
      </p:sp>
      <p:sp>
        <p:nvSpPr>
          <p:cNvPr id="467" name="Google Shape;467;p31"/>
          <p:cNvSpPr/>
          <p:nvPr/>
        </p:nvSpPr>
        <p:spPr>
          <a:xfrm>
            <a:off x="5999174" y="7488124"/>
            <a:ext cx="5426877" cy="4242831"/>
          </a:xfrm>
          <a:custGeom>
            <a:rect b="b" l="l" r="r" t="t"/>
            <a:pathLst>
              <a:path extrusionOk="0" h="4242831" w="5426877">
                <a:moveTo>
                  <a:pt x="0" y="0"/>
                </a:moveTo>
                <a:lnTo>
                  <a:pt x="5426877" y="0"/>
                </a:lnTo>
                <a:lnTo>
                  <a:pt x="5426877" y="4242831"/>
                </a:lnTo>
                <a:lnTo>
                  <a:pt x="0" y="4242831"/>
                </a:lnTo>
                <a:lnTo>
                  <a:pt x="0" y="0"/>
                </a:lnTo>
                <a:close/>
              </a:path>
            </a:pathLst>
          </a:custGeom>
          <a:blipFill rotWithShape="1">
            <a:blip r:embed="rId3">
              <a:alphaModFix/>
            </a:blip>
            <a:stretch>
              <a:fillRect b="0" l="0" r="0" t="0"/>
            </a:stretch>
          </a:blipFill>
          <a:ln>
            <a:noFill/>
          </a:ln>
        </p:spPr>
      </p:sp>
      <p:sp>
        <p:nvSpPr>
          <p:cNvPr id="468" name="Google Shape;468;p31"/>
          <p:cNvSpPr/>
          <p:nvPr/>
        </p:nvSpPr>
        <p:spPr>
          <a:xfrm>
            <a:off x="9057991" y="3625864"/>
            <a:ext cx="853877" cy="964338"/>
          </a:xfrm>
          <a:custGeom>
            <a:rect b="b" l="l" r="r" t="t"/>
            <a:pathLst>
              <a:path extrusionOk="0" h="964338" w="853877">
                <a:moveTo>
                  <a:pt x="0" y="0"/>
                </a:moveTo>
                <a:lnTo>
                  <a:pt x="853878" y="0"/>
                </a:lnTo>
                <a:lnTo>
                  <a:pt x="853878" y="964338"/>
                </a:lnTo>
                <a:lnTo>
                  <a:pt x="0" y="964338"/>
                </a:lnTo>
                <a:lnTo>
                  <a:pt x="0" y="0"/>
                </a:lnTo>
                <a:close/>
              </a:path>
            </a:pathLst>
          </a:custGeom>
          <a:blipFill rotWithShape="1">
            <a:blip r:embed="rId4">
              <a:alphaModFix/>
            </a:blip>
            <a:stretch>
              <a:fillRect b="0" l="0" r="0" t="0"/>
            </a:stretch>
          </a:blipFill>
          <a:ln>
            <a:noFill/>
          </a:ln>
        </p:spPr>
      </p:sp>
      <p:sp>
        <p:nvSpPr>
          <p:cNvPr id="469" name="Google Shape;469;p31"/>
          <p:cNvSpPr/>
          <p:nvPr/>
        </p:nvSpPr>
        <p:spPr>
          <a:xfrm>
            <a:off x="7993983" y="4316441"/>
            <a:ext cx="853877" cy="964338"/>
          </a:xfrm>
          <a:custGeom>
            <a:rect b="b" l="l" r="r" t="t"/>
            <a:pathLst>
              <a:path extrusionOk="0" h="964338" w="853877">
                <a:moveTo>
                  <a:pt x="0" y="0"/>
                </a:moveTo>
                <a:lnTo>
                  <a:pt x="853878" y="0"/>
                </a:lnTo>
                <a:lnTo>
                  <a:pt x="853878" y="964338"/>
                </a:lnTo>
                <a:lnTo>
                  <a:pt x="0" y="964338"/>
                </a:lnTo>
                <a:lnTo>
                  <a:pt x="0" y="0"/>
                </a:lnTo>
                <a:close/>
              </a:path>
            </a:pathLst>
          </a:custGeom>
          <a:blipFill rotWithShape="1">
            <a:blip r:embed="rId4">
              <a:alphaModFix/>
            </a:blip>
            <a:stretch>
              <a:fillRect b="0" l="0" r="0" t="0"/>
            </a:stretch>
          </a:blipFill>
          <a:ln>
            <a:noFill/>
          </a:ln>
        </p:spPr>
      </p:sp>
      <p:sp>
        <p:nvSpPr>
          <p:cNvPr id="470" name="Google Shape;470;p31"/>
          <p:cNvSpPr/>
          <p:nvPr/>
        </p:nvSpPr>
        <p:spPr>
          <a:xfrm>
            <a:off x="8958900" y="5936505"/>
            <a:ext cx="853877" cy="964338"/>
          </a:xfrm>
          <a:custGeom>
            <a:rect b="b" l="l" r="r" t="t"/>
            <a:pathLst>
              <a:path extrusionOk="0" h="964338" w="853877">
                <a:moveTo>
                  <a:pt x="0" y="0"/>
                </a:moveTo>
                <a:lnTo>
                  <a:pt x="853877" y="0"/>
                </a:lnTo>
                <a:lnTo>
                  <a:pt x="853877" y="964338"/>
                </a:lnTo>
                <a:lnTo>
                  <a:pt x="0" y="964338"/>
                </a:lnTo>
                <a:lnTo>
                  <a:pt x="0" y="0"/>
                </a:lnTo>
                <a:close/>
              </a:path>
            </a:pathLst>
          </a:custGeom>
          <a:blipFill rotWithShape="1">
            <a:blip r:embed="rId4">
              <a:alphaModFix/>
            </a:blip>
            <a:stretch>
              <a:fillRect b="0" l="0" r="0" t="0"/>
            </a:stretch>
          </a:blipFill>
          <a:ln>
            <a:noFill/>
          </a:ln>
        </p:spPr>
      </p:sp>
      <p:sp>
        <p:nvSpPr>
          <p:cNvPr id="471" name="Google Shape;471;p31"/>
          <p:cNvSpPr/>
          <p:nvPr/>
        </p:nvSpPr>
        <p:spPr>
          <a:xfrm>
            <a:off x="8767290" y="7911270"/>
            <a:ext cx="1040130" cy="1174685"/>
          </a:xfrm>
          <a:custGeom>
            <a:rect b="b" l="l" r="r" t="t"/>
            <a:pathLst>
              <a:path extrusionOk="0" h="1174685" w="1040130">
                <a:moveTo>
                  <a:pt x="0" y="0"/>
                </a:moveTo>
                <a:lnTo>
                  <a:pt x="1040130" y="0"/>
                </a:lnTo>
                <a:lnTo>
                  <a:pt x="1040130" y="1174685"/>
                </a:lnTo>
                <a:lnTo>
                  <a:pt x="0" y="1174685"/>
                </a:lnTo>
                <a:lnTo>
                  <a:pt x="0" y="0"/>
                </a:lnTo>
                <a:close/>
              </a:path>
            </a:pathLst>
          </a:custGeom>
          <a:blipFill rotWithShape="1">
            <a:blip r:embed="rId4">
              <a:alphaModFix/>
            </a:blip>
            <a:stretch>
              <a:fillRect b="0" l="0" r="0" t="0"/>
            </a:stretch>
          </a:blipFill>
          <a:ln>
            <a:noFill/>
          </a:ln>
        </p:spPr>
      </p:sp>
      <p:sp>
        <p:nvSpPr>
          <p:cNvPr id="472" name="Google Shape;472;p31"/>
          <p:cNvSpPr txBox="1"/>
          <p:nvPr/>
        </p:nvSpPr>
        <p:spPr>
          <a:xfrm>
            <a:off x="13477884" y="5522845"/>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Comercio</a:t>
            </a:r>
            <a:endParaRPr/>
          </a:p>
        </p:txBody>
      </p:sp>
      <p:sp>
        <p:nvSpPr>
          <p:cNvPr id="473" name="Google Shape;473;p31"/>
          <p:cNvSpPr txBox="1"/>
          <p:nvPr/>
        </p:nvSpPr>
        <p:spPr>
          <a:xfrm>
            <a:off x="1030354" y="5496626"/>
            <a:ext cx="3805800" cy="27720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Sostenibilidad</a:t>
            </a:r>
            <a:endParaRPr/>
          </a:p>
        </p:txBody>
      </p:sp>
      <p:sp>
        <p:nvSpPr>
          <p:cNvPr id="474" name="Google Shape;474;p31"/>
          <p:cNvSpPr txBox="1"/>
          <p:nvPr/>
        </p:nvSpPr>
        <p:spPr>
          <a:xfrm>
            <a:off x="13477884" y="5839075"/>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5" name="Google Shape;475;p31"/>
          <p:cNvSpPr txBox="1"/>
          <p:nvPr/>
        </p:nvSpPr>
        <p:spPr>
          <a:xfrm>
            <a:off x="1030354" y="5924940"/>
            <a:ext cx="3805800" cy="12006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6" name="Google Shape;476;p31"/>
          <p:cNvSpPr txBox="1"/>
          <p:nvPr/>
        </p:nvSpPr>
        <p:spPr>
          <a:xfrm>
            <a:off x="12430134" y="1020944"/>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Inversiones</a:t>
            </a:r>
            <a:endParaRPr/>
          </a:p>
        </p:txBody>
      </p:sp>
      <p:sp>
        <p:nvSpPr>
          <p:cNvPr id="477" name="Google Shape;477;p31"/>
          <p:cNvSpPr txBox="1"/>
          <p:nvPr/>
        </p:nvSpPr>
        <p:spPr>
          <a:xfrm>
            <a:off x="2078104" y="1129954"/>
            <a:ext cx="3805800" cy="27720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Mejorar la produción</a:t>
            </a:r>
            <a:endParaRPr/>
          </a:p>
        </p:txBody>
      </p:sp>
      <p:sp>
        <p:nvSpPr>
          <p:cNvPr id="478" name="Google Shape;478;p31"/>
          <p:cNvSpPr txBox="1"/>
          <p:nvPr/>
        </p:nvSpPr>
        <p:spPr>
          <a:xfrm>
            <a:off x="12430134" y="1337174"/>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9" name="Google Shape;479;p31"/>
          <p:cNvSpPr txBox="1"/>
          <p:nvPr/>
        </p:nvSpPr>
        <p:spPr>
          <a:xfrm>
            <a:off x="2078104" y="1427485"/>
            <a:ext cx="3805800" cy="12006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0" name="Google Shape;480;p31"/>
          <p:cNvSpPr txBox="1"/>
          <p:nvPr/>
        </p:nvSpPr>
        <p:spPr>
          <a:xfrm>
            <a:off x="13477884" y="3275772"/>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Autonomía</a:t>
            </a:r>
            <a:endParaRPr/>
          </a:p>
        </p:txBody>
      </p:sp>
      <p:sp>
        <p:nvSpPr>
          <p:cNvPr id="481" name="Google Shape;481;p31"/>
          <p:cNvSpPr txBox="1"/>
          <p:nvPr/>
        </p:nvSpPr>
        <p:spPr>
          <a:xfrm>
            <a:off x="1030354" y="3249554"/>
            <a:ext cx="3805800" cy="27720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Investigación</a:t>
            </a:r>
            <a:endParaRPr/>
          </a:p>
        </p:txBody>
      </p:sp>
      <p:sp>
        <p:nvSpPr>
          <p:cNvPr id="482" name="Google Shape;482;p31"/>
          <p:cNvSpPr txBox="1"/>
          <p:nvPr/>
        </p:nvSpPr>
        <p:spPr>
          <a:xfrm>
            <a:off x="13477884" y="3593853"/>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3" name="Google Shape;483;p31"/>
          <p:cNvSpPr txBox="1"/>
          <p:nvPr/>
        </p:nvSpPr>
        <p:spPr>
          <a:xfrm>
            <a:off x="1030354" y="3677868"/>
            <a:ext cx="3805800" cy="12006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4" name="Google Shape;484;p31"/>
          <p:cNvSpPr txBox="1"/>
          <p:nvPr/>
        </p:nvSpPr>
        <p:spPr>
          <a:xfrm>
            <a:off x="12430134" y="7769917"/>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Fabricación</a:t>
            </a:r>
            <a:endParaRPr/>
          </a:p>
        </p:txBody>
      </p:sp>
      <p:sp>
        <p:nvSpPr>
          <p:cNvPr id="485" name="Google Shape;485;p31"/>
          <p:cNvSpPr txBox="1"/>
          <p:nvPr/>
        </p:nvSpPr>
        <p:spPr>
          <a:xfrm>
            <a:off x="2078104" y="7743699"/>
            <a:ext cx="3805800" cy="27720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Optimizar</a:t>
            </a:r>
            <a:endParaRPr/>
          </a:p>
        </p:txBody>
      </p:sp>
      <p:sp>
        <p:nvSpPr>
          <p:cNvPr id="486" name="Google Shape;486;p31"/>
          <p:cNvSpPr txBox="1"/>
          <p:nvPr/>
        </p:nvSpPr>
        <p:spPr>
          <a:xfrm>
            <a:off x="12430134" y="8087998"/>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7" name="Google Shape;487;p31"/>
          <p:cNvSpPr txBox="1"/>
          <p:nvPr/>
        </p:nvSpPr>
        <p:spPr>
          <a:xfrm>
            <a:off x="2078104" y="8080829"/>
            <a:ext cx="3805800" cy="12006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8" name="Google Shape;488;p31"/>
          <p:cNvSpPr txBox="1"/>
          <p:nvPr/>
        </p:nvSpPr>
        <p:spPr>
          <a:xfrm>
            <a:off x="6648875" y="990600"/>
            <a:ext cx="4990200" cy="1225200"/>
          </a:xfrm>
          <a:prstGeom prst="rect">
            <a:avLst/>
          </a:prstGeom>
          <a:noFill/>
          <a:ln>
            <a:noFill/>
          </a:ln>
        </p:spPr>
        <p:txBody>
          <a:bodyPr anchorCtr="0" anchor="t" bIns="0" lIns="0" spcFirstLastPara="1" rIns="0" wrap="square" tIns="0">
            <a:spAutoFit/>
          </a:bodyPr>
          <a:lstStyle/>
          <a:p>
            <a:pPr indent="0" lvl="0" marL="0" marR="0" rtl="0" algn="ctr">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PRINCIPALES OBJETIVOS</a:t>
            </a:r>
            <a:endParaRPr/>
          </a:p>
        </p:txBody>
      </p:sp>
      <p:grpSp>
        <p:nvGrpSpPr>
          <p:cNvPr id="489" name="Google Shape;489;p31"/>
          <p:cNvGrpSpPr/>
          <p:nvPr/>
        </p:nvGrpSpPr>
        <p:grpSpPr>
          <a:xfrm>
            <a:off x="16124575" y="8400655"/>
            <a:ext cx="2163413" cy="1886345"/>
            <a:chOff x="12784175" y="3675030"/>
            <a:chExt cx="2163413" cy="1886345"/>
          </a:xfrm>
        </p:grpSpPr>
        <p:sp>
          <p:nvSpPr>
            <p:cNvPr id="490" name="Google Shape;490;p31"/>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491" name="Google Shape;491;p31"/>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495" name="Shape 495"/>
        <p:cNvGrpSpPr/>
        <p:nvPr/>
      </p:nvGrpSpPr>
      <p:grpSpPr>
        <a:xfrm>
          <a:off x="0" y="0"/>
          <a:ext cx="0" cy="0"/>
          <a:chOff x="0" y="0"/>
          <a:chExt cx="0" cy="0"/>
        </a:xfrm>
      </p:grpSpPr>
      <p:sp>
        <p:nvSpPr>
          <p:cNvPr id="496" name="Google Shape;496;p32"/>
          <p:cNvSpPr/>
          <p:nvPr/>
        </p:nvSpPr>
        <p:spPr>
          <a:xfrm flipH="1">
            <a:off x="13327023" y="-1831276"/>
            <a:ext cx="4802247" cy="4383142"/>
          </a:xfrm>
          <a:custGeom>
            <a:rect b="b" l="l" r="r" t="t"/>
            <a:pathLst>
              <a:path extrusionOk="0" h="6469582" w="7088187">
                <a:moveTo>
                  <a:pt x="7088187" y="0"/>
                </a:moveTo>
                <a:lnTo>
                  <a:pt x="0" y="0"/>
                </a:lnTo>
                <a:lnTo>
                  <a:pt x="0" y="6469582"/>
                </a:lnTo>
                <a:lnTo>
                  <a:pt x="7088187" y="6469582"/>
                </a:lnTo>
                <a:lnTo>
                  <a:pt x="7088187" y="0"/>
                </a:lnTo>
                <a:close/>
              </a:path>
            </a:pathLst>
          </a:custGeom>
          <a:blipFill rotWithShape="1">
            <a:blip r:embed="rId3">
              <a:alphaModFix/>
            </a:blip>
            <a:stretch>
              <a:fillRect b="0" l="0" r="0" t="0"/>
            </a:stretch>
          </a:blipFill>
          <a:ln>
            <a:noFill/>
          </a:ln>
        </p:spPr>
      </p:sp>
      <p:sp>
        <p:nvSpPr>
          <p:cNvPr id="497" name="Google Shape;497;p32"/>
          <p:cNvSpPr/>
          <p:nvPr/>
        </p:nvSpPr>
        <p:spPr>
          <a:xfrm flipH="1">
            <a:off x="14990317" y="-794163"/>
            <a:ext cx="4802247" cy="4383142"/>
          </a:xfrm>
          <a:custGeom>
            <a:rect b="b" l="l" r="r" t="t"/>
            <a:pathLst>
              <a:path extrusionOk="0" h="6469582" w="7088187">
                <a:moveTo>
                  <a:pt x="7088187" y="0"/>
                </a:moveTo>
                <a:lnTo>
                  <a:pt x="0" y="0"/>
                </a:lnTo>
                <a:lnTo>
                  <a:pt x="0" y="6469581"/>
                </a:lnTo>
                <a:lnTo>
                  <a:pt x="7088187" y="6469581"/>
                </a:lnTo>
                <a:lnTo>
                  <a:pt x="7088187" y="0"/>
                </a:lnTo>
                <a:close/>
              </a:path>
            </a:pathLst>
          </a:custGeom>
          <a:blipFill rotWithShape="1">
            <a:blip r:embed="rId3">
              <a:alphaModFix/>
            </a:blip>
            <a:stretch>
              <a:fillRect b="0" l="0" r="0" t="0"/>
            </a:stretch>
          </a:blipFill>
          <a:ln>
            <a:noFill/>
          </a:ln>
        </p:spPr>
      </p:sp>
      <p:sp>
        <p:nvSpPr>
          <p:cNvPr id="498" name="Google Shape;498;p32"/>
          <p:cNvSpPr/>
          <p:nvPr/>
        </p:nvSpPr>
        <p:spPr>
          <a:xfrm flipH="1">
            <a:off x="16682965" y="264313"/>
            <a:ext cx="4802247" cy="4383142"/>
          </a:xfrm>
          <a:custGeom>
            <a:rect b="b" l="l" r="r" t="t"/>
            <a:pathLst>
              <a:path extrusionOk="0" h="6469582" w="7088187">
                <a:moveTo>
                  <a:pt x="7088187" y="0"/>
                </a:moveTo>
                <a:lnTo>
                  <a:pt x="0" y="0"/>
                </a:lnTo>
                <a:lnTo>
                  <a:pt x="0" y="6469582"/>
                </a:lnTo>
                <a:lnTo>
                  <a:pt x="7088187" y="6469582"/>
                </a:lnTo>
                <a:lnTo>
                  <a:pt x="7088187" y="0"/>
                </a:lnTo>
                <a:close/>
              </a:path>
            </a:pathLst>
          </a:custGeom>
          <a:blipFill rotWithShape="1">
            <a:blip r:embed="rId3">
              <a:alphaModFix/>
            </a:blip>
            <a:stretch>
              <a:fillRect b="0" l="0" r="0" t="0"/>
            </a:stretch>
          </a:blipFill>
          <a:ln>
            <a:noFill/>
          </a:ln>
        </p:spPr>
      </p:sp>
      <p:sp>
        <p:nvSpPr>
          <p:cNvPr id="499" name="Google Shape;499;p32"/>
          <p:cNvSpPr/>
          <p:nvPr/>
        </p:nvSpPr>
        <p:spPr>
          <a:xfrm flipH="1">
            <a:off x="18365827" y="1291641"/>
            <a:ext cx="4802247" cy="4383142"/>
          </a:xfrm>
          <a:custGeom>
            <a:rect b="b" l="l" r="r" t="t"/>
            <a:pathLst>
              <a:path extrusionOk="0" h="6469582" w="7088187">
                <a:moveTo>
                  <a:pt x="7088187" y="0"/>
                </a:moveTo>
                <a:lnTo>
                  <a:pt x="0" y="0"/>
                </a:lnTo>
                <a:lnTo>
                  <a:pt x="0" y="6469582"/>
                </a:lnTo>
                <a:lnTo>
                  <a:pt x="7088187" y="6469582"/>
                </a:lnTo>
                <a:lnTo>
                  <a:pt x="7088187" y="0"/>
                </a:lnTo>
                <a:close/>
              </a:path>
            </a:pathLst>
          </a:custGeom>
          <a:blipFill rotWithShape="1">
            <a:blip r:embed="rId3">
              <a:alphaModFix/>
            </a:blip>
            <a:stretch>
              <a:fillRect b="0" l="0" r="0" t="0"/>
            </a:stretch>
          </a:blipFill>
          <a:ln>
            <a:noFill/>
          </a:ln>
        </p:spPr>
      </p:sp>
      <p:sp>
        <p:nvSpPr>
          <p:cNvPr id="500" name="Google Shape;500;p32"/>
          <p:cNvSpPr/>
          <p:nvPr/>
        </p:nvSpPr>
        <p:spPr>
          <a:xfrm>
            <a:off x="13850661" y="2157399"/>
            <a:ext cx="2470941" cy="3102779"/>
          </a:xfrm>
          <a:custGeom>
            <a:rect b="b" l="l" r="r" t="t"/>
            <a:pathLst>
              <a:path extrusionOk="0" h="4579748" w="3647145">
                <a:moveTo>
                  <a:pt x="0" y="0"/>
                </a:moveTo>
                <a:lnTo>
                  <a:pt x="3647145" y="0"/>
                </a:lnTo>
                <a:lnTo>
                  <a:pt x="3647145" y="4579748"/>
                </a:lnTo>
                <a:lnTo>
                  <a:pt x="0" y="4579748"/>
                </a:lnTo>
                <a:lnTo>
                  <a:pt x="0" y="0"/>
                </a:lnTo>
                <a:close/>
              </a:path>
            </a:pathLst>
          </a:custGeom>
          <a:blipFill rotWithShape="1">
            <a:blip r:embed="rId4">
              <a:alphaModFix/>
            </a:blip>
            <a:stretch>
              <a:fillRect b="0" l="0" r="0" t="0"/>
            </a:stretch>
          </a:blipFill>
          <a:ln>
            <a:noFill/>
          </a:ln>
        </p:spPr>
      </p:sp>
      <p:sp>
        <p:nvSpPr>
          <p:cNvPr id="501" name="Google Shape;501;p32"/>
          <p:cNvSpPr txBox="1"/>
          <p:nvPr/>
        </p:nvSpPr>
        <p:spPr>
          <a:xfrm>
            <a:off x="1560900" y="998885"/>
            <a:ext cx="60222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PREGUNTA R. 3</a:t>
            </a:r>
            <a:endParaRPr/>
          </a:p>
        </p:txBody>
      </p:sp>
      <p:sp>
        <p:nvSpPr>
          <p:cNvPr id="502" name="Google Shape;502;p32"/>
          <p:cNvSpPr txBox="1"/>
          <p:nvPr/>
        </p:nvSpPr>
        <p:spPr>
          <a:xfrm>
            <a:off x="8663575" y="2118970"/>
            <a:ext cx="4716000" cy="6591300"/>
          </a:xfrm>
          <a:prstGeom prst="rect">
            <a:avLst/>
          </a:prstGeom>
          <a:noFill/>
          <a:ln>
            <a:noFill/>
          </a:ln>
        </p:spPr>
        <p:txBody>
          <a:bodyPr anchorCtr="0" anchor="t" bIns="0" lIns="0" spcFirstLastPara="1" rIns="0" wrap="square" tIns="0">
            <a:spAutoFit/>
          </a:bodyPr>
          <a:lstStyle/>
          <a:p>
            <a:pPr indent="0" lvl="0" marL="0" marR="0" rtl="0" algn="l">
              <a:lnSpc>
                <a:spcPct val="188987"/>
              </a:lnSpc>
              <a:spcBef>
                <a:spcPts val="0"/>
              </a:spcBef>
              <a:spcAft>
                <a:spcPts val="0"/>
              </a:spcAft>
              <a:buNone/>
            </a:pPr>
            <a:r>
              <a:rPr b="0" i="0" lang="en-US" sz="2152" u="none" cap="none" strike="noStrik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503" name="Google Shape;503;p32"/>
          <p:cNvSpPr/>
          <p:nvPr/>
        </p:nvSpPr>
        <p:spPr>
          <a:xfrm>
            <a:off x="746875" y="2021325"/>
            <a:ext cx="7262700" cy="67866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grpSp>
        <p:nvGrpSpPr>
          <p:cNvPr id="504" name="Google Shape;504;p32"/>
          <p:cNvGrpSpPr/>
          <p:nvPr/>
        </p:nvGrpSpPr>
        <p:grpSpPr>
          <a:xfrm>
            <a:off x="16124575" y="8400655"/>
            <a:ext cx="2163413" cy="1886345"/>
            <a:chOff x="12784175" y="3675030"/>
            <a:chExt cx="2163413" cy="1886345"/>
          </a:xfrm>
        </p:grpSpPr>
        <p:sp>
          <p:nvSpPr>
            <p:cNvPr id="505" name="Google Shape;505;p32"/>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506" name="Google Shape;506;p32"/>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510" name="Shape 510"/>
        <p:cNvGrpSpPr/>
        <p:nvPr/>
      </p:nvGrpSpPr>
      <p:grpSpPr>
        <a:xfrm>
          <a:off x="0" y="0"/>
          <a:ext cx="0" cy="0"/>
          <a:chOff x="0" y="0"/>
          <a:chExt cx="0" cy="0"/>
        </a:xfrm>
      </p:grpSpPr>
      <p:cxnSp>
        <p:nvCxnSpPr>
          <p:cNvPr id="511" name="Google Shape;511;p33"/>
          <p:cNvCxnSpPr/>
          <p:nvPr/>
        </p:nvCxnSpPr>
        <p:spPr>
          <a:xfrm>
            <a:off x="7198632" y="-330798"/>
            <a:ext cx="0" cy="10946700"/>
          </a:xfrm>
          <a:prstGeom prst="straightConnector1">
            <a:avLst/>
          </a:prstGeom>
          <a:noFill/>
          <a:ln cap="rnd" cmpd="sng" w="114300">
            <a:solidFill>
              <a:srgbClr val="004AAD"/>
            </a:solidFill>
            <a:prstDash val="solid"/>
            <a:round/>
            <a:headEnd len="sm" w="sm" type="none"/>
            <a:tailEnd len="sm" w="sm" type="none"/>
          </a:ln>
        </p:spPr>
      </p:cxnSp>
      <p:grpSp>
        <p:nvGrpSpPr>
          <p:cNvPr id="512" name="Google Shape;512;p33"/>
          <p:cNvGrpSpPr/>
          <p:nvPr/>
        </p:nvGrpSpPr>
        <p:grpSpPr>
          <a:xfrm>
            <a:off x="6904192" y="1006055"/>
            <a:ext cx="588874" cy="595774"/>
            <a:chOff x="0" y="-9525"/>
            <a:chExt cx="812800" cy="822325"/>
          </a:xfrm>
        </p:grpSpPr>
        <p:sp>
          <p:nvSpPr>
            <p:cNvPr id="513" name="Google Shape;513;p33"/>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14" name="Google Shape;514;p33"/>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15" name="Google Shape;515;p33"/>
          <p:cNvGrpSpPr/>
          <p:nvPr/>
        </p:nvGrpSpPr>
        <p:grpSpPr>
          <a:xfrm>
            <a:off x="6904192" y="3210168"/>
            <a:ext cx="588874" cy="595774"/>
            <a:chOff x="0" y="-9525"/>
            <a:chExt cx="812800" cy="822325"/>
          </a:xfrm>
        </p:grpSpPr>
        <p:sp>
          <p:nvSpPr>
            <p:cNvPr id="516" name="Google Shape;516;p33"/>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17" name="Google Shape;517;p33"/>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18" name="Google Shape;518;p33"/>
          <p:cNvGrpSpPr/>
          <p:nvPr/>
        </p:nvGrpSpPr>
        <p:grpSpPr>
          <a:xfrm>
            <a:off x="6904192" y="5457240"/>
            <a:ext cx="588874" cy="595774"/>
            <a:chOff x="0" y="-9525"/>
            <a:chExt cx="812800" cy="822325"/>
          </a:xfrm>
        </p:grpSpPr>
        <p:sp>
          <p:nvSpPr>
            <p:cNvPr id="519" name="Google Shape;519;p33"/>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20" name="Google Shape;520;p33"/>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21" name="Google Shape;521;p33"/>
          <p:cNvGrpSpPr/>
          <p:nvPr/>
        </p:nvGrpSpPr>
        <p:grpSpPr>
          <a:xfrm>
            <a:off x="6904192" y="7703472"/>
            <a:ext cx="588874" cy="595774"/>
            <a:chOff x="0" y="-9525"/>
            <a:chExt cx="812800" cy="822325"/>
          </a:xfrm>
        </p:grpSpPr>
        <p:sp>
          <p:nvSpPr>
            <p:cNvPr id="522" name="Google Shape;522;p33"/>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23" name="Google Shape;523;p33"/>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524" name="Google Shape;524;p33"/>
          <p:cNvSpPr/>
          <p:nvPr/>
        </p:nvSpPr>
        <p:spPr>
          <a:xfrm>
            <a:off x="13196004" y="3159413"/>
            <a:ext cx="6521776" cy="7305451"/>
          </a:xfrm>
          <a:custGeom>
            <a:rect b="b" l="l" r="r" t="t"/>
            <a:pathLst>
              <a:path extrusionOk="0" h="7305451" w="6521776">
                <a:moveTo>
                  <a:pt x="0" y="0"/>
                </a:moveTo>
                <a:lnTo>
                  <a:pt x="6521776" y="0"/>
                </a:lnTo>
                <a:lnTo>
                  <a:pt x="6521776" y="7305452"/>
                </a:lnTo>
                <a:lnTo>
                  <a:pt x="0" y="7305452"/>
                </a:lnTo>
                <a:lnTo>
                  <a:pt x="0" y="0"/>
                </a:lnTo>
                <a:close/>
              </a:path>
            </a:pathLst>
          </a:custGeom>
          <a:blipFill rotWithShape="1">
            <a:blip r:embed="rId3">
              <a:alphaModFix/>
            </a:blip>
            <a:stretch>
              <a:fillRect b="0" l="0" r="0" t="0"/>
            </a:stretch>
          </a:blipFill>
          <a:ln>
            <a:noFill/>
          </a:ln>
        </p:spPr>
      </p:sp>
      <p:sp>
        <p:nvSpPr>
          <p:cNvPr id="525" name="Google Shape;525;p33"/>
          <p:cNvSpPr/>
          <p:nvPr/>
        </p:nvSpPr>
        <p:spPr>
          <a:xfrm>
            <a:off x="13196004" y="-703241"/>
            <a:ext cx="6521776" cy="7305451"/>
          </a:xfrm>
          <a:custGeom>
            <a:rect b="b" l="l" r="r" t="t"/>
            <a:pathLst>
              <a:path extrusionOk="0" h="7305451" w="6521776">
                <a:moveTo>
                  <a:pt x="0" y="0"/>
                </a:moveTo>
                <a:lnTo>
                  <a:pt x="6521776" y="0"/>
                </a:lnTo>
                <a:lnTo>
                  <a:pt x="6521776" y="7305452"/>
                </a:lnTo>
                <a:lnTo>
                  <a:pt x="0" y="7305452"/>
                </a:lnTo>
                <a:lnTo>
                  <a:pt x="0" y="0"/>
                </a:lnTo>
                <a:close/>
              </a:path>
            </a:pathLst>
          </a:custGeom>
          <a:blipFill rotWithShape="1">
            <a:blip r:embed="rId3">
              <a:alphaModFix/>
            </a:blip>
            <a:stretch>
              <a:fillRect b="0" l="0" r="0" t="0"/>
            </a:stretch>
          </a:blipFill>
          <a:ln>
            <a:noFill/>
          </a:ln>
        </p:spPr>
      </p:sp>
      <p:sp>
        <p:nvSpPr>
          <p:cNvPr id="526" name="Google Shape;526;p33"/>
          <p:cNvSpPr txBox="1"/>
          <p:nvPr/>
        </p:nvSpPr>
        <p:spPr>
          <a:xfrm>
            <a:off x="1028700" y="4143264"/>
            <a:ext cx="4530600" cy="3902100"/>
          </a:xfrm>
          <a:prstGeom prst="rect">
            <a:avLst/>
          </a:prstGeom>
          <a:noFill/>
          <a:ln>
            <a:noFill/>
          </a:ln>
        </p:spPr>
        <p:txBody>
          <a:bodyPr anchorCtr="0" anchor="t" bIns="0" lIns="0" spcFirstLastPara="1" rIns="0" wrap="square" tIns="0">
            <a:spAutoFit/>
          </a:bodyPr>
          <a:lstStyle/>
          <a:p>
            <a:pPr indent="0" lvl="0" marL="0" marR="0" rtl="0" algn="l">
              <a:lnSpc>
                <a:spcPct val="165040"/>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indent="0" lvl="0" marL="0" marR="0" rtl="0" algn="l">
              <a:lnSpc>
                <a:spcPct val="165040"/>
              </a:lnSpc>
              <a:spcBef>
                <a:spcPts val="0"/>
              </a:spcBef>
              <a:spcAft>
                <a:spcPts val="0"/>
              </a:spcAft>
              <a:buNone/>
            </a:pPr>
            <a:r>
              <a:t/>
            </a:r>
            <a:endParaRPr b="0" i="0" sz="1599" u="none" cap="none" strike="noStrike">
              <a:solidFill>
                <a:srgbClr val="004AAD"/>
              </a:solidFill>
              <a:latin typeface="Poppins"/>
              <a:ea typeface="Poppins"/>
              <a:cs typeface="Poppins"/>
              <a:sym typeface="Poppins"/>
            </a:endParaRPr>
          </a:p>
          <a:p>
            <a:pPr indent="0" lvl="0" marL="0" marR="0" rtl="0" algn="l">
              <a:lnSpc>
                <a:spcPct val="165040"/>
              </a:lnSpc>
              <a:spcBef>
                <a:spcPts val="0"/>
              </a:spcBef>
              <a:spcAft>
                <a:spcPts val="0"/>
              </a:spcAft>
              <a:buNone/>
            </a:pPr>
            <a:r>
              <a:rPr b="0" i="0" lang="en-US" sz="1599" u="none" cap="none" strike="noStrik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527" name="Google Shape;527;p33"/>
          <p:cNvSpPr txBox="1"/>
          <p:nvPr/>
        </p:nvSpPr>
        <p:spPr>
          <a:xfrm>
            <a:off x="1028700" y="2777601"/>
            <a:ext cx="4530600" cy="12252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LA PRODUCCIÓN INTERNACIONAL</a:t>
            </a:r>
            <a:endParaRPr/>
          </a:p>
        </p:txBody>
      </p:sp>
      <p:sp>
        <p:nvSpPr>
          <p:cNvPr id="528" name="Google Shape;528;p33"/>
          <p:cNvSpPr txBox="1"/>
          <p:nvPr/>
        </p:nvSpPr>
        <p:spPr>
          <a:xfrm>
            <a:off x="8045406" y="5623354"/>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Estudiar los datos</a:t>
            </a:r>
            <a:endParaRPr/>
          </a:p>
        </p:txBody>
      </p:sp>
      <p:sp>
        <p:nvSpPr>
          <p:cNvPr id="529" name="Google Shape;529;p33"/>
          <p:cNvSpPr txBox="1"/>
          <p:nvPr/>
        </p:nvSpPr>
        <p:spPr>
          <a:xfrm>
            <a:off x="8045406" y="6051668"/>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0" name="Google Shape;530;p33"/>
          <p:cNvSpPr txBox="1"/>
          <p:nvPr/>
        </p:nvSpPr>
        <p:spPr>
          <a:xfrm>
            <a:off x="8045406" y="1121453"/>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Investigaciones</a:t>
            </a:r>
            <a:endParaRPr/>
          </a:p>
        </p:txBody>
      </p:sp>
      <p:sp>
        <p:nvSpPr>
          <p:cNvPr id="531" name="Google Shape;531;p33"/>
          <p:cNvSpPr txBox="1"/>
          <p:nvPr/>
        </p:nvSpPr>
        <p:spPr>
          <a:xfrm>
            <a:off x="8045406" y="1554212"/>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2" name="Google Shape;532;p33"/>
          <p:cNvSpPr txBox="1"/>
          <p:nvPr/>
        </p:nvSpPr>
        <p:spPr>
          <a:xfrm>
            <a:off x="8045406" y="3376281"/>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Revisar publicaciones</a:t>
            </a:r>
            <a:endParaRPr/>
          </a:p>
        </p:txBody>
      </p:sp>
      <p:sp>
        <p:nvSpPr>
          <p:cNvPr id="533" name="Google Shape;533;p33"/>
          <p:cNvSpPr txBox="1"/>
          <p:nvPr/>
        </p:nvSpPr>
        <p:spPr>
          <a:xfrm>
            <a:off x="8045406" y="3804595"/>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4" name="Google Shape;534;p33"/>
          <p:cNvSpPr txBox="1"/>
          <p:nvPr/>
        </p:nvSpPr>
        <p:spPr>
          <a:xfrm>
            <a:off x="8045406" y="7870426"/>
            <a:ext cx="3805800" cy="27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004AAD"/>
                </a:solidFill>
                <a:latin typeface="Poppins"/>
                <a:ea typeface="Poppins"/>
                <a:cs typeface="Poppins"/>
                <a:sym typeface="Poppins"/>
              </a:rPr>
              <a:t>Aumentar la inversión</a:t>
            </a:r>
            <a:endParaRPr/>
          </a:p>
        </p:txBody>
      </p:sp>
      <p:sp>
        <p:nvSpPr>
          <p:cNvPr id="535" name="Google Shape;535;p33"/>
          <p:cNvSpPr txBox="1"/>
          <p:nvPr/>
        </p:nvSpPr>
        <p:spPr>
          <a:xfrm>
            <a:off x="8045406" y="8298740"/>
            <a:ext cx="3805800" cy="120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5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536" name="Google Shape;536;p33"/>
          <p:cNvGrpSpPr/>
          <p:nvPr/>
        </p:nvGrpSpPr>
        <p:grpSpPr>
          <a:xfrm>
            <a:off x="0" y="5"/>
            <a:ext cx="2163413" cy="1886345"/>
            <a:chOff x="12784175" y="3675030"/>
            <a:chExt cx="2163413" cy="1886345"/>
          </a:xfrm>
        </p:grpSpPr>
        <p:sp>
          <p:nvSpPr>
            <p:cNvPr id="537" name="Google Shape;537;p33"/>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538" name="Google Shape;538;p33"/>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542" name="Shape 542"/>
        <p:cNvGrpSpPr/>
        <p:nvPr/>
      </p:nvGrpSpPr>
      <p:grpSpPr>
        <a:xfrm>
          <a:off x="0" y="0"/>
          <a:ext cx="0" cy="0"/>
          <a:chOff x="0" y="0"/>
          <a:chExt cx="0" cy="0"/>
        </a:xfrm>
      </p:grpSpPr>
      <p:grpSp>
        <p:nvGrpSpPr>
          <p:cNvPr id="543" name="Google Shape;543;p34"/>
          <p:cNvGrpSpPr/>
          <p:nvPr/>
        </p:nvGrpSpPr>
        <p:grpSpPr>
          <a:xfrm>
            <a:off x="8647101" y="1554020"/>
            <a:ext cx="1383100" cy="1389754"/>
            <a:chOff x="0" y="-9525"/>
            <a:chExt cx="963900" cy="968537"/>
          </a:xfrm>
        </p:grpSpPr>
        <p:sp>
          <p:nvSpPr>
            <p:cNvPr id="544" name="Google Shape;544;p34"/>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545" name="Google Shape;545;p34"/>
            <p:cNvSpPr txBox="1"/>
            <p:nvPr/>
          </p:nvSpPr>
          <p:spPr>
            <a:xfrm>
              <a:off x="0" y="-9525"/>
              <a:ext cx="963900" cy="9684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1</a:t>
              </a:r>
              <a:endParaRPr/>
            </a:p>
          </p:txBody>
        </p:sp>
      </p:grpSp>
      <p:grpSp>
        <p:nvGrpSpPr>
          <p:cNvPr id="546" name="Google Shape;546;p34"/>
          <p:cNvGrpSpPr/>
          <p:nvPr/>
        </p:nvGrpSpPr>
        <p:grpSpPr>
          <a:xfrm>
            <a:off x="8647101" y="3546536"/>
            <a:ext cx="1383100" cy="1389754"/>
            <a:chOff x="0" y="-9525"/>
            <a:chExt cx="963900" cy="968537"/>
          </a:xfrm>
        </p:grpSpPr>
        <p:sp>
          <p:nvSpPr>
            <p:cNvPr id="547" name="Google Shape;547;p34"/>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548" name="Google Shape;548;p34"/>
            <p:cNvSpPr txBox="1"/>
            <p:nvPr/>
          </p:nvSpPr>
          <p:spPr>
            <a:xfrm>
              <a:off x="0" y="-9525"/>
              <a:ext cx="963900" cy="9684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2</a:t>
              </a:r>
              <a:endParaRPr/>
            </a:p>
          </p:txBody>
        </p:sp>
      </p:grpSp>
      <p:grpSp>
        <p:nvGrpSpPr>
          <p:cNvPr id="549" name="Google Shape;549;p34"/>
          <p:cNvGrpSpPr/>
          <p:nvPr/>
        </p:nvGrpSpPr>
        <p:grpSpPr>
          <a:xfrm>
            <a:off x="8647101" y="5578255"/>
            <a:ext cx="1383100" cy="1389754"/>
            <a:chOff x="0" y="-9525"/>
            <a:chExt cx="963900" cy="968537"/>
          </a:xfrm>
        </p:grpSpPr>
        <p:sp>
          <p:nvSpPr>
            <p:cNvPr id="550" name="Google Shape;550;p34"/>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551" name="Google Shape;551;p34"/>
            <p:cNvSpPr txBox="1"/>
            <p:nvPr/>
          </p:nvSpPr>
          <p:spPr>
            <a:xfrm>
              <a:off x="0" y="-9525"/>
              <a:ext cx="963900" cy="9684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3</a:t>
              </a:r>
              <a:endParaRPr/>
            </a:p>
          </p:txBody>
        </p:sp>
      </p:grpSp>
      <p:grpSp>
        <p:nvGrpSpPr>
          <p:cNvPr id="552" name="Google Shape;552;p34"/>
          <p:cNvGrpSpPr/>
          <p:nvPr/>
        </p:nvGrpSpPr>
        <p:grpSpPr>
          <a:xfrm>
            <a:off x="8647101" y="7564715"/>
            <a:ext cx="1383100" cy="1389754"/>
            <a:chOff x="0" y="-9525"/>
            <a:chExt cx="963900" cy="968537"/>
          </a:xfrm>
        </p:grpSpPr>
        <p:sp>
          <p:nvSpPr>
            <p:cNvPr id="553" name="Google Shape;553;p34"/>
            <p:cNvSpPr/>
            <p:nvPr/>
          </p:nvSpPr>
          <p:spPr>
            <a:xfrm>
              <a:off x="0" y="0"/>
              <a:ext cx="963809" cy="959012"/>
            </a:xfrm>
            <a:custGeom>
              <a:rect b="b" l="l" r="r" t="t"/>
              <a:pathLst>
                <a:path extrusionOk="0" h="959012" w="963809">
                  <a:moveTo>
                    <a:pt x="0" y="0"/>
                  </a:moveTo>
                  <a:lnTo>
                    <a:pt x="963809" y="0"/>
                  </a:lnTo>
                  <a:lnTo>
                    <a:pt x="963809" y="959012"/>
                  </a:lnTo>
                  <a:lnTo>
                    <a:pt x="0" y="959012"/>
                  </a:lnTo>
                  <a:close/>
                </a:path>
              </a:pathLst>
            </a:custGeom>
            <a:solidFill>
              <a:srgbClr val="FFFFFF"/>
            </a:solidFill>
            <a:ln cap="sq" cmpd="sng" w="28575">
              <a:solidFill>
                <a:srgbClr val="004AAD"/>
              </a:solidFill>
              <a:prstDash val="solid"/>
              <a:miter lim="8000"/>
              <a:headEnd len="sm" w="sm" type="none"/>
              <a:tailEnd len="sm" w="sm" type="none"/>
            </a:ln>
          </p:spPr>
        </p:sp>
        <p:sp>
          <p:nvSpPr>
            <p:cNvPr id="554" name="Google Shape;554;p34"/>
            <p:cNvSpPr txBox="1"/>
            <p:nvPr/>
          </p:nvSpPr>
          <p:spPr>
            <a:xfrm>
              <a:off x="0" y="-9525"/>
              <a:ext cx="963900" cy="968400"/>
            </a:xfrm>
            <a:prstGeom prst="rect">
              <a:avLst/>
            </a:prstGeom>
            <a:noFill/>
            <a:ln>
              <a:noFill/>
            </a:ln>
          </p:spPr>
          <p:txBody>
            <a:bodyPr anchorCtr="0" anchor="ctr" bIns="50800" lIns="50800" spcFirstLastPara="1" rIns="50800" wrap="square" tIns="50800">
              <a:noAutofit/>
            </a:bodyPr>
            <a:lstStyle/>
            <a:p>
              <a:pPr indent="0" lvl="0" marL="0" marR="0" rtl="0" algn="ctr">
                <a:lnSpc>
                  <a:spcPct val="113000"/>
                </a:lnSpc>
                <a:spcBef>
                  <a:spcPts val="0"/>
                </a:spcBef>
                <a:spcAft>
                  <a:spcPts val="0"/>
                </a:spcAft>
                <a:buNone/>
              </a:pPr>
              <a:r>
                <a:rPr b="1" i="0" lang="en-US" sz="5000" u="none" cap="none" strike="noStrike">
                  <a:solidFill>
                    <a:srgbClr val="004AAD"/>
                  </a:solidFill>
                  <a:latin typeface="Poppins Black"/>
                  <a:ea typeface="Poppins Black"/>
                  <a:cs typeface="Poppins Black"/>
                  <a:sym typeface="Poppins Black"/>
                </a:rPr>
                <a:t>4</a:t>
              </a:r>
              <a:endParaRPr/>
            </a:p>
          </p:txBody>
        </p:sp>
      </p:grpSp>
      <p:sp>
        <p:nvSpPr>
          <p:cNvPr id="555" name="Google Shape;555;p34"/>
          <p:cNvSpPr/>
          <p:nvPr/>
        </p:nvSpPr>
        <p:spPr>
          <a:xfrm>
            <a:off x="-1518115" y="5138796"/>
            <a:ext cx="7760440" cy="6137802"/>
          </a:xfrm>
          <a:custGeom>
            <a:rect b="b" l="l" r="r" t="t"/>
            <a:pathLst>
              <a:path extrusionOk="0" h="6137802" w="7760440">
                <a:moveTo>
                  <a:pt x="0" y="0"/>
                </a:moveTo>
                <a:lnTo>
                  <a:pt x="7760439" y="0"/>
                </a:lnTo>
                <a:lnTo>
                  <a:pt x="7760439" y="6137802"/>
                </a:lnTo>
                <a:lnTo>
                  <a:pt x="0" y="6137802"/>
                </a:lnTo>
                <a:lnTo>
                  <a:pt x="0" y="0"/>
                </a:lnTo>
                <a:close/>
              </a:path>
            </a:pathLst>
          </a:custGeom>
          <a:blipFill rotWithShape="1">
            <a:blip r:embed="rId3">
              <a:alphaModFix/>
            </a:blip>
            <a:stretch>
              <a:fillRect b="0" l="0" r="0" t="0"/>
            </a:stretch>
          </a:blipFill>
          <a:ln>
            <a:noFill/>
          </a:ln>
        </p:spPr>
      </p:sp>
      <p:sp>
        <p:nvSpPr>
          <p:cNvPr id="556" name="Google Shape;556;p34"/>
          <p:cNvSpPr txBox="1"/>
          <p:nvPr/>
        </p:nvSpPr>
        <p:spPr>
          <a:xfrm>
            <a:off x="1344775" y="1981577"/>
            <a:ext cx="59895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lang="en-US" sz="3601">
                <a:solidFill>
                  <a:srgbClr val="004AAD"/>
                </a:solidFill>
                <a:latin typeface="Poppins"/>
                <a:ea typeface="Poppins"/>
                <a:cs typeface="Poppins"/>
                <a:sym typeface="Poppins"/>
              </a:rPr>
              <a:t>CONCLUSIONES</a:t>
            </a:r>
            <a:endParaRPr/>
          </a:p>
        </p:txBody>
      </p:sp>
      <p:sp>
        <p:nvSpPr>
          <p:cNvPr id="557" name="Google Shape;557;p34"/>
          <p:cNvSpPr txBox="1"/>
          <p:nvPr/>
        </p:nvSpPr>
        <p:spPr>
          <a:xfrm>
            <a:off x="1344775" y="2768187"/>
            <a:ext cx="5989500" cy="1870800"/>
          </a:xfrm>
          <a:prstGeom prst="rect">
            <a:avLst/>
          </a:prstGeom>
          <a:noFill/>
          <a:ln>
            <a:noFill/>
          </a:ln>
        </p:spPr>
        <p:txBody>
          <a:bodyPr anchorCtr="0" anchor="t" bIns="0" lIns="0" spcFirstLastPara="1" rIns="0" wrap="square" tIns="0">
            <a:spAutoFit/>
          </a:bodyPr>
          <a:lstStyle/>
          <a:p>
            <a:pPr indent="0" lvl="0" marL="0" marR="0" rtl="0" algn="l">
              <a:lnSpc>
                <a:spcPct val="165040"/>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558" name="Google Shape;558;p34"/>
          <p:cNvGrpSpPr/>
          <p:nvPr/>
        </p:nvGrpSpPr>
        <p:grpSpPr>
          <a:xfrm>
            <a:off x="10393716" y="1549431"/>
            <a:ext cx="5989500" cy="1477647"/>
            <a:chOff x="0" y="-19050"/>
            <a:chExt cx="7986000" cy="1970196"/>
          </a:xfrm>
        </p:grpSpPr>
        <p:sp>
          <p:nvSpPr>
            <p:cNvPr id="559" name="Google Shape;559;p34"/>
            <p:cNvSpPr txBox="1"/>
            <p:nvPr/>
          </p:nvSpPr>
          <p:spPr>
            <a:xfrm>
              <a:off x="0" y="592446"/>
              <a:ext cx="7986000" cy="1358700"/>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0" name="Google Shape;560;p34"/>
            <p:cNvSpPr txBox="1"/>
            <p:nvPr/>
          </p:nvSpPr>
          <p:spPr>
            <a:xfrm>
              <a:off x="0" y="-19050"/>
              <a:ext cx="7986000" cy="492600"/>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Plantear los retos</a:t>
              </a:r>
              <a:endParaRPr/>
            </a:p>
          </p:txBody>
        </p:sp>
      </p:grpSp>
      <p:grpSp>
        <p:nvGrpSpPr>
          <p:cNvPr id="561" name="Google Shape;561;p34"/>
          <p:cNvGrpSpPr/>
          <p:nvPr/>
        </p:nvGrpSpPr>
        <p:grpSpPr>
          <a:xfrm>
            <a:off x="10393716" y="3438373"/>
            <a:ext cx="5989500" cy="1477647"/>
            <a:chOff x="0" y="-19050"/>
            <a:chExt cx="7986000" cy="1970196"/>
          </a:xfrm>
        </p:grpSpPr>
        <p:sp>
          <p:nvSpPr>
            <p:cNvPr id="562" name="Google Shape;562;p34"/>
            <p:cNvSpPr txBox="1"/>
            <p:nvPr/>
          </p:nvSpPr>
          <p:spPr>
            <a:xfrm>
              <a:off x="0" y="592446"/>
              <a:ext cx="7986000" cy="1358700"/>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3" name="Google Shape;563;p34"/>
            <p:cNvSpPr txBox="1"/>
            <p:nvPr/>
          </p:nvSpPr>
          <p:spPr>
            <a:xfrm>
              <a:off x="0" y="-19050"/>
              <a:ext cx="7986000" cy="492600"/>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Aportar datos</a:t>
              </a:r>
              <a:endParaRPr/>
            </a:p>
          </p:txBody>
        </p:sp>
      </p:grpSp>
      <p:grpSp>
        <p:nvGrpSpPr>
          <p:cNvPr id="564" name="Google Shape;564;p34"/>
          <p:cNvGrpSpPr/>
          <p:nvPr/>
        </p:nvGrpSpPr>
        <p:grpSpPr>
          <a:xfrm>
            <a:off x="10393716" y="5517714"/>
            <a:ext cx="5989500" cy="1477647"/>
            <a:chOff x="0" y="-19050"/>
            <a:chExt cx="7986000" cy="1970196"/>
          </a:xfrm>
        </p:grpSpPr>
        <p:sp>
          <p:nvSpPr>
            <p:cNvPr id="565" name="Google Shape;565;p34"/>
            <p:cNvSpPr txBox="1"/>
            <p:nvPr/>
          </p:nvSpPr>
          <p:spPr>
            <a:xfrm>
              <a:off x="0" y="592446"/>
              <a:ext cx="7986000" cy="1358700"/>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6" name="Google Shape;566;p34"/>
            <p:cNvSpPr txBox="1"/>
            <p:nvPr/>
          </p:nvSpPr>
          <p:spPr>
            <a:xfrm>
              <a:off x="0" y="-19050"/>
              <a:ext cx="7986000" cy="492600"/>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Ofrecer soluciones</a:t>
              </a:r>
              <a:endParaRPr/>
            </a:p>
          </p:txBody>
        </p:sp>
      </p:grpSp>
      <p:grpSp>
        <p:nvGrpSpPr>
          <p:cNvPr id="567" name="Google Shape;567;p34"/>
          <p:cNvGrpSpPr/>
          <p:nvPr/>
        </p:nvGrpSpPr>
        <p:grpSpPr>
          <a:xfrm>
            <a:off x="10393716" y="7508813"/>
            <a:ext cx="5989500" cy="1477647"/>
            <a:chOff x="0" y="-19050"/>
            <a:chExt cx="7986000" cy="1970196"/>
          </a:xfrm>
        </p:grpSpPr>
        <p:sp>
          <p:nvSpPr>
            <p:cNvPr id="568" name="Google Shape;568;p34"/>
            <p:cNvSpPr txBox="1"/>
            <p:nvPr/>
          </p:nvSpPr>
          <p:spPr>
            <a:xfrm>
              <a:off x="0" y="592446"/>
              <a:ext cx="7986000" cy="1358700"/>
            </a:xfrm>
            <a:prstGeom prst="rect">
              <a:avLst/>
            </a:prstGeom>
            <a:noFill/>
            <a:ln>
              <a:noFill/>
            </a:ln>
          </p:spPr>
          <p:txBody>
            <a:bodyPr anchorCtr="0" anchor="t" bIns="0" lIns="0" spcFirstLastPara="1" rIns="0" wrap="square" tIns="0">
              <a:spAutoFit/>
            </a:bodyPr>
            <a:lstStyle/>
            <a:p>
              <a:pPr indent="0" lvl="1" marL="0" marR="0" rtl="0" algn="l">
                <a:lnSpc>
                  <a:spcPct val="157035"/>
                </a:lnSpc>
                <a:spcBef>
                  <a:spcPts val="0"/>
                </a:spcBef>
                <a:spcAft>
                  <a:spcPts val="0"/>
                </a:spcAft>
                <a:buNone/>
              </a:pPr>
              <a:r>
                <a:rPr b="0" i="0" lang="en-US" sz="1599"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9" name="Google Shape;569;p34"/>
            <p:cNvSpPr txBox="1"/>
            <p:nvPr/>
          </p:nvSpPr>
          <p:spPr>
            <a:xfrm>
              <a:off x="0" y="-19050"/>
              <a:ext cx="7986000" cy="492600"/>
            </a:xfrm>
            <a:prstGeom prst="rect">
              <a:avLst/>
            </a:prstGeom>
            <a:noFill/>
            <a:ln>
              <a:noFill/>
            </a:ln>
          </p:spPr>
          <p:txBody>
            <a:bodyPr anchorCtr="0" anchor="t" bIns="0" lIns="0" spcFirstLastPara="1" rIns="0" wrap="square" tIns="0">
              <a:spAutoFit/>
            </a:bodyPr>
            <a:lstStyle/>
            <a:p>
              <a:pPr indent="0" lvl="1" marL="0" marR="0" rtl="0" algn="l">
                <a:lnSpc>
                  <a:spcPct val="119000"/>
                </a:lnSpc>
                <a:spcBef>
                  <a:spcPts val="0"/>
                </a:spcBef>
                <a:spcAft>
                  <a:spcPts val="0"/>
                </a:spcAft>
                <a:buNone/>
              </a:pPr>
              <a:r>
                <a:rPr b="1" i="0" lang="en-US" sz="2400" u="none" cap="none" strike="noStrike">
                  <a:solidFill>
                    <a:srgbClr val="004AAD"/>
                  </a:solidFill>
                  <a:latin typeface="Poppins"/>
                  <a:ea typeface="Poppins"/>
                  <a:cs typeface="Poppins"/>
                  <a:sym typeface="Poppins"/>
                </a:rPr>
                <a:t>Presentar conclusiones finales</a:t>
              </a:r>
              <a:endParaRPr/>
            </a:p>
          </p:txBody>
        </p:sp>
      </p:grpSp>
      <p:grpSp>
        <p:nvGrpSpPr>
          <p:cNvPr id="570" name="Google Shape;570;p34"/>
          <p:cNvGrpSpPr/>
          <p:nvPr/>
        </p:nvGrpSpPr>
        <p:grpSpPr>
          <a:xfrm>
            <a:off x="0" y="5"/>
            <a:ext cx="2163413" cy="1886345"/>
            <a:chOff x="12784175" y="3675030"/>
            <a:chExt cx="2163413" cy="1886345"/>
          </a:xfrm>
        </p:grpSpPr>
        <p:sp>
          <p:nvSpPr>
            <p:cNvPr id="571" name="Google Shape;571;p34"/>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572" name="Google Shape;572;p34"/>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4">
                <a:alphaModFix/>
              </a:blip>
              <a:stretch>
                <a:fillRect b="0" l="0" r="0" t="0"/>
              </a:stretch>
            </a:blipFill>
            <a:ln>
              <a:noFill/>
            </a:ln>
          </p:spPr>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576" name="Shape 576"/>
        <p:cNvGrpSpPr/>
        <p:nvPr/>
      </p:nvGrpSpPr>
      <p:grpSpPr>
        <a:xfrm>
          <a:off x="0" y="0"/>
          <a:ext cx="0" cy="0"/>
          <a:chOff x="0" y="0"/>
          <a:chExt cx="0" cy="0"/>
        </a:xfrm>
      </p:grpSpPr>
      <p:cxnSp>
        <p:nvCxnSpPr>
          <p:cNvPr id="577" name="Google Shape;577;p35"/>
          <p:cNvCxnSpPr/>
          <p:nvPr/>
        </p:nvCxnSpPr>
        <p:spPr>
          <a:xfrm>
            <a:off x="1323141" y="6632090"/>
            <a:ext cx="10708800" cy="39900"/>
          </a:xfrm>
          <a:prstGeom prst="straightConnector1">
            <a:avLst/>
          </a:prstGeom>
          <a:noFill/>
          <a:ln cap="rnd" cmpd="sng" w="114300">
            <a:solidFill>
              <a:srgbClr val="004AAD"/>
            </a:solidFill>
            <a:prstDash val="solid"/>
            <a:round/>
            <a:headEnd len="sm" w="sm" type="none"/>
            <a:tailEnd len="sm" w="sm" type="none"/>
          </a:ln>
        </p:spPr>
      </p:cxnSp>
      <p:grpSp>
        <p:nvGrpSpPr>
          <p:cNvPr id="578" name="Google Shape;578;p35"/>
          <p:cNvGrpSpPr/>
          <p:nvPr/>
        </p:nvGrpSpPr>
        <p:grpSpPr>
          <a:xfrm>
            <a:off x="1028700" y="6350660"/>
            <a:ext cx="588874" cy="595774"/>
            <a:chOff x="0" y="-9525"/>
            <a:chExt cx="812800" cy="822325"/>
          </a:xfrm>
        </p:grpSpPr>
        <p:sp>
          <p:nvSpPr>
            <p:cNvPr id="579" name="Google Shape;579;p35"/>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80" name="Google Shape;580;p35"/>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81" name="Google Shape;581;p35"/>
          <p:cNvGrpSpPr/>
          <p:nvPr/>
        </p:nvGrpSpPr>
        <p:grpSpPr>
          <a:xfrm>
            <a:off x="4596957" y="6350660"/>
            <a:ext cx="588874" cy="595774"/>
            <a:chOff x="0" y="-9525"/>
            <a:chExt cx="812800" cy="822325"/>
          </a:xfrm>
        </p:grpSpPr>
        <p:sp>
          <p:nvSpPr>
            <p:cNvPr id="582" name="Google Shape;582;p35"/>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83" name="Google Shape;583;p35"/>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84" name="Google Shape;584;p35"/>
          <p:cNvGrpSpPr/>
          <p:nvPr/>
        </p:nvGrpSpPr>
        <p:grpSpPr>
          <a:xfrm>
            <a:off x="8167163" y="6350660"/>
            <a:ext cx="588874" cy="595774"/>
            <a:chOff x="0" y="-9525"/>
            <a:chExt cx="812800" cy="822325"/>
          </a:xfrm>
        </p:grpSpPr>
        <p:sp>
          <p:nvSpPr>
            <p:cNvPr id="585" name="Google Shape;585;p35"/>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86" name="Google Shape;586;p35"/>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587" name="Google Shape;587;p35"/>
          <p:cNvGrpSpPr/>
          <p:nvPr/>
        </p:nvGrpSpPr>
        <p:grpSpPr>
          <a:xfrm>
            <a:off x="11737370" y="6350660"/>
            <a:ext cx="588874" cy="595774"/>
            <a:chOff x="0" y="-9525"/>
            <a:chExt cx="812800" cy="822325"/>
          </a:xfrm>
        </p:grpSpPr>
        <p:sp>
          <p:nvSpPr>
            <p:cNvPr id="588" name="Google Shape;588;p35"/>
            <p:cNvSpPr/>
            <p:nvPr/>
          </p:nvSpPr>
          <p:spPr>
            <a:xfrm>
              <a:off x="0" y="0"/>
              <a:ext cx="812800" cy="812800"/>
            </a:xfrm>
            <a:custGeom>
              <a:rect b="b" l="l" r="r" t="t"/>
              <a:pathLst>
                <a:path extrusionOk="0" h="812800" w="812800">
                  <a:moveTo>
                    <a:pt x="0" y="0"/>
                  </a:moveTo>
                  <a:lnTo>
                    <a:pt x="812800" y="0"/>
                  </a:lnTo>
                  <a:lnTo>
                    <a:pt x="812800" y="812800"/>
                  </a:lnTo>
                  <a:lnTo>
                    <a:pt x="0" y="812800"/>
                  </a:lnTo>
                  <a:close/>
                </a:path>
              </a:pathLst>
            </a:custGeom>
            <a:solidFill>
              <a:srgbClr val="FFFFFF"/>
            </a:solidFill>
            <a:ln cap="sq" cmpd="sng" w="28575">
              <a:solidFill>
                <a:srgbClr val="004AAD"/>
              </a:solidFill>
              <a:prstDash val="solid"/>
              <a:miter lim="8000"/>
              <a:headEnd len="sm" w="sm" type="none"/>
              <a:tailEnd len="sm" w="sm" type="none"/>
            </a:ln>
          </p:spPr>
        </p:sp>
        <p:sp>
          <p:nvSpPr>
            <p:cNvPr id="589" name="Google Shape;589;p35"/>
            <p:cNvSpPr txBox="1"/>
            <p:nvPr/>
          </p:nvSpPr>
          <p:spPr>
            <a:xfrm>
              <a:off x="0" y="-9525"/>
              <a:ext cx="812700" cy="822300"/>
            </a:xfrm>
            <a:prstGeom prst="rect">
              <a:avLst/>
            </a:prstGeom>
            <a:noFill/>
            <a:ln>
              <a:noFill/>
            </a:ln>
          </p:spPr>
          <p:txBody>
            <a:bodyPr anchorCtr="0" anchor="ctr" bIns="50800" lIns="50800" spcFirstLastPara="1" rIns="50800" wrap="square" tIns="50800">
              <a:noAutofit/>
            </a:bodyPr>
            <a:lstStyle/>
            <a:p>
              <a:pPr indent="0" lvl="0" marL="0" marR="0" rtl="0" algn="ctr">
                <a:lnSpc>
                  <a:spcPct val="313888"/>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590" name="Google Shape;590;p35"/>
          <p:cNvSpPr/>
          <p:nvPr/>
        </p:nvSpPr>
        <p:spPr>
          <a:xfrm>
            <a:off x="10370660" y="-2590891"/>
            <a:ext cx="8665956" cy="6853983"/>
          </a:xfrm>
          <a:custGeom>
            <a:rect b="b" l="l" r="r" t="t"/>
            <a:pathLst>
              <a:path extrusionOk="0" h="6853983" w="8665956">
                <a:moveTo>
                  <a:pt x="0" y="0"/>
                </a:moveTo>
                <a:lnTo>
                  <a:pt x="8665955" y="0"/>
                </a:lnTo>
                <a:lnTo>
                  <a:pt x="8665955" y="6853983"/>
                </a:lnTo>
                <a:lnTo>
                  <a:pt x="0" y="6853983"/>
                </a:lnTo>
                <a:lnTo>
                  <a:pt x="0" y="0"/>
                </a:lnTo>
                <a:close/>
              </a:path>
            </a:pathLst>
          </a:custGeom>
          <a:blipFill rotWithShape="1">
            <a:blip r:embed="rId3">
              <a:alphaModFix/>
            </a:blip>
            <a:stretch>
              <a:fillRect b="0" l="0" r="0" t="0"/>
            </a:stretch>
          </a:blipFill>
          <a:ln>
            <a:noFill/>
          </a:ln>
        </p:spPr>
      </p:sp>
      <p:sp>
        <p:nvSpPr>
          <p:cNvPr id="591" name="Google Shape;591;p35"/>
          <p:cNvSpPr/>
          <p:nvPr/>
        </p:nvSpPr>
        <p:spPr>
          <a:xfrm>
            <a:off x="14347036" y="-201981"/>
            <a:ext cx="8665956" cy="6853983"/>
          </a:xfrm>
          <a:custGeom>
            <a:rect b="b" l="l" r="r" t="t"/>
            <a:pathLst>
              <a:path extrusionOk="0" h="6853983" w="8665956">
                <a:moveTo>
                  <a:pt x="0" y="0"/>
                </a:moveTo>
                <a:lnTo>
                  <a:pt x="8665956" y="0"/>
                </a:lnTo>
                <a:lnTo>
                  <a:pt x="8665956" y="6853983"/>
                </a:lnTo>
                <a:lnTo>
                  <a:pt x="0" y="6853983"/>
                </a:lnTo>
                <a:lnTo>
                  <a:pt x="0" y="0"/>
                </a:lnTo>
                <a:close/>
              </a:path>
            </a:pathLst>
          </a:custGeom>
          <a:blipFill rotWithShape="1">
            <a:blip r:embed="rId3">
              <a:alphaModFix/>
            </a:blip>
            <a:stretch>
              <a:fillRect b="0" l="0" r="0" t="0"/>
            </a:stretch>
          </a:blipFill>
          <a:ln>
            <a:noFill/>
          </a:ln>
        </p:spPr>
      </p:sp>
      <p:sp>
        <p:nvSpPr>
          <p:cNvPr id="592" name="Google Shape;592;p35"/>
          <p:cNvSpPr txBox="1"/>
          <p:nvPr/>
        </p:nvSpPr>
        <p:spPr>
          <a:xfrm>
            <a:off x="11737370" y="5490035"/>
            <a:ext cx="2910600" cy="27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4</a:t>
            </a:r>
            <a:endParaRPr/>
          </a:p>
        </p:txBody>
      </p:sp>
      <p:sp>
        <p:nvSpPr>
          <p:cNvPr id="593" name="Google Shape;593;p35"/>
          <p:cNvSpPr txBox="1"/>
          <p:nvPr/>
        </p:nvSpPr>
        <p:spPr>
          <a:xfrm>
            <a:off x="1028700" y="5772797"/>
            <a:ext cx="2910600" cy="246000"/>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sp>
        <p:nvSpPr>
          <p:cNvPr id="594" name="Google Shape;594;p35"/>
          <p:cNvSpPr txBox="1"/>
          <p:nvPr/>
        </p:nvSpPr>
        <p:spPr>
          <a:xfrm>
            <a:off x="4596957" y="5772797"/>
            <a:ext cx="2910600" cy="246000"/>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sp>
        <p:nvSpPr>
          <p:cNvPr id="595" name="Google Shape;595;p35"/>
          <p:cNvSpPr txBox="1"/>
          <p:nvPr/>
        </p:nvSpPr>
        <p:spPr>
          <a:xfrm>
            <a:off x="8164635" y="5772797"/>
            <a:ext cx="2910600" cy="246000"/>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sp>
        <p:nvSpPr>
          <p:cNvPr id="596" name="Google Shape;596;p35"/>
          <p:cNvSpPr txBox="1"/>
          <p:nvPr/>
        </p:nvSpPr>
        <p:spPr>
          <a:xfrm>
            <a:off x="11737370" y="5772797"/>
            <a:ext cx="2910600" cy="246000"/>
          </a:xfrm>
          <a:prstGeom prst="rect">
            <a:avLst/>
          </a:prstGeom>
          <a:noFill/>
          <a:ln>
            <a:noFill/>
          </a:ln>
        </p:spPr>
        <p:txBody>
          <a:bodyPr anchorCtr="0" anchor="t" bIns="0" lIns="0" spcFirstLastPara="1" rIns="0" wrap="square" tIns="0">
            <a:spAutoFit/>
          </a:bodyPr>
          <a:lstStyle/>
          <a:p>
            <a:pPr indent="0" lvl="0" marL="0" marR="0" rtl="0" algn="l">
              <a:lnSpc>
                <a:spcPct val="160037"/>
              </a:lnSpc>
              <a:spcBef>
                <a:spcPts val="0"/>
              </a:spcBef>
              <a:spcAft>
                <a:spcPts val="0"/>
              </a:spcAft>
              <a:buNone/>
            </a:pPr>
            <a:r>
              <a:rPr b="0" i="0" lang="en-US" sz="1599" u="none" cap="none" strike="noStrike">
                <a:solidFill>
                  <a:srgbClr val="004AAD"/>
                </a:solidFill>
                <a:latin typeface="Poppins"/>
                <a:ea typeface="Poppins"/>
                <a:cs typeface="Poppins"/>
                <a:sym typeface="Poppins"/>
              </a:rPr>
              <a:t>Enero - Marzo.</a:t>
            </a:r>
            <a:endParaRPr/>
          </a:p>
        </p:txBody>
      </p:sp>
      <p:grpSp>
        <p:nvGrpSpPr>
          <p:cNvPr id="597" name="Google Shape;597;p35"/>
          <p:cNvGrpSpPr/>
          <p:nvPr/>
        </p:nvGrpSpPr>
        <p:grpSpPr>
          <a:xfrm>
            <a:off x="1028700" y="7213143"/>
            <a:ext cx="2910375" cy="2229245"/>
            <a:chOff x="0" y="0"/>
            <a:chExt cx="3880500" cy="2972326"/>
          </a:xfrm>
        </p:grpSpPr>
        <p:sp>
          <p:nvSpPr>
            <p:cNvPr id="598" name="Google Shape;598;p35"/>
            <p:cNvSpPr txBox="1"/>
            <p:nvPr/>
          </p:nvSpPr>
          <p:spPr>
            <a:xfrm>
              <a:off x="0" y="1076026"/>
              <a:ext cx="3880500" cy="1896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99" name="Google Shape;599;p35"/>
            <p:cNvSpPr txBox="1"/>
            <p:nvPr/>
          </p:nvSpPr>
          <p:spPr>
            <a:xfrm>
              <a:off x="0" y="0"/>
              <a:ext cx="3880500" cy="103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Buscar asesoría financiera</a:t>
              </a:r>
              <a:endParaRPr/>
            </a:p>
          </p:txBody>
        </p:sp>
      </p:grpSp>
      <p:sp>
        <p:nvSpPr>
          <p:cNvPr id="600" name="Google Shape;600;p35"/>
          <p:cNvSpPr txBox="1"/>
          <p:nvPr/>
        </p:nvSpPr>
        <p:spPr>
          <a:xfrm>
            <a:off x="1028700" y="5490035"/>
            <a:ext cx="2910600" cy="27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1</a:t>
            </a:r>
            <a:endParaRPr/>
          </a:p>
        </p:txBody>
      </p:sp>
      <p:sp>
        <p:nvSpPr>
          <p:cNvPr id="601" name="Google Shape;601;p35"/>
          <p:cNvSpPr txBox="1"/>
          <p:nvPr/>
        </p:nvSpPr>
        <p:spPr>
          <a:xfrm>
            <a:off x="4596957" y="5490035"/>
            <a:ext cx="2910600" cy="27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2</a:t>
            </a:r>
            <a:endParaRPr/>
          </a:p>
        </p:txBody>
      </p:sp>
      <p:sp>
        <p:nvSpPr>
          <p:cNvPr id="602" name="Google Shape;602;p35"/>
          <p:cNvSpPr txBox="1"/>
          <p:nvPr/>
        </p:nvSpPr>
        <p:spPr>
          <a:xfrm>
            <a:off x="8164635" y="5490035"/>
            <a:ext cx="2910600" cy="2772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1800" u="none" cap="none" strike="noStrike">
                <a:solidFill>
                  <a:srgbClr val="004AAD"/>
                </a:solidFill>
                <a:latin typeface="Poppins"/>
                <a:ea typeface="Poppins"/>
                <a:cs typeface="Poppins"/>
                <a:sym typeface="Poppins"/>
              </a:rPr>
              <a:t>FASE 3</a:t>
            </a:r>
            <a:endParaRPr/>
          </a:p>
        </p:txBody>
      </p:sp>
      <p:grpSp>
        <p:nvGrpSpPr>
          <p:cNvPr id="603" name="Google Shape;603;p35"/>
          <p:cNvGrpSpPr/>
          <p:nvPr/>
        </p:nvGrpSpPr>
        <p:grpSpPr>
          <a:xfrm>
            <a:off x="4596957" y="7213143"/>
            <a:ext cx="2910375" cy="2229245"/>
            <a:chOff x="0" y="0"/>
            <a:chExt cx="3880500" cy="2972326"/>
          </a:xfrm>
        </p:grpSpPr>
        <p:sp>
          <p:nvSpPr>
            <p:cNvPr id="604" name="Google Shape;604;p35"/>
            <p:cNvSpPr txBox="1"/>
            <p:nvPr/>
          </p:nvSpPr>
          <p:spPr>
            <a:xfrm>
              <a:off x="0" y="1076026"/>
              <a:ext cx="3880500" cy="1896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5" name="Google Shape;605;p35"/>
            <p:cNvSpPr txBox="1"/>
            <p:nvPr/>
          </p:nvSpPr>
          <p:spPr>
            <a:xfrm>
              <a:off x="0" y="0"/>
              <a:ext cx="3880500" cy="103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Iniciar los planes de proyecto.</a:t>
              </a:r>
              <a:endParaRPr/>
            </a:p>
          </p:txBody>
        </p:sp>
      </p:grpSp>
      <p:grpSp>
        <p:nvGrpSpPr>
          <p:cNvPr id="606" name="Google Shape;606;p35"/>
          <p:cNvGrpSpPr/>
          <p:nvPr/>
        </p:nvGrpSpPr>
        <p:grpSpPr>
          <a:xfrm>
            <a:off x="8167163" y="7213143"/>
            <a:ext cx="2910375" cy="2229245"/>
            <a:chOff x="0" y="0"/>
            <a:chExt cx="3880500" cy="2972326"/>
          </a:xfrm>
        </p:grpSpPr>
        <p:sp>
          <p:nvSpPr>
            <p:cNvPr id="607" name="Google Shape;607;p35"/>
            <p:cNvSpPr txBox="1"/>
            <p:nvPr/>
          </p:nvSpPr>
          <p:spPr>
            <a:xfrm>
              <a:off x="0" y="1076026"/>
              <a:ext cx="3880500" cy="1896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8" name="Google Shape;608;p35"/>
            <p:cNvSpPr txBox="1"/>
            <p:nvPr/>
          </p:nvSpPr>
          <p:spPr>
            <a:xfrm>
              <a:off x="0" y="0"/>
              <a:ext cx="3880500" cy="103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Definir las tareas a realizar.</a:t>
              </a:r>
              <a:endParaRPr/>
            </a:p>
          </p:txBody>
        </p:sp>
      </p:grpSp>
      <p:grpSp>
        <p:nvGrpSpPr>
          <p:cNvPr id="609" name="Google Shape;609;p35"/>
          <p:cNvGrpSpPr/>
          <p:nvPr/>
        </p:nvGrpSpPr>
        <p:grpSpPr>
          <a:xfrm>
            <a:off x="11737370" y="7213143"/>
            <a:ext cx="2910375" cy="2229245"/>
            <a:chOff x="0" y="0"/>
            <a:chExt cx="3880500" cy="2972326"/>
          </a:xfrm>
        </p:grpSpPr>
        <p:sp>
          <p:nvSpPr>
            <p:cNvPr id="610" name="Google Shape;610;p35"/>
            <p:cNvSpPr txBox="1"/>
            <p:nvPr/>
          </p:nvSpPr>
          <p:spPr>
            <a:xfrm>
              <a:off x="0" y="1076026"/>
              <a:ext cx="3880500" cy="1896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400" u="none" cap="none" strike="noStrik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11" name="Google Shape;611;p35"/>
            <p:cNvSpPr txBox="1"/>
            <p:nvPr/>
          </p:nvSpPr>
          <p:spPr>
            <a:xfrm>
              <a:off x="0" y="0"/>
              <a:ext cx="3880500" cy="103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4AAD"/>
                  </a:solidFill>
                  <a:latin typeface="Poppins"/>
                  <a:ea typeface="Poppins"/>
                  <a:cs typeface="Poppins"/>
                  <a:sym typeface="Poppins"/>
                </a:rPr>
                <a:t>Analizar las estadísticas.</a:t>
              </a:r>
              <a:endParaRPr/>
            </a:p>
          </p:txBody>
        </p:sp>
      </p:grpSp>
      <p:sp>
        <p:nvSpPr>
          <p:cNvPr id="612" name="Google Shape;612;p35"/>
          <p:cNvSpPr txBox="1"/>
          <p:nvPr/>
        </p:nvSpPr>
        <p:spPr>
          <a:xfrm>
            <a:off x="1028700" y="4286710"/>
            <a:ext cx="9342000" cy="554400"/>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FASES DEL PROYECTO</a:t>
            </a:r>
            <a:endParaRPr/>
          </a:p>
        </p:txBody>
      </p:sp>
      <p:sp>
        <p:nvSpPr>
          <p:cNvPr id="613" name="Google Shape;613;p35"/>
          <p:cNvSpPr/>
          <p:nvPr/>
        </p:nvSpPr>
        <p:spPr>
          <a:xfrm>
            <a:off x="7931641" y="1306811"/>
            <a:ext cx="3145976" cy="2751299"/>
          </a:xfrm>
          <a:custGeom>
            <a:rect b="b" l="l" r="r" t="t"/>
            <a:pathLst>
              <a:path extrusionOk="0" h="2751299" w="3145976">
                <a:moveTo>
                  <a:pt x="0" y="0"/>
                </a:moveTo>
                <a:lnTo>
                  <a:pt x="3145976" y="0"/>
                </a:lnTo>
                <a:lnTo>
                  <a:pt x="3145976" y="2751299"/>
                </a:lnTo>
                <a:lnTo>
                  <a:pt x="0" y="2751299"/>
                </a:lnTo>
                <a:lnTo>
                  <a:pt x="0" y="0"/>
                </a:lnTo>
                <a:close/>
              </a:path>
            </a:pathLst>
          </a:custGeom>
          <a:blipFill rotWithShape="1">
            <a:blip r:embed="rId4">
              <a:alphaModFix/>
            </a:blip>
            <a:stretch>
              <a:fillRect b="0" l="0" r="0" t="0"/>
            </a:stretch>
          </a:blipFill>
          <a:ln>
            <a:noFill/>
          </a:ln>
        </p:spPr>
      </p:sp>
      <p:sp>
        <p:nvSpPr>
          <p:cNvPr id="614" name="Google Shape;614;p35"/>
          <p:cNvSpPr/>
          <p:nvPr/>
        </p:nvSpPr>
        <p:spPr>
          <a:xfrm flipH="1">
            <a:off x="2483927" y="-539549"/>
            <a:ext cx="3145976" cy="2751299"/>
          </a:xfrm>
          <a:custGeom>
            <a:rect b="b" l="l" r="r" t="t"/>
            <a:pathLst>
              <a:path extrusionOk="0" h="2751299" w="3145976">
                <a:moveTo>
                  <a:pt x="3145975" y="0"/>
                </a:moveTo>
                <a:lnTo>
                  <a:pt x="0" y="0"/>
                </a:lnTo>
                <a:lnTo>
                  <a:pt x="0" y="2751299"/>
                </a:lnTo>
                <a:lnTo>
                  <a:pt x="3145975" y="2751299"/>
                </a:lnTo>
                <a:lnTo>
                  <a:pt x="3145975" y="0"/>
                </a:lnTo>
                <a:close/>
              </a:path>
            </a:pathLst>
          </a:custGeom>
          <a:blipFill rotWithShape="1">
            <a:blip r:embed="rId4">
              <a:alphaModFix/>
            </a:blip>
            <a:stretch>
              <a:fillRect b="0" l="0" r="0" t="0"/>
            </a:stretch>
          </a:blipFill>
          <a:ln>
            <a:noFill/>
          </a:ln>
        </p:spPr>
      </p:sp>
      <p:grpSp>
        <p:nvGrpSpPr>
          <p:cNvPr id="615" name="Google Shape;615;p35"/>
          <p:cNvGrpSpPr/>
          <p:nvPr/>
        </p:nvGrpSpPr>
        <p:grpSpPr>
          <a:xfrm>
            <a:off x="16124575" y="8400655"/>
            <a:ext cx="2163413" cy="1886345"/>
            <a:chOff x="12784175" y="3675030"/>
            <a:chExt cx="2163413" cy="1886345"/>
          </a:xfrm>
        </p:grpSpPr>
        <p:sp>
          <p:nvSpPr>
            <p:cNvPr id="616" name="Google Shape;616;p35"/>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617" name="Google Shape;617;p35"/>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5">
                <a:alphaModFix/>
              </a:blip>
              <a:stretch>
                <a:fillRect b="0" l="0" r="0" t="0"/>
              </a:stretch>
            </a:blipFill>
            <a:ln>
              <a:noFill/>
            </a:ln>
          </p:spPr>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0E9F9"/>
        </a:solidFill>
      </p:bgPr>
    </p:bg>
    <p:spTree>
      <p:nvGrpSpPr>
        <p:cNvPr id="621" name="Shape 621"/>
        <p:cNvGrpSpPr/>
        <p:nvPr/>
      </p:nvGrpSpPr>
      <p:grpSpPr>
        <a:xfrm>
          <a:off x="0" y="0"/>
          <a:ext cx="0" cy="0"/>
          <a:chOff x="0" y="0"/>
          <a:chExt cx="0" cy="0"/>
        </a:xfrm>
      </p:grpSpPr>
      <p:sp>
        <p:nvSpPr>
          <p:cNvPr id="622" name="Google Shape;622;p36"/>
          <p:cNvSpPr/>
          <p:nvPr/>
        </p:nvSpPr>
        <p:spPr>
          <a:xfrm>
            <a:off x="-2644213" y="-926268"/>
            <a:ext cx="10273778" cy="9881506"/>
          </a:xfrm>
          <a:custGeom>
            <a:rect b="b" l="l" r="r" t="t"/>
            <a:pathLst>
              <a:path extrusionOk="0" h="9881506" w="10273778">
                <a:moveTo>
                  <a:pt x="0" y="0"/>
                </a:moveTo>
                <a:lnTo>
                  <a:pt x="10273778" y="0"/>
                </a:lnTo>
                <a:lnTo>
                  <a:pt x="10273778" y="9881506"/>
                </a:lnTo>
                <a:lnTo>
                  <a:pt x="0" y="9881506"/>
                </a:lnTo>
                <a:lnTo>
                  <a:pt x="0" y="0"/>
                </a:lnTo>
                <a:close/>
              </a:path>
            </a:pathLst>
          </a:custGeom>
          <a:blipFill rotWithShape="1">
            <a:blip r:embed="rId3">
              <a:alphaModFix/>
            </a:blip>
            <a:stretch>
              <a:fillRect b="0" l="0" r="0" t="0"/>
            </a:stretch>
          </a:blipFill>
          <a:ln>
            <a:noFill/>
          </a:ln>
        </p:spPr>
      </p:sp>
      <p:sp>
        <p:nvSpPr>
          <p:cNvPr id="623" name="Google Shape;623;p36"/>
          <p:cNvSpPr/>
          <p:nvPr/>
        </p:nvSpPr>
        <p:spPr>
          <a:xfrm>
            <a:off x="6098126" y="5494777"/>
            <a:ext cx="1496567" cy="1690168"/>
          </a:xfrm>
          <a:custGeom>
            <a:rect b="b" l="l" r="r" t="t"/>
            <a:pathLst>
              <a:path extrusionOk="0" h="1690168" w="1496567">
                <a:moveTo>
                  <a:pt x="0" y="0"/>
                </a:moveTo>
                <a:lnTo>
                  <a:pt x="1496567" y="0"/>
                </a:lnTo>
                <a:lnTo>
                  <a:pt x="1496567" y="1690168"/>
                </a:lnTo>
                <a:lnTo>
                  <a:pt x="0" y="1690168"/>
                </a:lnTo>
                <a:lnTo>
                  <a:pt x="0" y="0"/>
                </a:lnTo>
                <a:close/>
              </a:path>
            </a:pathLst>
          </a:custGeom>
          <a:blipFill rotWithShape="1">
            <a:blip r:embed="rId4">
              <a:alphaModFix/>
            </a:blip>
            <a:stretch>
              <a:fillRect b="0" l="0" r="0" t="0"/>
            </a:stretch>
          </a:blipFill>
          <a:ln>
            <a:noFill/>
          </a:ln>
        </p:spPr>
      </p:sp>
      <p:sp>
        <p:nvSpPr>
          <p:cNvPr id="624" name="Google Shape;624;p36"/>
          <p:cNvSpPr/>
          <p:nvPr/>
        </p:nvSpPr>
        <p:spPr>
          <a:xfrm>
            <a:off x="3322594" y="6441030"/>
            <a:ext cx="3523815" cy="3421304"/>
          </a:xfrm>
          <a:custGeom>
            <a:rect b="b" l="l" r="r" t="t"/>
            <a:pathLst>
              <a:path extrusionOk="0" h="3421304" w="3523815">
                <a:moveTo>
                  <a:pt x="0" y="0"/>
                </a:moveTo>
                <a:lnTo>
                  <a:pt x="3523816" y="0"/>
                </a:lnTo>
                <a:lnTo>
                  <a:pt x="3523816" y="3421305"/>
                </a:lnTo>
                <a:lnTo>
                  <a:pt x="0" y="3421305"/>
                </a:lnTo>
                <a:lnTo>
                  <a:pt x="0" y="0"/>
                </a:lnTo>
                <a:close/>
              </a:path>
            </a:pathLst>
          </a:custGeom>
          <a:blipFill rotWithShape="1">
            <a:blip r:embed="rId5">
              <a:alphaModFix/>
            </a:blip>
            <a:stretch>
              <a:fillRect b="0" l="0" r="0" t="0"/>
            </a:stretch>
          </a:blipFill>
          <a:ln>
            <a:noFill/>
          </a:ln>
        </p:spPr>
      </p:sp>
      <p:sp>
        <p:nvSpPr>
          <p:cNvPr id="625" name="Google Shape;625;p36"/>
          <p:cNvSpPr txBox="1"/>
          <p:nvPr/>
        </p:nvSpPr>
        <p:spPr>
          <a:xfrm>
            <a:off x="10420621" y="2375915"/>
            <a:ext cx="5400074" cy="944839"/>
          </a:xfrm>
          <a:prstGeom prst="rect">
            <a:avLst/>
          </a:prstGeom>
          <a:noFill/>
          <a:ln>
            <a:noFill/>
          </a:ln>
        </p:spPr>
        <p:txBody>
          <a:bodyPr anchorCtr="0" anchor="t" bIns="0" lIns="0" spcFirstLastPara="1" rIns="0" wrap="square" tIns="0">
            <a:spAutoFit/>
          </a:bodyPr>
          <a:lstStyle/>
          <a:p>
            <a:pPr indent="0" lvl="0" marL="0" marR="0" rtl="0" algn="l">
              <a:lnSpc>
                <a:spcPct val="115983"/>
              </a:lnSpc>
              <a:spcBef>
                <a:spcPts val="0"/>
              </a:spcBef>
              <a:spcAft>
                <a:spcPts val="0"/>
              </a:spcAft>
              <a:buNone/>
            </a:pPr>
            <a:r>
              <a:rPr b="1" i="0" lang="en-US" sz="6000" u="none" cap="none" strike="noStrike">
                <a:solidFill>
                  <a:srgbClr val="004AAD"/>
                </a:solidFill>
                <a:latin typeface="Poppins Black"/>
                <a:ea typeface="Poppins Black"/>
                <a:cs typeface="Poppins Black"/>
                <a:sym typeface="Poppins Black"/>
              </a:rPr>
              <a:t>¡GRACIAS!</a:t>
            </a:r>
            <a:endParaRPr/>
          </a:p>
        </p:txBody>
      </p:sp>
      <p:sp>
        <p:nvSpPr>
          <p:cNvPr id="626" name="Google Shape;626;p36"/>
          <p:cNvSpPr txBox="1"/>
          <p:nvPr/>
        </p:nvSpPr>
        <p:spPr>
          <a:xfrm>
            <a:off x="10420621" y="3458464"/>
            <a:ext cx="5400074" cy="1009569"/>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3000" u="none" cap="none" strike="noStrike">
                <a:solidFill>
                  <a:srgbClr val="004AAD"/>
                </a:solidFill>
                <a:latin typeface="Poppins"/>
                <a:ea typeface="Poppins"/>
                <a:cs typeface="Poppins"/>
                <a:sym typeface="Poppins"/>
              </a:rPr>
              <a:t>¿Tienes alguna pregunta?</a:t>
            </a:r>
            <a:endParaRPr/>
          </a:p>
          <a:p>
            <a:pPr indent="0" lvl="0" marL="0" marR="0" rtl="0" algn="l">
              <a:lnSpc>
                <a:spcPct val="130000"/>
              </a:lnSpc>
              <a:spcBef>
                <a:spcPts val="0"/>
              </a:spcBef>
              <a:spcAft>
                <a:spcPts val="0"/>
              </a:spcAft>
              <a:buNone/>
            </a:pPr>
            <a:r>
              <a:rPr b="0" i="0" lang="en-US" sz="3000" u="none" cap="none" strike="noStrike">
                <a:solidFill>
                  <a:srgbClr val="004AAD"/>
                </a:solidFill>
                <a:latin typeface="Poppins"/>
                <a:ea typeface="Poppins"/>
                <a:cs typeface="Poppins"/>
                <a:sym typeface="Poppins"/>
              </a:rPr>
              <a:t>Escríbenos.</a:t>
            </a:r>
            <a:endParaRPr/>
          </a:p>
        </p:txBody>
      </p:sp>
      <p:sp>
        <p:nvSpPr>
          <p:cNvPr id="627" name="Google Shape;627;p36"/>
          <p:cNvSpPr txBox="1"/>
          <p:nvPr/>
        </p:nvSpPr>
        <p:spPr>
          <a:xfrm>
            <a:off x="10420621" y="4999100"/>
            <a:ext cx="4018140" cy="40386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US" sz="2400" u="none" cap="none" strike="noStrike">
                <a:solidFill>
                  <a:srgbClr val="004AAD"/>
                </a:solidFill>
                <a:latin typeface="Poppins"/>
                <a:ea typeface="Poppins"/>
                <a:cs typeface="Poppins"/>
                <a:sym typeface="Poppins"/>
              </a:rPr>
              <a:t>Email</a:t>
            </a:r>
            <a:endParaRPr/>
          </a:p>
        </p:txBody>
      </p:sp>
      <p:sp>
        <p:nvSpPr>
          <p:cNvPr id="628" name="Google Shape;628;p36"/>
          <p:cNvSpPr txBox="1"/>
          <p:nvPr/>
        </p:nvSpPr>
        <p:spPr>
          <a:xfrm>
            <a:off x="10425776" y="5591423"/>
            <a:ext cx="4018140" cy="248271"/>
          </a:xfrm>
          <a:prstGeom prst="rect">
            <a:avLst/>
          </a:prstGeom>
          <a:noFill/>
          <a:ln>
            <a:noFill/>
          </a:ln>
        </p:spPr>
        <p:txBody>
          <a:bodyPr anchorCtr="0" anchor="t" bIns="0" lIns="0" spcFirstLastPara="1" rIns="0" wrap="square" tIns="0">
            <a:spAutoFit/>
          </a:bodyPr>
          <a:lstStyle/>
          <a:p>
            <a:pPr indent="0" lvl="0" marL="0" marR="0" rtl="0" algn="l">
              <a:lnSpc>
                <a:spcPct val="115009"/>
              </a:lnSpc>
              <a:spcBef>
                <a:spcPts val="0"/>
              </a:spcBef>
              <a:spcAft>
                <a:spcPts val="0"/>
              </a:spcAft>
              <a:buNone/>
            </a:pPr>
            <a:r>
              <a:rPr b="1" i="0" lang="en-US" sz="1599" u="none" cap="none" strike="noStrike">
                <a:solidFill>
                  <a:srgbClr val="004AAD"/>
                </a:solidFill>
                <a:latin typeface="Poppins Black"/>
                <a:ea typeface="Poppins Black"/>
                <a:cs typeface="Poppins Black"/>
                <a:sym typeface="Poppins Black"/>
              </a:rPr>
              <a:t>HOLA@UNSITIOGENIAL.ES</a:t>
            </a:r>
            <a:endParaRPr/>
          </a:p>
        </p:txBody>
      </p:sp>
      <p:sp>
        <p:nvSpPr>
          <p:cNvPr id="629" name="Google Shape;629;p36"/>
          <p:cNvSpPr txBox="1"/>
          <p:nvPr/>
        </p:nvSpPr>
        <p:spPr>
          <a:xfrm>
            <a:off x="10425776" y="6180784"/>
            <a:ext cx="4018140" cy="40386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US" sz="2400" u="none" cap="none" strike="noStrike">
                <a:solidFill>
                  <a:srgbClr val="004AAD"/>
                </a:solidFill>
                <a:latin typeface="Poppins"/>
                <a:ea typeface="Poppins"/>
                <a:cs typeface="Poppins"/>
                <a:sym typeface="Poppins"/>
              </a:rPr>
              <a:t>Web</a:t>
            </a:r>
            <a:endParaRPr/>
          </a:p>
        </p:txBody>
      </p:sp>
      <p:sp>
        <p:nvSpPr>
          <p:cNvPr id="630" name="Google Shape;630;p36"/>
          <p:cNvSpPr txBox="1"/>
          <p:nvPr/>
        </p:nvSpPr>
        <p:spPr>
          <a:xfrm>
            <a:off x="10430931" y="6773107"/>
            <a:ext cx="4018140" cy="248271"/>
          </a:xfrm>
          <a:prstGeom prst="rect">
            <a:avLst/>
          </a:prstGeom>
          <a:noFill/>
          <a:ln>
            <a:noFill/>
          </a:ln>
        </p:spPr>
        <p:txBody>
          <a:bodyPr anchorCtr="0" anchor="t" bIns="0" lIns="0" spcFirstLastPara="1" rIns="0" wrap="square" tIns="0">
            <a:spAutoFit/>
          </a:bodyPr>
          <a:lstStyle/>
          <a:p>
            <a:pPr indent="0" lvl="0" marL="0" marR="0" rtl="0" algn="l">
              <a:lnSpc>
                <a:spcPct val="115009"/>
              </a:lnSpc>
              <a:spcBef>
                <a:spcPts val="0"/>
              </a:spcBef>
              <a:spcAft>
                <a:spcPts val="0"/>
              </a:spcAft>
              <a:buNone/>
            </a:pPr>
            <a:r>
              <a:rPr b="1" i="0" lang="en-US" sz="1599" u="none" cap="none" strike="noStrike">
                <a:solidFill>
                  <a:srgbClr val="004AAD"/>
                </a:solidFill>
                <a:latin typeface="Poppins Black"/>
                <a:ea typeface="Poppins Black"/>
                <a:cs typeface="Poppins Black"/>
                <a:sym typeface="Poppins Black"/>
              </a:rPr>
              <a:t>WWW.UNSITIOGENIAL.ES</a:t>
            </a:r>
            <a:endParaRPr/>
          </a:p>
        </p:txBody>
      </p:sp>
      <p:sp>
        <p:nvSpPr>
          <p:cNvPr id="631" name="Google Shape;631;p36"/>
          <p:cNvSpPr txBox="1"/>
          <p:nvPr/>
        </p:nvSpPr>
        <p:spPr>
          <a:xfrm>
            <a:off x="10420621" y="7333893"/>
            <a:ext cx="4023295" cy="40386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US" sz="2400" u="none" cap="none" strike="noStrike">
                <a:solidFill>
                  <a:srgbClr val="004AAD"/>
                </a:solidFill>
                <a:latin typeface="Poppins"/>
                <a:ea typeface="Poppins"/>
                <a:cs typeface="Poppins"/>
                <a:sym typeface="Poppins"/>
              </a:rPr>
              <a:t>Teléfono</a:t>
            </a:r>
            <a:endParaRPr/>
          </a:p>
        </p:txBody>
      </p:sp>
      <p:sp>
        <p:nvSpPr>
          <p:cNvPr id="632" name="Google Shape;632;p36"/>
          <p:cNvSpPr txBox="1"/>
          <p:nvPr/>
        </p:nvSpPr>
        <p:spPr>
          <a:xfrm>
            <a:off x="10425776" y="7926216"/>
            <a:ext cx="4023295" cy="248271"/>
          </a:xfrm>
          <a:prstGeom prst="rect">
            <a:avLst/>
          </a:prstGeom>
          <a:noFill/>
          <a:ln>
            <a:noFill/>
          </a:ln>
        </p:spPr>
        <p:txBody>
          <a:bodyPr anchorCtr="0" anchor="t" bIns="0" lIns="0" spcFirstLastPara="1" rIns="0" wrap="square" tIns="0">
            <a:spAutoFit/>
          </a:bodyPr>
          <a:lstStyle/>
          <a:p>
            <a:pPr indent="0" lvl="0" marL="0" marR="0" rtl="0" algn="l">
              <a:lnSpc>
                <a:spcPct val="115009"/>
              </a:lnSpc>
              <a:spcBef>
                <a:spcPts val="0"/>
              </a:spcBef>
              <a:spcAft>
                <a:spcPts val="0"/>
              </a:spcAft>
              <a:buNone/>
            </a:pPr>
            <a:r>
              <a:rPr b="1" i="0" lang="en-US" sz="1599" u="none" cap="none" strike="noStrike">
                <a:solidFill>
                  <a:srgbClr val="004AAD"/>
                </a:solidFill>
                <a:latin typeface="Poppins Black"/>
                <a:ea typeface="Poppins Black"/>
                <a:cs typeface="Poppins Black"/>
                <a:sym typeface="Poppins Black"/>
              </a:rPr>
              <a:t>911-234-567</a:t>
            </a:r>
            <a:endParaRPr/>
          </a:p>
        </p:txBody>
      </p:sp>
      <p:grpSp>
        <p:nvGrpSpPr>
          <p:cNvPr id="633" name="Google Shape;633;p36"/>
          <p:cNvGrpSpPr/>
          <p:nvPr/>
        </p:nvGrpSpPr>
        <p:grpSpPr>
          <a:xfrm>
            <a:off x="16124575" y="8400655"/>
            <a:ext cx="2163413" cy="1886345"/>
            <a:chOff x="12784175" y="3675030"/>
            <a:chExt cx="2163413" cy="1886345"/>
          </a:xfrm>
        </p:grpSpPr>
        <p:sp>
          <p:nvSpPr>
            <p:cNvPr id="634" name="Google Shape;634;p36"/>
            <p:cNvSpPr txBox="1"/>
            <p:nvPr/>
          </p:nvSpPr>
          <p:spPr>
            <a:xfrm rot="1830973">
              <a:off x="12805773" y="4425496"/>
              <a:ext cx="2081405" cy="65265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i="1" lang="en-US" sz="2300">
                  <a:solidFill>
                    <a:srgbClr val="E69138"/>
                  </a:solidFill>
                  <a:latin typeface="Calibri"/>
                  <a:ea typeface="Calibri"/>
                  <a:cs typeface="Calibri"/>
                  <a:sym typeface="Calibri"/>
                </a:rPr>
                <a:t>RAPID EXPRESS </a:t>
              </a:r>
              <a:endParaRPr b="1" i="1" sz="2300">
                <a:solidFill>
                  <a:srgbClr val="E69138"/>
                </a:solidFill>
                <a:latin typeface="Calibri"/>
                <a:ea typeface="Calibri"/>
                <a:cs typeface="Calibri"/>
                <a:sym typeface="Calibri"/>
              </a:endParaRPr>
            </a:p>
          </p:txBody>
        </p:sp>
        <p:sp>
          <p:nvSpPr>
            <p:cNvPr id="635" name="Google Shape;635;p36"/>
            <p:cNvSpPr/>
            <p:nvPr/>
          </p:nvSpPr>
          <p:spPr>
            <a:xfrm>
              <a:off x="13335203" y="3675030"/>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6">
                <a:alphaModFix/>
              </a:blip>
              <a:stretch>
                <a:fillRect b="0" l="0" r="0" t="0"/>
              </a:stretch>
            </a:blipFill>
            <a:ln>
              <a:noFill/>
            </a:ln>
          </p:spPr>
        </p:sp>
      </p:gr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E0E9F9"/>
        </a:solidFill>
      </p:bgPr>
    </p:bg>
    <p:spTree>
      <p:nvGrpSpPr>
        <p:cNvPr id="639" name="Shape 639"/>
        <p:cNvGrpSpPr/>
        <p:nvPr/>
      </p:nvGrpSpPr>
      <p:grpSpPr>
        <a:xfrm>
          <a:off x="0" y="0"/>
          <a:ext cx="0" cy="0"/>
          <a:chOff x="0" y="0"/>
          <a:chExt cx="0" cy="0"/>
        </a:xfrm>
      </p:grpSpPr>
      <p:sp>
        <p:nvSpPr>
          <p:cNvPr id="640" name="Google Shape;640;p37"/>
          <p:cNvSpPr/>
          <p:nvPr/>
        </p:nvSpPr>
        <p:spPr>
          <a:xfrm>
            <a:off x="1410669" y="2257524"/>
            <a:ext cx="1431424" cy="1285679"/>
          </a:xfrm>
          <a:custGeom>
            <a:rect b="b" l="l" r="r" t="t"/>
            <a:pathLst>
              <a:path extrusionOk="0" h="1285679" w="1431424">
                <a:moveTo>
                  <a:pt x="0" y="0"/>
                </a:moveTo>
                <a:lnTo>
                  <a:pt x="1431424" y="0"/>
                </a:lnTo>
                <a:lnTo>
                  <a:pt x="1431424" y="1285679"/>
                </a:lnTo>
                <a:lnTo>
                  <a:pt x="0" y="1285679"/>
                </a:lnTo>
                <a:lnTo>
                  <a:pt x="0" y="0"/>
                </a:lnTo>
                <a:close/>
              </a:path>
            </a:pathLst>
          </a:custGeom>
          <a:blipFill rotWithShape="1">
            <a:blip r:embed="rId3">
              <a:alphaModFix/>
            </a:blip>
            <a:stretch>
              <a:fillRect b="0" l="0" r="0" t="0"/>
            </a:stretch>
          </a:blipFill>
          <a:ln>
            <a:noFill/>
          </a:ln>
        </p:spPr>
      </p:sp>
      <p:sp>
        <p:nvSpPr>
          <p:cNvPr id="641" name="Google Shape;641;p37"/>
          <p:cNvSpPr/>
          <p:nvPr/>
        </p:nvSpPr>
        <p:spPr>
          <a:xfrm>
            <a:off x="3473337" y="2186987"/>
            <a:ext cx="1252948" cy="1426752"/>
          </a:xfrm>
          <a:custGeom>
            <a:rect b="b" l="l" r="r" t="t"/>
            <a:pathLst>
              <a:path extrusionOk="0" h="1426752" w="1252948">
                <a:moveTo>
                  <a:pt x="0" y="0"/>
                </a:moveTo>
                <a:lnTo>
                  <a:pt x="1252948" y="0"/>
                </a:lnTo>
                <a:lnTo>
                  <a:pt x="1252948" y="1426752"/>
                </a:lnTo>
                <a:lnTo>
                  <a:pt x="0" y="1426752"/>
                </a:lnTo>
                <a:lnTo>
                  <a:pt x="0" y="0"/>
                </a:lnTo>
                <a:close/>
              </a:path>
            </a:pathLst>
          </a:custGeom>
          <a:blipFill rotWithShape="1">
            <a:blip r:embed="rId4">
              <a:alphaModFix/>
            </a:blip>
            <a:stretch>
              <a:fillRect b="0" l="0" r="0" t="0"/>
            </a:stretch>
          </a:blipFill>
          <a:ln>
            <a:noFill/>
          </a:ln>
        </p:spPr>
      </p:sp>
      <p:sp>
        <p:nvSpPr>
          <p:cNvPr id="642" name="Google Shape;642;p37"/>
          <p:cNvSpPr/>
          <p:nvPr/>
        </p:nvSpPr>
        <p:spPr>
          <a:xfrm>
            <a:off x="5296414" y="2168187"/>
            <a:ext cx="1604370" cy="1464352"/>
          </a:xfrm>
          <a:custGeom>
            <a:rect b="b" l="l" r="r" t="t"/>
            <a:pathLst>
              <a:path extrusionOk="0" h="1464352" w="1604370">
                <a:moveTo>
                  <a:pt x="0" y="0"/>
                </a:moveTo>
                <a:lnTo>
                  <a:pt x="1604370" y="0"/>
                </a:lnTo>
                <a:lnTo>
                  <a:pt x="1604370" y="1464352"/>
                </a:lnTo>
                <a:lnTo>
                  <a:pt x="0" y="1464352"/>
                </a:lnTo>
                <a:lnTo>
                  <a:pt x="0" y="0"/>
                </a:lnTo>
                <a:close/>
              </a:path>
            </a:pathLst>
          </a:custGeom>
          <a:blipFill rotWithShape="1">
            <a:blip r:embed="rId5">
              <a:alphaModFix/>
            </a:blip>
            <a:stretch>
              <a:fillRect b="0" l="0" r="0" t="0"/>
            </a:stretch>
          </a:blipFill>
          <a:ln>
            <a:noFill/>
          </a:ln>
        </p:spPr>
      </p:sp>
      <p:sp>
        <p:nvSpPr>
          <p:cNvPr id="643" name="Google Shape;643;p37"/>
          <p:cNvSpPr/>
          <p:nvPr/>
        </p:nvSpPr>
        <p:spPr>
          <a:xfrm>
            <a:off x="7405558" y="2186987"/>
            <a:ext cx="1469502" cy="1426752"/>
          </a:xfrm>
          <a:custGeom>
            <a:rect b="b" l="l" r="r" t="t"/>
            <a:pathLst>
              <a:path extrusionOk="0" h="1426752" w="1469502">
                <a:moveTo>
                  <a:pt x="0" y="0"/>
                </a:moveTo>
                <a:lnTo>
                  <a:pt x="1469502" y="0"/>
                </a:lnTo>
                <a:lnTo>
                  <a:pt x="1469502" y="1426752"/>
                </a:lnTo>
                <a:lnTo>
                  <a:pt x="0" y="1426752"/>
                </a:lnTo>
                <a:lnTo>
                  <a:pt x="0" y="0"/>
                </a:lnTo>
                <a:close/>
              </a:path>
            </a:pathLst>
          </a:custGeom>
          <a:blipFill rotWithShape="1">
            <a:blip r:embed="rId6">
              <a:alphaModFix/>
            </a:blip>
            <a:stretch>
              <a:fillRect b="0" l="0" r="0" t="0"/>
            </a:stretch>
          </a:blipFill>
          <a:ln>
            <a:noFill/>
          </a:ln>
        </p:spPr>
      </p:sp>
      <p:sp>
        <p:nvSpPr>
          <p:cNvPr id="644" name="Google Shape;644;p37"/>
          <p:cNvSpPr/>
          <p:nvPr/>
        </p:nvSpPr>
        <p:spPr>
          <a:xfrm>
            <a:off x="9713266" y="2168187"/>
            <a:ext cx="1315254" cy="1464352"/>
          </a:xfrm>
          <a:custGeom>
            <a:rect b="b" l="l" r="r" t="t"/>
            <a:pathLst>
              <a:path extrusionOk="0" h="1464352" w="1315254">
                <a:moveTo>
                  <a:pt x="0" y="0"/>
                </a:moveTo>
                <a:lnTo>
                  <a:pt x="1315254" y="0"/>
                </a:lnTo>
                <a:lnTo>
                  <a:pt x="1315254" y="1464352"/>
                </a:lnTo>
                <a:lnTo>
                  <a:pt x="0" y="1464352"/>
                </a:lnTo>
                <a:lnTo>
                  <a:pt x="0" y="0"/>
                </a:lnTo>
                <a:close/>
              </a:path>
            </a:pathLst>
          </a:custGeom>
          <a:blipFill rotWithShape="1">
            <a:blip r:embed="rId7">
              <a:alphaModFix/>
            </a:blip>
            <a:stretch>
              <a:fillRect b="0" l="0" r="0" t="0"/>
            </a:stretch>
          </a:blipFill>
          <a:ln>
            <a:noFill/>
          </a:ln>
        </p:spPr>
      </p:sp>
      <p:sp>
        <p:nvSpPr>
          <p:cNvPr id="645" name="Google Shape;645;p37"/>
          <p:cNvSpPr/>
          <p:nvPr/>
        </p:nvSpPr>
        <p:spPr>
          <a:xfrm>
            <a:off x="11745112" y="2186987"/>
            <a:ext cx="1566295" cy="1426752"/>
          </a:xfrm>
          <a:custGeom>
            <a:rect b="b" l="l" r="r" t="t"/>
            <a:pathLst>
              <a:path extrusionOk="0" h="1426752" w="1566295">
                <a:moveTo>
                  <a:pt x="0" y="0"/>
                </a:moveTo>
                <a:lnTo>
                  <a:pt x="1566295" y="0"/>
                </a:lnTo>
                <a:lnTo>
                  <a:pt x="1566295" y="1426752"/>
                </a:lnTo>
                <a:lnTo>
                  <a:pt x="0" y="1426752"/>
                </a:lnTo>
                <a:lnTo>
                  <a:pt x="0" y="0"/>
                </a:lnTo>
                <a:close/>
              </a:path>
            </a:pathLst>
          </a:custGeom>
          <a:blipFill rotWithShape="1">
            <a:blip r:embed="rId8">
              <a:alphaModFix/>
            </a:blip>
            <a:stretch>
              <a:fillRect b="0" l="0" r="0" t="0"/>
            </a:stretch>
          </a:blipFill>
          <a:ln>
            <a:noFill/>
          </a:ln>
        </p:spPr>
      </p:sp>
      <p:sp>
        <p:nvSpPr>
          <p:cNvPr id="646" name="Google Shape;646;p37"/>
          <p:cNvSpPr/>
          <p:nvPr/>
        </p:nvSpPr>
        <p:spPr>
          <a:xfrm>
            <a:off x="13879848" y="2158787"/>
            <a:ext cx="1067869" cy="1483152"/>
          </a:xfrm>
          <a:custGeom>
            <a:rect b="b" l="l" r="r" t="t"/>
            <a:pathLst>
              <a:path extrusionOk="0" h="1483152" w="1067869">
                <a:moveTo>
                  <a:pt x="0" y="0"/>
                </a:moveTo>
                <a:lnTo>
                  <a:pt x="1067870" y="0"/>
                </a:lnTo>
                <a:lnTo>
                  <a:pt x="1067870" y="1483152"/>
                </a:lnTo>
                <a:lnTo>
                  <a:pt x="0" y="1483152"/>
                </a:lnTo>
                <a:lnTo>
                  <a:pt x="0" y="0"/>
                </a:lnTo>
                <a:close/>
              </a:path>
            </a:pathLst>
          </a:custGeom>
          <a:blipFill rotWithShape="1">
            <a:blip r:embed="rId9">
              <a:alphaModFix/>
            </a:blip>
            <a:stretch>
              <a:fillRect b="0" l="0" r="0" t="0"/>
            </a:stretch>
          </a:blipFill>
          <a:ln>
            <a:noFill/>
          </a:ln>
        </p:spPr>
      </p:sp>
      <p:sp>
        <p:nvSpPr>
          <p:cNvPr id="647" name="Google Shape;647;p37"/>
          <p:cNvSpPr/>
          <p:nvPr/>
        </p:nvSpPr>
        <p:spPr>
          <a:xfrm>
            <a:off x="1384041" y="4019897"/>
            <a:ext cx="1484679" cy="1085166"/>
          </a:xfrm>
          <a:custGeom>
            <a:rect b="b" l="l" r="r" t="t"/>
            <a:pathLst>
              <a:path extrusionOk="0" h="1085166" w="1484679">
                <a:moveTo>
                  <a:pt x="0" y="0"/>
                </a:moveTo>
                <a:lnTo>
                  <a:pt x="1484680" y="0"/>
                </a:lnTo>
                <a:lnTo>
                  <a:pt x="1484680" y="1085165"/>
                </a:lnTo>
                <a:lnTo>
                  <a:pt x="0" y="1085165"/>
                </a:lnTo>
                <a:lnTo>
                  <a:pt x="0" y="0"/>
                </a:lnTo>
                <a:close/>
              </a:path>
            </a:pathLst>
          </a:custGeom>
          <a:blipFill rotWithShape="1">
            <a:blip r:embed="rId10">
              <a:alphaModFix/>
            </a:blip>
            <a:stretch>
              <a:fillRect b="0" l="0" r="0" t="0"/>
            </a:stretch>
          </a:blipFill>
          <a:ln>
            <a:noFill/>
          </a:ln>
        </p:spPr>
      </p:sp>
      <p:sp>
        <p:nvSpPr>
          <p:cNvPr id="648" name="Google Shape;648;p37"/>
          <p:cNvSpPr/>
          <p:nvPr/>
        </p:nvSpPr>
        <p:spPr>
          <a:xfrm>
            <a:off x="3518084" y="3905499"/>
            <a:ext cx="1163453" cy="1313961"/>
          </a:xfrm>
          <a:custGeom>
            <a:rect b="b" l="l" r="r" t="t"/>
            <a:pathLst>
              <a:path extrusionOk="0" h="1313961" w="1163453">
                <a:moveTo>
                  <a:pt x="0" y="0"/>
                </a:moveTo>
                <a:lnTo>
                  <a:pt x="1163453" y="0"/>
                </a:lnTo>
                <a:lnTo>
                  <a:pt x="1163453" y="1313961"/>
                </a:lnTo>
                <a:lnTo>
                  <a:pt x="0" y="1313961"/>
                </a:lnTo>
                <a:lnTo>
                  <a:pt x="0" y="0"/>
                </a:lnTo>
                <a:close/>
              </a:path>
            </a:pathLst>
          </a:custGeom>
          <a:blipFill rotWithShape="1">
            <a:blip r:embed="rId11">
              <a:alphaModFix/>
            </a:blip>
            <a:stretch>
              <a:fillRect b="0" l="0" r="0" t="0"/>
            </a:stretch>
          </a:blipFill>
          <a:ln>
            <a:noFill/>
          </a:ln>
        </p:spPr>
      </p:sp>
      <p:sp>
        <p:nvSpPr>
          <p:cNvPr id="649" name="Google Shape;649;p37"/>
          <p:cNvSpPr/>
          <p:nvPr/>
        </p:nvSpPr>
        <p:spPr>
          <a:xfrm>
            <a:off x="5697323" y="4045613"/>
            <a:ext cx="802553" cy="1033733"/>
          </a:xfrm>
          <a:custGeom>
            <a:rect b="b" l="l" r="r" t="t"/>
            <a:pathLst>
              <a:path extrusionOk="0" h="1033733" w="802553">
                <a:moveTo>
                  <a:pt x="0" y="0"/>
                </a:moveTo>
                <a:lnTo>
                  <a:pt x="802552" y="0"/>
                </a:lnTo>
                <a:lnTo>
                  <a:pt x="802552" y="1033733"/>
                </a:lnTo>
                <a:lnTo>
                  <a:pt x="0" y="1033733"/>
                </a:lnTo>
                <a:lnTo>
                  <a:pt x="0" y="0"/>
                </a:lnTo>
                <a:close/>
              </a:path>
            </a:pathLst>
          </a:custGeom>
          <a:blipFill rotWithShape="1">
            <a:blip r:embed="rId12">
              <a:alphaModFix/>
            </a:blip>
            <a:stretch>
              <a:fillRect b="0" l="0" r="0" t="0"/>
            </a:stretch>
          </a:blipFill>
          <a:ln>
            <a:noFill/>
          </a:ln>
        </p:spPr>
      </p:sp>
      <p:sp>
        <p:nvSpPr>
          <p:cNvPr id="650" name="Google Shape;650;p37"/>
          <p:cNvSpPr/>
          <p:nvPr/>
        </p:nvSpPr>
        <p:spPr>
          <a:xfrm>
            <a:off x="7420272" y="3869935"/>
            <a:ext cx="1440073" cy="1385089"/>
          </a:xfrm>
          <a:custGeom>
            <a:rect b="b" l="l" r="r" t="t"/>
            <a:pathLst>
              <a:path extrusionOk="0" h="1385089" w="1440073">
                <a:moveTo>
                  <a:pt x="0" y="0"/>
                </a:moveTo>
                <a:lnTo>
                  <a:pt x="1440074" y="0"/>
                </a:lnTo>
                <a:lnTo>
                  <a:pt x="1440074" y="1385089"/>
                </a:lnTo>
                <a:lnTo>
                  <a:pt x="0" y="1385089"/>
                </a:lnTo>
                <a:lnTo>
                  <a:pt x="0" y="0"/>
                </a:lnTo>
                <a:close/>
              </a:path>
            </a:pathLst>
          </a:custGeom>
          <a:blipFill rotWithShape="1">
            <a:blip r:embed="rId13">
              <a:alphaModFix/>
            </a:blip>
            <a:stretch>
              <a:fillRect b="0" l="0" r="0" t="0"/>
            </a:stretch>
          </a:blipFill>
          <a:ln>
            <a:noFill/>
          </a:ln>
        </p:spPr>
      </p:sp>
      <p:sp>
        <p:nvSpPr>
          <p:cNvPr id="651" name="Google Shape;651;p37"/>
          <p:cNvSpPr/>
          <p:nvPr/>
        </p:nvSpPr>
        <p:spPr>
          <a:xfrm>
            <a:off x="9703030" y="3978403"/>
            <a:ext cx="1335726" cy="1168153"/>
          </a:xfrm>
          <a:custGeom>
            <a:rect b="b" l="l" r="r" t="t"/>
            <a:pathLst>
              <a:path extrusionOk="0" h="1168153" w="1335726">
                <a:moveTo>
                  <a:pt x="0" y="0"/>
                </a:moveTo>
                <a:lnTo>
                  <a:pt x="1335726" y="0"/>
                </a:lnTo>
                <a:lnTo>
                  <a:pt x="1335726" y="1168153"/>
                </a:lnTo>
                <a:lnTo>
                  <a:pt x="0" y="1168153"/>
                </a:lnTo>
                <a:lnTo>
                  <a:pt x="0" y="0"/>
                </a:lnTo>
                <a:close/>
              </a:path>
            </a:pathLst>
          </a:custGeom>
          <a:blipFill rotWithShape="1">
            <a:blip r:embed="rId14">
              <a:alphaModFix/>
            </a:blip>
            <a:stretch>
              <a:fillRect b="0" l="0" r="0" t="0"/>
            </a:stretch>
          </a:blipFill>
          <a:ln>
            <a:noFill/>
          </a:ln>
        </p:spPr>
      </p:sp>
      <p:sp>
        <p:nvSpPr>
          <p:cNvPr id="652" name="Google Shape;652;p37"/>
          <p:cNvSpPr/>
          <p:nvPr/>
        </p:nvSpPr>
        <p:spPr>
          <a:xfrm>
            <a:off x="11819226" y="3877940"/>
            <a:ext cx="1418068" cy="1369080"/>
          </a:xfrm>
          <a:custGeom>
            <a:rect b="b" l="l" r="r" t="t"/>
            <a:pathLst>
              <a:path extrusionOk="0" h="1369080" w="1418068">
                <a:moveTo>
                  <a:pt x="0" y="0"/>
                </a:moveTo>
                <a:lnTo>
                  <a:pt x="1418067" y="0"/>
                </a:lnTo>
                <a:lnTo>
                  <a:pt x="1418067" y="1369079"/>
                </a:lnTo>
                <a:lnTo>
                  <a:pt x="0" y="1369079"/>
                </a:lnTo>
                <a:lnTo>
                  <a:pt x="0" y="0"/>
                </a:lnTo>
                <a:close/>
              </a:path>
            </a:pathLst>
          </a:custGeom>
          <a:blipFill rotWithShape="1">
            <a:blip r:embed="rId15">
              <a:alphaModFix/>
            </a:blip>
            <a:stretch>
              <a:fillRect b="0" l="0" r="0" t="0"/>
            </a:stretch>
          </a:blipFill>
          <a:ln>
            <a:noFill/>
          </a:ln>
        </p:spPr>
      </p:sp>
      <p:sp>
        <p:nvSpPr>
          <p:cNvPr id="653" name="Google Shape;653;p37"/>
          <p:cNvSpPr/>
          <p:nvPr/>
        </p:nvSpPr>
        <p:spPr>
          <a:xfrm>
            <a:off x="13607591" y="3924855"/>
            <a:ext cx="1612385" cy="1275250"/>
          </a:xfrm>
          <a:custGeom>
            <a:rect b="b" l="l" r="r" t="t"/>
            <a:pathLst>
              <a:path extrusionOk="0" h="1275250" w="1612385">
                <a:moveTo>
                  <a:pt x="0" y="0"/>
                </a:moveTo>
                <a:lnTo>
                  <a:pt x="1612384" y="0"/>
                </a:lnTo>
                <a:lnTo>
                  <a:pt x="1612384" y="1275249"/>
                </a:lnTo>
                <a:lnTo>
                  <a:pt x="0" y="1275249"/>
                </a:lnTo>
                <a:lnTo>
                  <a:pt x="0" y="0"/>
                </a:lnTo>
                <a:close/>
              </a:path>
            </a:pathLst>
          </a:custGeom>
          <a:blipFill rotWithShape="1">
            <a:blip r:embed="rId16">
              <a:alphaModFix/>
            </a:blip>
            <a:stretch>
              <a:fillRect b="0" l="0" r="0" t="0"/>
            </a:stretch>
          </a:blipFill>
          <a:ln>
            <a:noFill/>
          </a:ln>
        </p:spPr>
      </p:sp>
      <p:sp>
        <p:nvSpPr>
          <p:cNvPr id="654" name="Google Shape;654;p37"/>
          <p:cNvSpPr/>
          <p:nvPr/>
        </p:nvSpPr>
        <p:spPr>
          <a:xfrm>
            <a:off x="1521799" y="5745308"/>
            <a:ext cx="1209164" cy="1132217"/>
          </a:xfrm>
          <a:custGeom>
            <a:rect b="b" l="l" r="r" t="t"/>
            <a:pathLst>
              <a:path extrusionOk="0" h="1132217" w="1209164">
                <a:moveTo>
                  <a:pt x="0" y="0"/>
                </a:moveTo>
                <a:lnTo>
                  <a:pt x="1209164" y="0"/>
                </a:lnTo>
                <a:lnTo>
                  <a:pt x="1209164" y="1132218"/>
                </a:lnTo>
                <a:lnTo>
                  <a:pt x="0" y="1132218"/>
                </a:lnTo>
                <a:lnTo>
                  <a:pt x="0" y="0"/>
                </a:lnTo>
                <a:close/>
              </a:path>
            </a:pathLst>
          </a:custGeom>
          <a:blipFill rotWithShape="1">
            <a:blip r:embed="rId17">
              <a:alphaModFix/>
            </a:blip>
            <a:stretch>
              <a:fillRect b="0" l="0" r="0" t="0"/>
            </a:stretch>
          </a:blipFill>
          <a:ln>
            <a:noFill/>
          </a:ln>
        </p:spPr>
      </p:sp>
      <p:sp>
        <p:nvSpPr>
          <p:cNvPr id="655" name="Google Shape;655;p37"/>
          <p:cNvSpPr/>
          <p:nvPr/>
        </p:nvSpPr>
        <p:spPr>
          <a:xfrm>
            <a:off x="3518084" y="5654437"/>
            <a:ext cx="1163453" cy="1313961"/>
          </a:xfrm>
          <a:custGeom>
            <a:rect b="b" l="l" r="r" t="t"/>
            <a:pathLst>
              <a:path extrusionOk="0" h="1313961" w="1163453">
                <a:moveTo>
                  <a:pt x="0" y="0"/>
                </a:moveTo>
                <a:lnTo>
                  <a:pt x="1163453" y="0"/>
                </a:lnTo>
                <a:lnTo>
                  <a:pt x="1163453" y="1313961"/>
                </a:lnTo>
                <a:lnTo>
                  <a:pt x="0" y="1313961"/>
                </a:lnTo>
                <a:lnTo>
                  <a:pt x="0" y="0"/>
                </a:lnTo>
                <a:close/>
              </a:path>
            </a:pathLst>
          </a:custGeom>
          <a:blipFill rotWithShape="1">
            <a:blip r:embed="rId18">
              <a:alphaModFix/>
            </a:blip>
            <a:stretch>
              <a:fillRect b="0" l="0" r="0" t="0"/>
            </a:stretch>
          </a:blipFill>
          <a:ln>
            <a:noFill/>
          </a:ln>
        </p:spPr>
      </p:sp>
      <p:sp>
        <p:nvSpPr>
          <p:cNvPr id="656" name="Google Shape;656;p37"/>
          <p:cNvSpPr/>
          <p:nvPr/>
        </p:nvSpPr>
        <p:spPr>
          <a:xfrm>
            <a:off x="5519091" y="5583725"/>
            <a:ext cx="1159015" cy="1455384"/>
          </a:xfrm>
          <a:custGeom>
            <a:rect b="b" l="l" r="r" t="t"/>
            <a:pathLst>
              <a:path extrusionOk="0" h="1455384" w="1159015">
                <a:moveTo>
                  <a:pt x="0" y="0"/>
                </a:moveTo>
                <a:lnTo>
                  <a:pt x="1159016" y="0"/>
                </a:lnTo>
                <a:lnTo>
                  <a:pt x="1159016" y="1455384"/>
                </a:lnTo>
                <a:lnTo>
                  <a:pt x="0" y="1455384"/>
                </a:lnTo>
                <a:lnTo>
                  <a:pt x="0" y="0"/>
                </a:lnTo>
                <a:close/>
              </a:path>
            </a:pathLst>
          </a:custGeom>
          <a:blipFill rotWithShape="1">
            <a:blip r:embed="rId19">
              <a:alphaModFix/>
            </a:blip>
            <a:stretch>
              <a:fillRect b="0" l="0" r="0" t="0"/>
            </a:stretch>
          </a:blipFill>
          <a:ln>
            <a:noFill/>
          </a:ln>
        </p:spPr>
      </p:sp>
      <p:sp>
        <p:nvSpPr>
          <p:cNvPr id="657" name="Google Shape;657;p37"/>
          <p:cNvSpPr/>
          <p:nvPr/>
        </p:nvSpPr>
        <p:spPr>
          <a:xfrm>
            <a:off x="7426197" y="5508224"/>
            <a:ext cx="1428224" cy="1606386"/>
          </a:xfrm>
          <a:custGeom>
            <a:rect b="b" l="l" r="r" t="t"/>
            <a:pathLst>
              <a:path extrusionOk="0" h="1606386" w="1428224">
                <a:moveTo>
                  <a:pt x="0" y="0"/>
                </a:moveTo>
                <a:lnTo>
                  <a:pt x="1428224" y="0"/>
                </a:lnTo>
                <a:lnTo>
                  <a:pt x="1428224" y="1606386"/>
                </a:lnTo>
                <a:lnTo>
                  <a:pt x="0" y="1606386"/>
                </a:lnTo>
                <a:lnTo>
                  <a:pt x="0" y="0"/>
                </a:lnTo>
                <a:close/>
              </a:path>
            </a:pathLst>
          </a:custGeom>
          <a:blipFill rotWithShape="1">
            <a:blip r:embed="rId20">
              <a:alphaModFix/>
            </a:blip>
            <a:stretch>
              <a:fillRect b="0" l="0" r="0" t="0"/>
            </a:stretch>
          </a:blipFill>
          <a:ln>
            <a:noFill/>
          </a:ln>
        </p:spPr>
      </p:sp>
      <p:sp>
        <p:nvSpPr>
          <p:cNvPr id="658" name="Google Shape;658;p37"/>
          <p:cNvSpPr/>
          <p:nvPr/>
        </p:nvSpPr>
        <p:spPr>
          <a:xfrm>
            <a:off x="9522852" y="5663822"/>
            <a:ext cx="1696082" cy="1295190"/>
          </a:xfrm>
          <a:custGeom>
            <a:rect b="b" l="l" r="r" t="t"/>
            <a:pathLst>
              <a:path extrusionOk="0" h="1295190" w="1696082">
                <a:moveTo>
                  <a:pt x="0" y="0"/>
                </a:moveTo>
                <a:lnTo>
                  <a:pt x="1696082" y="0"/>
                </a:lnTo>
                <a:lnTo>
                  <a:pt x="1696082" y="1295190"/>
                </a:lnTo>
                <a:lnTo>
                  <a:pt x="0" y="1295190"/>
                </a:lnTo>
                <a:lnTo>
                  <a:pt x="0" y="0"/>
                </a:lnTo>
                <a:close/>
              </a:path>
            </a:pathLst>
          </a:custGeom>
          <a:blipFill rotWithShape="1">
            <a:blip r:embed="rId21">
              <a:alphaModFix/>
            </a:blip>
            <a:stretch>
              <a:fillRect b="0" l="0" r="0" t="0"/>
            </a:stretch>
          </a:blipFill>
          <a:ln>
            <a:noFill/>
          </a:ln>
        </p:spPr>
      </p:sp>
      <p:sp>
        <p:nvSpPr>
          <p:cNvPr id="659" name="Google Shape;659;p37"/>
          <p:cNvSpPr/>
          <p:nvPr/>
        </p:nvSpPr>
        <p:spPr>
          <a:xfrm>
            <a:off x="11893062" y="5745308"/>
            <a:ext cx="1270395" cy="1191861"/>
          </a:xfrm>
          <a:custGeom>
            <a:rect b="b" l="l" r="r" t="t"/>
            <a:pathLst>
              <a:path extrusionOk="0" h="1191861" w="1270395">
                <a:moveTo>
                  <a:pt x="0" y="0"/>
                </a:moveTo>
                <a:lnTo>
                  <a:pt x="1270395" y="0"/>
                </a:lnTo>
                <a:lnTo>
                  <a:pt x="1270395" y="1191862"/>
                </a:lnTo>
                <a:lnTo>
                  <a:pt x="0" y="1191862"/>
                </a:lnTo>
                <a:lnTo>
                  <a:pt x="0" y="0"/>
                </a:lnTo>
                <a:close/>
              </a:path>
            </a:pathLst>
          </a:custGeom>
          <a:blipFill rotWithShape="1">
            <a:blip r:embed="rId22">
              <a:alphaModFix/>
            </a:blip>
            <a:stretch>
              <a:fillRect b="0" l="0" r="0" t="0"/>
            </a:stretch>
          </a:blipFill>
          <a:ln>
            <a:noFill/>
          </a:ln>
        </p:spPr>
      </p:sp>
      <p:sp>
        <p:nvSpPr>
          <p:cNvPr id="660" name="Google Shape;660;p37"/>
          <p:cNvSpPr/>
          <p:nvPr/>
        </p:nvSpPr>
        <p:spPr>
          <a:xfrm>
            <a:off x="13815768" y="5619264"/>
            <a:ext cx="1196030" cy="1339748"/>
          </a:xfrm>
          <a:custGeom>
            <a:rect b="b" l="l" r="r" t="t"/>
            <a:pathLst>
              <a:path extrusionOk="0" h="1339748" w="1196030">
                <a:moveTo>
                  <a:pt x="0" y="0"/>
                </a:moveTo>
                <a:lnTo>
                  <a:pt x="1196030" y="0"/>
                </a:lnTo>
                <a:lnTo>
                  <a:pt x="1196030" y="1339748"/>
                </a:lnTo>
                <a:lnTo>
                  <a:pt x="0" y="1339748"/>
                </a:lnTo>
                <a:lnTo>
                  <a:pt x="0" y="0"/>
                </a:lnTo>
                <a:close/>
              </a:path>
            </a:pathLst>
          </a:custGeom>
          <a:blipFill rotWithShape="1">
            <a:blip r:embed="rId23">
              <a:alphaModFix/>
            </a:blip>
            <a:stretch>
              <a:fillRect b="0" l="0" r="0" t="0"/>
            </a:stretch>
          </a:blipFill>
          <a:ln>
            <a:noFill/>
          </a:ln>
        </p:spPr>
      </p:sp>
      <p:sp>
        <p:nvSpPr>
          <p:cNvPr id="661" name="Google Shape;661;p37"/>
          <p:cNvSpPr/>
          <p:nvPr/>
        </p:nvSpPr>
        <p:spPr>
          <a:xfrm>
            <a:off x="1529083" y="7551357"/>
            <a:ext cx="1194597" cy="1368809"/>
          </a:xfrm>
          <a:custGeom>
            <a:rect b="b" l="l" r="r" t="t"/>
            <a:pathLst>
              <a:path extrusionOk="0" h="1368809" w="1194597">
                <a:moveTo>
                  <a:pt x="0" y="0"/>
                </a:moveTo>
                <a:lnTo>
                  <a:pt x="1194596" y="0"/>
                </a:lnTo>
                <a:lnTo>
                  <a:pt x="1194596" y="1368808"/>
                </a:lnTo>
                <a:lnTo>
                  <a:pt x="0" y="1368808"/>
                </a:lnTo>
                <a:lnTo>
                  <a:pt x="0" y="0"/>
                </a:lnTo>
                <a:close/>
              </a:path>
            </a:pathLst>
          </a:custGeom>
          <a:blipFill rotWithShape="1">
            <a:blip r:embed="rId24">
              <a:alphaModFix/>
            </a:blip>
            <a:stretch>
              <a:fillRect b="0" l="0" r="0" t="0"/>
            </a:stretch>
          </a:blipFill>
          <a:ln>
            <a:noFill/>
          </a:ln>
        </p:spPr>
      </p:sp>
      <p:sp>
        <p:nvSpPr>
          <p:cNvPr id="662" name="Google Shape;662;p37"/>
          <p:cNvSpPr/>
          <p:nvPr/>
        </p:nvSpPr>
        <p:spPr>
          <a:xfrm>
            <a:off x="3406031" y="7669385"/>
            <a:ext cx="1387559" cy="1132752"/>
          </a:xfrm>
          <a:custGeom>
            <a:rect b="b" l="l" r="r" t="t"/>
            <a:pathLst>
              <a:path extrusionOk="0" h="1132752" w="1387559">
                <a:moveTo>
                  <a:pt x="0" y="0"/>
                </a:moveTo>
                <a:lnTo>
                  <a:pt x="1387559" y="0"/>
                </a:lnTo>
                <a:lnTo>
                  <a:pt x="1387559" y="1132752"/>
                </a:lnTo>
                <a:lnTo>
                  <a:pt x="0" y="1132752"/>
                </a:lnTo>
                <a:lnTo>
                  <a:pt x="0" y="0"/>
                </a:lnTo>
                <a:close/>
              </a:path>
            </a:pathLst>
          </a:custGeom>
          <a:blipFill rotWithShape="1">
            <a:blip r:embed="rId25">
              <a:alphaModFix/>
            </a:blip>
            <a:stretch>
              <a:fillRect b="0" l="0" r="0" t="0"/>
            </a:stretch>
          </a:blipFill>
          <a:ln>
            <a:noFill/>
          </a:ln>
        </p:spPr>
      </p:sp>
      <p:sp>
        <p:nvSpPr>
          <p:cNvPr id="663" name="Google Shape;663;p37"/>
          <p:cNvSpPr/>
          <p:nvPr/>
        </p:nvSpPr>
        <p:spPr>
          <a:xfrm>
            <a:off x="5466903" y="7767157"/>
            <a:ext cx="1263392" cy="937207"/>
          </a:xfrm>
          <a:custGeom>
            <a:rect b="b" l="l" r="r" t="t"/>
            <a:pathLst>
              <a:path extrusionOk="0" h="937207" w="1263392">
                <a:moveTo>
                  <a:pt x="0" y="0"/>
                </a:moveTo>
                <a:lnTo>
                  <a:pt x="1263392" y="0"/>
                </a:lnTo>
                <a:lnTo>
                  <a:pt x="1263392" y="937207"/>
                </a:lnTo>
                <a:lnTo>
                  <a:pt x="0" y="937207"/>
                </a:lnTo>
                <a:lnTo>
                  <a:pt x="0" y="0"/>
                </a:lnTo>
                <a:close/>
              </a:path>
            </a:pathLst>
          </a:custGeom>
          <a:blipFill rotWithShape="1">
            <a:blip r:embed="rId26">
              <a:alphaModFix/>
            </a:blip>
            <a:stretch>
              <a:fillRect b="0" l="0" r="0" t="0"/>
            </a:stretch>
          </a:blipFill>
          <a:ln>
            <a:noFill/>
          </a:ln>
        </p:spPr>
      </p:sp>
      <p:sp>
        <p:nvSpPr>
          <p:cNvPr id="664" name="Google Shape;664;p37"/>
          <p:cNvSpPr/>
          <p:nvPr/>
        </p:nvSpPr>
        <p:spPr>
          <a:xfrm>
            <a:off x="7680387" y="7457205"/>
            <a:ext cx="919845" cy="1246095"/>
          </a:xfrm>
          <a:custGeom>
            <a:rect b="b" l="l" r="r" t="t"/>
            <a:pathLst>
              <a:path extrusionOk="0" h="1246095" w="919845">
                <a:moveTo>
                  <a:pt x="0" y="0"/>
                </a:moveTo>
                <a:lnTo>
                  <a:pt x="919845" y="0"/>
                </a:lnTo>
                <a:lnTo>
                  <a:pt x="919845" y="1246095"/>
                </a:lnTo>
                <a:lnTo>
                  <a:pt x="0" y="1246095"/>
                </a:lnTo>
                <a:lnTo>
                  <a:pt x="0" y="0"/>
                </a:lnTo>
                <a:close/>
              </a:path>
            </a:pathLst>
          </a:custGeom>
          <a:blipFill rotWithShape="1">
            <a:blip r:embed="rId27">
              <a:alphaModFix/>
            </a:blip>
            <a:stretch>
              <a:fillRect b="0" l="0" r="0" t="0"/>
            </a:stretch>
          </a:blipFill>
          <a:ln>
            <a:noFill/>
          </a:ln>
        </p:spPr>
      </p:sp>
      <p:sp>
        <p:nvSpPr>
          <p:cNvPr id="665" name="Google Shape;665;p37"/>
          <p:cNvSpPr/>
          <p:nvPr/>
        </p:nvSpPr>
        <p:spPr>
          <a:xfrm>
            <a:off x="10021029" y="7457205"/>
            <a:ext cx="699728" cy="1436008"/>
          </a:xfrm>
          <a:custGeom>
            <a:rect b="b" l="l" r="r" t="t"/>
            <a:pathLst>
              <a:path extrusionOk="0" h="1436008" w="699728">
                <a:moveTo>
                  <a:pt x="0" y="0"/>
                </a:moveTo>
                <a:lnTo>
                  <a:pt x="699728" y="0"/>
                </a:lnTo>
                <a:lnTo>
                  <a:pt x="699728" y="1436008"/>
                </a:lnTo>
                <a:lnTo>
                  <a:pt x="0" y="1436008"/>
                </a:lnTo>
                <a:lnTo>
                  <a:pt x="0" y="0"/>
                </a:lnTo>
                <a:close/>
              </a:path>
            </a:pathLst>
          </a:custGeom>
          <a:blipFill rotWithShape="1">
            <a:blip r:embed="rId28">
              <a:alphaModFix/>
            </a:blip>
            <a:stretch>
              <a:fillRect b="0" l="0" r="0" t="0"/>
            </a:stretch>
          </a:blipFill>
          <a:ln>
            <a:noFill/>
          </a:ln>
        </p:spPr>
      </p:sp>
      <p:sp>
        <p:nvSpPr>
          <p:cNvPr id="666" name="Google Shape;666;p37"/>
          <p:cNvSpPr/>
          <p:nvPr/>
        </p:nvSpPr>
        <p:spPr>
          <a:xfrm>
            <a:off x="11820699" y="7366129"/>
            <a:ext cx="1415121" cy="1436008"/>
          </a:xfrm>
          <a:custGeom>
            <a:rect b="b" l="l" r="r" t="t"/>
            <a:pathLst>
              <a:path extrusionOk="0" h="1436008" w="1415121">
                <a:moveTo>
                  <a:pt x="0" y="0"/>
                </a:moveTo>
                <a:lnTo>
                  <a:pt x="1415121" y="0"/>
                </a:lnTo>
                <a:lnTo>
                  <a:pt x="1415121" y="1436008"/>
                </a:lnTo>
                <a:lnTo>
                  <a:pt x="0" y="1436008"/>
                </a:lnTo>
                <a:lnTo>
                  <a:pt x="0" y="0"/>
                </a:lnTo>
                <a:close/>
              </a:path>
            </a:pathLst>
          </a:custGeom>
          <a:blipFill rotWithShape="1">
            <a:blip r:embed="rId29">
              <a:alphaModFix/>
            </a:blip>
            <a:stretch>
              <a:fillRect b="0" l="0" r="0" t="0"/>
            </a:stretch>
          </a:blipFill>
          <a:ln>
            <a:noFill/>
          </a:ln>
        </p:spPr>
      </p:sp>
      <p:sp>
        <p:nvSpPr>
          <p:cNvPr id="667" name="Google Shape;667;p37"/>
          <p:cNvSpPr/>
          <p:nvPr/>
        </p:nvSpPr>
        <p:spPr>
          <a:xfrm>
            <a:off x="13815768" y="7768222"/>
            <a:ext cx="1196030" cy="935078"/>
          </a:xfrm>
          <a:custGeom>
            <a:rect b="b" l="l" r="r" t="t"/>
            <a:pathLst>
              <a:path extrusionOk="0" h="935078" w="1196030">
                <a:moveTo>
                  <a:pt x="0" y="0"/>
                </a:moveTo>
                <a:lnTo>
                  <a:pt x="1196030" y="0"/>
                </a:lnTo>
                <a:lnTo>
                  <a:pt x="1196030" y="935078"/>
                </a:lnTo>
                <a:lnTo>
                  <a:pt x="0" y="935078"/>
                </a:lnTo>
                <a:lnTo>
                  <a:pt x="0" y="0"/>
                </a:lnTo>
                <a:close/>
              </a:path>
            </a:pathLst>
          </a:custGeom>
          <a:blipFill rotWithShape="1">
            <a:blip r:embed="rId30">
              <a:alphaModFix/>
            </a:blip>
            <a:stretch>
              <a:fillRect b="0" l="0" r="0" t="0"/>
            </a:stretch>
          </a:blipFill>
          <a:ln>
            <a:noFill/>
          </a:ln>
        </p:spPr>
      </p:sp>
      <p:sp>
        <p:nvSpPr>
          <p:cNvPr id="668" name="Google Shape;668;p37"/>
          <p:cNvSpPr/>
          <p:nvPr/>
        </p:nvSpPr>
        <p:spPr>
          <a:xfrm>
            <a:off x="15361112" y="2219203"/>
            <a:ext cx="1661367" cy="1362321"/>
          </a:xfrm>
          <a:custGeom>
            <a:rect b="b" l="l" r="r" t="t"/>
            <a:pathLst>
              <a:path extrusionOk="0" h="1362321" w="1661367">
                <a:moveTo>
                  <a:pt x="0" y="0"/>
                </a:moveTo>
                <a:lnTo>
                  <a:pt x="1661367" y="0"/>
                </a:lnTo>
                <a:lnTo>
                  <a:pt x="1661367" y="1362320"/>
                </a:lnTo>
                <a:lnTo>
                  <a:pt x="0" y="1362320"/>
                </a:lnTo>
                <a:lnTo>
                  <a:pt x="0" y="0"/>
                </a:lnTo>
                <a:close/>
              </a:path>
            </a:pathLst>
          </a:custGeom>
          <a:blipFill rotWithShape="1">
            <a:blip r:embed="rId31">
              <a:alphaModFix/>
            </a:blip>
            <a:stretch>
              <a:fillRect b="0" l="0" r="0" t="0"/>
            </a:stretch>
          </a:blipFill>
          <a:ln>
            <a:noFill/>
          </a:ln>
        </p:spPr>
      </p:sp>
      <p:sp>
        <p:nvSpPr>
          <p:cNvPr id="669" name="Google Shape;669;p37"/>
          <p:cNvSpPr/>
          <p:nvPr/>
        </p:nvSpPr>
        <p:spPr>
          <a:xfrm>
            <a:off x="15825450" y="3930850"/>
            <a:ext cx="732691" cy="1263260"/>
          </a:xfrm>
          <a:custGeom>
            <a:rect b="b" l="l" r="r" t="t"/>
            <a:pathLst>
              <a:path extrusionOk="0" h="1263260" w="732691">
                <a:moveTo>
                  <a:pt x="0" y="0"/>
                </a:moveTo>
                <a:lnTo>
                  <a:pt x="732691" y="0"/>
                </a:lnTo>
                <a:lnTo>
                  <a:pt x="732691" y="1263259"/>
                </a:lnTo>
                <a:lnTo>
                  <a:pt x="0" y="1263259"/>
                </a:lnTo>
                <a:lnTo>
                  <a:pt x="0" y="0"/>
                </a:lnTo>
                <a:close/>
              </a:path>
            </a:pathLst>
          </a:custGeom>
          <a:blipFill rotWithShape="1">
            <a:blip r:embed="rId32">
              <a:alphaModFix/>
            </a:blip>
            <a:stretch>
              <a:fillRect b="0" l="0" r="0" t="0"/>
            </a:stretch>
          </a:blipFill>
          <a:ln>
            <a:noFill/>
          </a:ln>
        </p:spPr>
      </p:sp>
      <p:sp>
        <p:nvSpPr>
          <p:cNvPr id="670" name="Google Shape;670;p37"/>
          <p:cNvSpPr/>
          <p:nvPr/>
        </p:nvSpPr>
        <p:spPr>
          <a:xfrm>
            <a:off x="15782563" y="5641543"/>
            <a:ext cx="818464" cy="1339748"/>
          </a:xfrm>
          <a:custGeom>
            <a:rect b="b" l="l" r="r" t="t"/>
            <a:pathLst>
              <a:path extrusionOk="0" h="1339748" w="818464">
                <a:moveTo>
                  <a:pt x="0" y="0"/>
                </a:moveTo>
                <a:lnTo>
                  <a:pt x="818465" y="0"/>
                </a:lnTo>
                <a:lnTo>
                  <a:pt x="818465" y="1339748"/>
                </a:lnTo>
                <a:lnTo>
                  <a:pt x="0" y="1339748"/>
                </a:lnTo>
                <a:lnTo>
                  <a:pt x="0" y="0"/>
                </a:lnTo>
                <a:close/>
              </a:path>
            </a:pathLst>
          </a:custGeom>
          <a:blipFill rotWithShape="1">
            <a:blip r:embed="rId33">
              <a:alphaModFix/>
            </a:blip>
            <a:stretch>
              <a:fillRect b="0" l="0" r="0" t="0"/>
            </a:stretch>
          </a:blipFill>
          <a:ln>
            <a:noFill/>
          </a:ln>
        </p:spPr>
      </p:sp>
      <p:sp>
        <p:nvSpPr>
          <p:cNvPr id="671" name="Google Shape;671;p37"/>
          <p:cNvSpPr/>
          <p:nvPr/>
        </p:nvSpPr>
        <p:spPr>
          <a:xfrm>
            <a:off x="15611245" y="7570547"/>
            <a:ext cx="1161100" cy="1330427"/>
          </a:xfrm>
          <a:custGeom>
            <a:rect b="b" l="l" r="r" t="t"/>
            <a:pathLst>
              <a:path extrusionOk="0" h="1330427" w="1161100">
                <a:moveTo>
                  <a:pt x="0" y="0"/>
                </a:moveTo>
                <a:lnTo>
                  <a:pt x="1161100" y="0"/>
                </a:lnTo>
                <a:lnTo>
                  <a:pt x="1161100" y="1330427"/>
                </a:lnTo>
                <a:lnTo>
                  <a:pt x="0" y="1330427"/>
                </a:lnTo>
                <a:lnTo>
                  <a:pt x="0" y="0"/>
                </a:lnTo>
                <a:close/>
              </a:path>
            </a:pathLst>
          </a:custGeom>
          <a:blipFill rotWithShape="1">
            <a:blip r:embed="rId34">
              <a:alphaModFix/>
            </a:blip>
            <a:stretch>
              <a:fillRect b="0" l="0" r="0" t="0"/>
            </a:stretch>
          </a:blipFill>
          <a:ln>
            <a:noFill/>
          </a:ln>
        </p:spPr>
      </p:sp>
      <p:sp>
        <p:nvSpPr>
          <p:cNvPr id="672" name="Google Shape;672;p37"/>
          <p:cNvSpPr txBox="1"/>
          <p:nvPr/>
        </p:nvSpPr>
        <p:spPr>
          <a:xfrm>
            <a:off x="1028700" y="990600"/>
            <a:ext cx="8617385" cy="585949"/>
          </a:xfrm>
          <a:prstGeom prst="rect">
            <a:avLst/>
          </a:prstGeom>
          <a:noFill/>
          <a:ln>
            <a:noFill/>
          </a:ln>
        </p:spPr>
        <p:txBody>
          <a:bodyPr anchorCtr="0" anchor="t" bIns="0" lIns="0" spcFirstLastPara="1" rIns="0" wrap="square" tIns="0">
            <a:spAutoFit/>
          </a:bodyPr>
          <a:lstStyle/>
          <a:p>
            <a:pPr indent="0" lvl="0" marL="0" marR="0" rtl="0" algn="l">
              <a:lnSpc>
                <a:spcPct val="121055"/>
              </a:lnSpc>
              <a:spcBef>
                <a:spcPts val="0"/>
              </a:spcBef>
              <a:spcAft>
                <a:spcPts val="0"/>
              </a:spcAft>
              <a:buNone/>
            </a:pPr>
            <a:r>
              <a:rPr b="1" i="0" lang="en-US" sz="3601" u="none" cap="none" strike="noStrike">
                <a:solidFill>
                  <a:srgbClr val="004AAD"/>
                </a:solidFill>
                <a:latin typeface="Poppins"/>
                <a:ea typeface="Poppins"/>
                <a:cs typeface="Poppins"/>
                <a:sym typeface="Poppins"/>
              </a:rPr>
              <a:t>ELEMENTOS GRÁFICOS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