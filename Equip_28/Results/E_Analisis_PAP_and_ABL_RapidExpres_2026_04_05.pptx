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81" r:id="rId3"/>
    <p:sldId id="258" r:id="rId4"/>
    <p:sldId id="260" r:id="rId5"/>
    <p:sldId id="259" r:id="rId6"/>
    <p:sldId id="287" r:id="rId7"/>
    <p:sldId id="284" r:id="rId8"/>
    <p:sldId id="285" r:id="rId9"/>
    <p:sldId id="286" r:id="rId10"/>
    <p:sldId id="288" r:id="rId11"/>
    <p:sldId id="263" r:id="rId12"/>
    <p:sldId id="271" r:id="rId13"/>
    <p:sldId id="265" r:id="rId14"/>
    <p:sldId id="266" r:id="rId15"/>
    <p:sldId id="267" r:id="rId16"/>
    <p:sldId id="268" r:id="rId17"/>
    <p:sldId id="283" r:id="rId18"/>
    <p:sldId id="269" r:id="rId19"/>
    <p:sldId id="270" r:id="rId20"/>
    <p:sldId id="264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Poppins" pitchFamily="2" charset="77"/>
      <p:regular r:id="rId32"/>
      <p:bold r:id="rId33"/>
      <p:italic r:id="rId34"/>
      <p:boldItalic r:id="rId35"/>
    </p:embeddedFont>
    <p:embeddedFont>
      <p:font typeface="Poppins Black" panose="00000A00000000000000" pitchFamily="2" charset="77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17" userDrawn="1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99"/>
    <p:restoredTop sz="94676"/>
  </p:normalViewPr>
  <p:slideViewPr>
    <p:cSldViewPr snapToGrid="0">
      <p:cViewPr>
        <p:scale>
          <a:sx n="77" d="100"/>
          <a:sy n="77" d="100"/>
        </p:scale>
        <p:origin x="1384" y="800"/>
      </p:cViewPr>
      <p:guideLst>
        <p:guide orient="horz" pos="321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1911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be1710380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dbe1710380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9B9F2680-2F74-E4CF-F44B-EDAB2F0E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DA6A1946-10C9-8123-02BD-4872867D1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9BD10A21-A8EE-1AE3-5A0D-2E0386995B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0662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0549D970-BD0F-9F4E-9B55-4500E6F6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0DA3B6D8-F33C-1571-6444-46E3ED66D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F842C902-7082-89DE-6FC9-981ABC845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521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FCF5328D-5EF3-B3C2-ED5D-E6B9C72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>
            <a:extLst>
              <a:ext uri="{FF2B5EF4-FFF2-40B4-BE49-F238E27FC236}">
                <a16:creationId xmlns:a16="http://schemas.microsoft.com/office/drawing/2014/main" id="{2D46FA33-ABC3-5982-513A-88AF808BF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C456DE22-CE1E-6447-C306-D3F9178E7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4843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132486D4-E83C-6846-98B9-BE5A434C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>
            <a:extLst>
              <a:ext uri="{FF2B5EF4-FFF2-40B4-BE49-F238E27FC236}">
                <a16:creationId xmlns:a16="http://schemas.microsoft.com/office/drawing/2014/main" id="{ABBE7A51-5730-46E9-E1AE-7CE8B6B69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9CEFD139-CEB2-ECCF-8847-401EB7980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4179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68033C6D-CA4B-39C8-3566-B3082BE3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>
            <a:extLst>
              <a:ext uri="{FF2B5EF4-FFF2-40B4-BE49-F238E27FC236}">
                <a16:creationId xmlns:a16="http://schemas.microsoft.com/office/drawing/2014/main" id="{99F3EF2D-1DA0-6769-2A84-7EB054C8F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13F44B19-8F08-E089-5982-64FED72C4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2925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be1710380_1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3dbe1710380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be171038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3dbe171038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44DBB04-77CA-33E0-DF27-B639241A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A10D7AD3-C8F8-8D88-F0CB-9BA0E8127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9D6A88F1-3DA0-17D7-5E55-E49E55866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2297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be1710380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g3dbe1710380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be1710380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3dbe1710380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be1710380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dbe1710380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be1710380_1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3dbe1710380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be1710380_1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3dbe1710380_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be1710380_1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3dbe1710380_1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be1710380_1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dbe1710380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be1710380_1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g3dbe1710380_1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be1710380_1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g3dbe1710380_1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7.png"/><Relationship Id="rId26" Type="http://schemas.openxmlformats.org/officeDocument/2006/relationships/image" Target="../media/image28.png"/><Relationship Id="rId3" Type="http://schemas.openxmlformats.org/officeDocument/2006/relationships/image" Target="../media/image11.png"/><Relationship Id="rId21" Type="http://schemas.openxmlformats.org/officeDocument/2006/relationships/image" Target="../media/image13.png"/><Relationship Id="rId34" Type="http://schemas.openxmlformats.org/officeDocument/2006/relationships/image" Target="../media/image35.png"/><Relationship Id="rId7" Type="http://schemas.openxmlformats.org/officeDocument/2006/relationships/image" Target="../media/image20.png"/><Relationship Id="rId12" Type="http://schemas.openxmlformats.org/officeDocument/2006/relationships/image" Target="../media/image23.png"/><Relationship Id="rId17" Type="http://schemas.openxmlformats.org/officeDocument/2006/relationships/image" Target="../media/image24.png"/><Relationship Id="rId25" Type="http://schemas.openxmlformats.org/officeDocument/2006/relationships/image" Target="../media/image27.png"/><Relationship Id="rId3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5.png"/><Relationship Id="rId20" Type="http://schemas.openxmlformats.org/officeDocument/2006/relationships/image" Target="../media/image25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7.png"/><Relationship Id="rId24" Type="http://schemas.openxmlformats.org/officeDocument/2006/relationships/image" Target="../media/image26.png"/><Relationship Id="rId32" Type="http://schemas.openxmlformats.org/officeDocument/2006/relationships/image" Target="../media/image33.png"/><Relationship Id="rId5" Type="http://schemas.openxmlformats.org/officeDocument/2006/relationships/image" Target="../media/image15.png"/><Relationship Id="rId15" Type="http://schemas.openxmlformats.org/officeDocument/2006/relationships/image" Target="../media/image4.png"/><Relationship Id="rId23" Type="http://schemas.openxmlformats.org/officeDocument/2006/relationships/image" Target="../media/image12.png"/><Relationship Id="rId28" Type="http://schemas.openxmlformats.org/officeDocument/2006/relationships/image" Target="../media/image30.png"/><Relationship Id="rId10" Type="http://schemas.openxmlformats.org/officeDocument/2006/relationships/image" Target="../media/image22.png"/><Relationship Id="rId19" Type="http://schemas.openxmlformats.org/officeDocument/2006/relationships/image" Target="../media/image14.png"/><Relationship Id="rId31" Type="http://schemas.openxmlformats.org/officeDocument/2006/relationships/image" Target="../media/image32.png"/><Relationship Id="rId4" Type="http://schemas.openxmlformats.org/officeDocument/2006/relationships/image" Target="../media/image19.png"/><Relationship Id="rId9" Type="http://schemas.openxmlformats.org/officeDocument/2006/relationships/image" Target="../media/image8.png"/><Relationship Id="rId14" Type="http://schemas.openxmlformats.org/officeDocument/2006/relationships/image" Target="../media/image3.png"/><Relationship Id="rId22" Type="http://schemas.openxmlformats.org/officeDocument/2006/relationships/image" Target="../media/image16.png"/><Relationship Id="rId27" Type="http://schemas.openxmlformats.org/officeDocument/2006/relationships/image" Target="../media/image29.png"/><Relationship Id="rId30" Type="http://schemas.openxmlformats.org/officeDocument/2006/relationships/image" Target="../media/image6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1124998" y="8618274"/>
            <a:ext cx="6418801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s-ES_tradnl" sz="18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11 de Mayo de 2026</a:t>
            </a:r>
            <a:endParaRPr lang="es-ES_tradnl" sz="1800"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sz="1800" b="1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, Nuria Paredes &amp; Andrea Caro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1125000" y="3042996"/>
            <a:ext cx="8269200" cy="4099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1000"/>
              </a:lnSpc>
            </a:pPr>
            <a:r>
              <a:rPr lang="es-ES_tradnl" sz="6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Optimización Estratégica: Desempeño y Ausentismo Laboral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41448" y="5799800"/>
            <a:ext cx="826919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58"/>
              </a:lnSpc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 Análisis de impacto en el desempeño.</a:t>
            </a:r>
            <a:b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 Perfiles de Riesgo.</a:t>
            </a:r>
            <a:endParaRPr lang="es-ES_tradnl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1124999" y="8618274"/>
            <a:ext cx="4302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&amp; Nuria Paredes</a:t>
            </a:r>
            <a:endParaRPr lang="es-ES_tradnl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041448" y="3331724"/>
            <a:ext cx="8269200" cy="2049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Perfil y Desempeño Profesional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  <p:extLst>
      <p:ext uri="{BB962C8B-B14F-4D97-AF65-F5344CB8AC3E}">
        <p14:creationId xmlns:p14="http://schemas.microsoft.com/office/powerpoint/2010/main" val="110578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16" name="Google Shape;116;p15"/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2983285" y="1152887"/>
            <a:ext cx="123213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KPIs</a:t>
            </a:r>
            <a:endParaRPr lang="es-ES_tradnl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780236" y="2955571"/>
            <a:ext cx="242038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94.6</a:t>
            </a:r>
            <a:endParaRPr lang="es-ES_tradnl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3863364" y="2831746"/>
            <a:ext cx="2889663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12.5</a:t>
            </a:r>
            <a:endParaRPr lang="es-ES_tradnl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993052" y="2831746"/>
            <a:ext cx="2850800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256.7%</a:t>
            </a:r>
            <a:endParaRPr lang="es-ES_tradnl"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11019122" y="2831746"/>
            <a:ext cx="2960055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29,1</a:t>
            </a:r>
            <a:endParaRPr lang="es-ES_tradnl"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14556979" y="2955571"/>
            <a:ext cx="242038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386</a:t>
            </a:r>
            <a:endParaRPr lang="es-ES_tradnl"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663345" y="4033814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Desempeño Promedio</a:t>
            </a:r>
            <a:endParaRPr lang="es-ES_tradnl"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3964489" y="4071435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Años servicio</a:t>
            </a: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Promedio</a:t>
            </a:r>
            <a:endParaRPr lang="es-ES_tradnl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6969024" y="4125806"/>
            <a:ext cx="2654164" cy="127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Carga de Trabajo Diaria Promedio</a:t>
            </a:r>
            <a:endParaRPr lang="es-ES_tradnl"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11165133" y="3991935"/>
            <a:ext cx="2654164" cy="127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Distancia Casa Trabajo Promedio</a:t>
            </a:r>
            <a:endParaRPr lang="es-ES_tradnl"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4455104" y="4033814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Empleados Totales</a:t>
            </a:r>
            <a:endParaRPr lang="es-ES_tradnl" dirty="0"/>
          </a:p>
        </p:txBody>
      </p:sp>
      <p:sp>
        <p:nvSpPr>
          <p:cNvPr id="129" name="Google Shape;129;p15"/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0" name="Google Shape;130;p15"/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1" name="Google Shape;131;p15"/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grpSp>
        <p:nvGrpSpPr>
          <p:cNvPr id="132" name="Google Shape;132;p15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33" name="Google Shape;133;p15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904E1C4-BA55-74CE-C240-E59815127484}"/>
              </a:ext>
            </a:extLst>
          </p:cNvPr>
          <p:cNvCxnSpPr>
            <a:cxnSpLocks/>
          </p:cNvCxnSpPr>
          <p:nvPr/>
        </p:nvCxnSpPr>
        <p:spPr>
          <a:xfrm>
            <a:off x="9839320" y="3127605"/>
            <a:ext cx="0" cy="6463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20;p15">
            <a:extLst>
              <a:ext uri="{FF2B5EF4-FFF2-40B4-BE49-F238E27FC236}">
                <a16:creationId xmlns:a16="http://schemas.microsoft.com/office/drawing/2014/main" id="{84F3F4B0-0611-9E7D-6C26-310E18D2F994}"/>
              </a:ext>
            </a:extLst>
          </p:cNvPr>
          <p:cNvSpPr txBox="1"/>
          <p:nvPr/>
        </p:nvSpPr>
        <p:spPr>
          <a:xfrm>
            <a:off x="9623199" y="3127605"/>
            <a:ext cx="1474517" cy="46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dirty="0">
                <a:solidFill>
                  <a:srgbClr val="00B050"/>
                </a:solidFill>
                <a:latin typeface="Poppins"/>
                <a:cs typeface="Poppins"/>
                <a:sym typeface="Poppins"/>
              </a:rPr>
              <a:t>15.3%</a:t>
            </a:r>
            <a:endParaRPr lang="es-ES_tradnl" sz="600" dirty="0">
              <a:solidFill>
                <a:srgbClr val="00B050"/>
              </a:solidFill>
            </a:endParaRPr>
          </a:p>
        </p:txBody>
      </p:sp>
      <p:sp>
        <p:nvSpPr>
          <p:cNvPr id="8" name="Google Shape;120;p15">
            <a:extLst>
              <a:ext uri="{FF2B5EF4-FFF2-40B4-BE49-F238E27FC236}">
                <a16:creationId xmlns:a16="http://schemas.microsoft.com/office/drawing/2014/main" id="{6CA926DD-7C71-23B0-3C7C-4FC51EF46AAF}"/>
              </a:ext>
            </a:extLst>
          </p:cNvPr>
          <p:cNvSpPr txBox="1"/>
          <p:nvPr/>
        </p:nvSpPr>
        <p:spPr>
          <a:xfrm>
            <a:off x="16429044" y="3103531"/>
            <a:ext cx="986317" cy="46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dirty="0">
                <a:solidFill>
                  <a:srgbClr val="00B050"/>
                </a:solidFill>
                <a:latin typeface="Poppins"/>
                <a:cs typeface="Poppins"/>
                <a:sym typeface="Poppins"/>
              </a:rPr>
              <a:t>250</a:t>
            </a:r>
            <a:endParaRPr lang="es-ES_tradnl" sz="600" dirty="0">
              <a:solidFill>
                <a:srgbClr val="00B050"/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62C2540-D75C-7571-7D7D-E0A5275EA232}"/>
              </a:ext>
            </a:extLst>
          </p:cNvPr>
          <p:cNvCxnSpPr>
            <a:cxnSpLocks/>
          </p:cNvCxnSpPr>
          <p:nvPr/>
        </p:nvCxnSpPr>
        <p:spPr>
          <a:xfrm flipV="1">
            <a:off x="16525524" y="2955571"/>
            <a:ext cx="0" cy="70028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13697292" y="1276085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746875" y="1143822"/>
            <a:ext cx="10758562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1055"/>
              </a:lnSpc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y Perfiles de riesgo</a:t>
            </a:r>
            <a:endParaRPr lang="es-ES_tradnl" dirty="0"/>
          </a:p>
        </p:txBody>
      </p:sp>
      <p:grpSp>
        <p:nvGrpSpPr>
          <p:cNvPr id="153" name="Google Shape;153;p17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154" name="Google Shape;154;p1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156" name="Google Shape;156;p17"/>
          <p:cNvSpPr/>
          <p:nvPr/>
        </p:nvSpPr>
        <p:spPr>
          <a:xfrm>
            <a:off x="746875" y="2021325"/>
            <a:ext cx="12104601" cy="678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B6A08-7CBD-42ED-A290-0D3CBBEBE747}"/>
              </a:ext>
            </a:extLst>
          </p:cNvPr>
          <p:cNvSpPr/>
          <p:nvPr/>
        </p:nvSpPr>
        <p:spPr>
          <a:xfrm>
            <a:off x="1206008" y="3200400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AÑOS DE SERVICIO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7A92D-B3AE-49AF-9B97-C5AF0DBFBCE9}"/>
              </a:ext>
            </a:extLst>
          </p:cNvPr>
          <p:cNvSpPr/>
          <p:nvPr/>
        </p:nvSpPr>
        <p:spPr>
          <a:xfrm>
            <a:off x="1165698" y="4705246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LABORAL MEDIA DIARIA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3A90B0-3711-4C1A-B59B-049DD31A5C94}"/>
              </a:ext>
            </a:extLst>
          </p:cNvPr>
          <p:cNvSpPr/>
          <p:nvPr/>
        </p:nvSpPr>
        <p:spPr>
          <a:xfrm>
            <a:off x="1165698" y="620313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DISTANCIA CASA TRABAJO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FAE6EC-7E4C-4622-9755-AF6150B1BB98}"/>
              </a:ext>
            </a:extLst>
          </p:cNvPr>
          <p:cNvSpPr/>
          <p:nvPr/>
        </p:nvSpPr>
        <p:spPr>
          <a:xfrm>
            <a:off x="5544476" y="4695220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cxnSp>
        <p:nvCxnSpPr>
          <p:cNvPr id="4" name="Connector de fletxa recta 3">
            <a:extLst>
              <a:ext uri="{FF2B5EF4-FFF2-40B4-BE49-F238E27FC236}">
                <a16:creationId xmlns:a16="http://schemas.microsoft.com/office/drawing/2014/main" id="{6E2E7557-7AC6-41A1-9647-8CB5A5F8D857}"/>
              </a:ext>
            </a:extLst>
          </p:cNvPr>
          <p:cNvCxnSpPr>
            <a:cxnSpLocks/>
          </p:cNvCxnSpPr>
          <p:nvPr/>
        </p:nvCxnSpPr>
        <p:spPr>
          <a:xfrm>
            <a:off x="4057297" y="3870230"/>
            <a:ext cx="1218088" cy="96237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de fletxa recta 17">
            <a:extLst>
              <a:ext uri="{FF2B5EF4-FFF2-40B4-BE49-F238E27FC236}">
                <a16:creationId xmlns:a16="http://schemas.microsoft.com/office/drawing/2014/main" id="{679C43D3-063B-471C-98B4-4F1B9C10124D}"/>
              </a:ext>
            </a:extLst>
          </p:cNvPr>
          <p:cNvCxnSpPr>
            <a:cxnSpLocks/>
          </p:cNvCxnSpPr>
          <p:nvPr/>
        </p:nvCxnSpPr>
        <p:spPr>
          <a:xfrm flipV="1">
            <a:off x="4031640" y="5826518"/>
            <a:ext cx="1226330" cy="94664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de fletxa recta 19">
            <a:extLst>
              <a:ext uri="{FF2B5EF4-FFF2-40B4-BE49-F238E27FC236}">
                <a16:creationId xmlns:a16="http://schemas.microsoft.com/office/drawing/2014/main" id="{503C184A-52E8-4BDD-88C5-AB3981C81FC3}"/>
              </a:ext>
            </a:extLst>
          </p:cNvPr>
          <p:cNvCxnSpPr>
            <a:cxnSpLocks/>
          </p:cNvCxnSpPr>
          <p:nvPr/>
        </p:nvCxnSpPr>
        <p:spPr>
          <a:xfrm>
            <a:off x="3993289" y="5358477"/>
            <a:ext cx="1344892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F22800-C809-CD56-7D7A-5160DC5287BB}"/>
              </a:ext>
            </a:extLst>
          </p:cNvPr>
          <p:cNvSpPr/>
          <p:nvPr/>
        </p:nvSpPr>
        <p:spPr>
          <a:xfrm>
            <a:off x="10060202" y="3200400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BAJO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638C51A-E06C-182E-FAB6-E30671F8DFDC}"/>
              </a:ext>
            </a:extLst>
          </p:cNvPr>
          <p:cNvSpPr/>
          <p:nvPr/>
        </p:nvSpPr>
        <p:spPr>
          <a:xfrm>
            <a:off x="10053142" y="4705246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MEDIO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6D68A47-58FB-E99C-1AA1-74A6EBBC9A72}"/>
              </a:ext>
            </a:extLst>
          </p:cNvPr>
          <p:cNvSpPr/>
          <p:nvPr/>
        </p:nvSpPr>
        <p:spPr>
          <a:xfrm>
            <a:off x="10053142" y="620313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ALTO</a:t>
            </a:r>
          </a:p>
        </p:txBody>
      </p:sp>
      <p:cxnSp>
        <p:nvCxnSpPr>
          <p:cNvPr id="8" name="Connector de fletxa recta 3">
            <a:extLst>
              <a:ext uri="{FF2B5EF4-FFF2-40B4-BE49-F238E27FC236}">
                <a16:creationId xmlns:a16="http://schemas.microsoft.com/office/drawing/2014/main" id="{19E23486-15F3-13A5-A805-8924C9F5C846}"/>
              </a:ext>
            </a:extLst>
          </p:cNvPr>
          <p:cNvCxnSpPr>
            <a:cxnSpLocks/>
          </p:cNvCxnSpPr>
          <p:nvPr/>
        </p:nvCxnSpPr>
        <p:spPr>
          <a:xfrm>
            <a:off x="8363449" y="5721946"/>
            <a:ext cx="1218088" cy="96237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de fletxa recta 17">
            <a:extLst>
              <a:ext uri="{FF2B5EF4-FFF2-40B4-BE49-F238E27FC236}">
                <a16:creationId xmlns:a16="http://schemas.microsoft.com/office/drawing/2014/main" id="{FBFEE702-CB4E-27B6-3FD5-01F488761405}"/>
              </a:ext>
            </a:extLst>
          </p:cNvPr>
          <p:cNvCxnSpPr>
            <a:cxnSpLocks/>
          </p:cNvCxnSpPr>
          <p:nvPr/>
        </p:nvCxnSpPr>
        <p:spPr>
          <a:xfrm flipV="1">
            <a:off x="8357348" y="3854870"/>
            <a:ext cx="1226330" cy="94664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de fletxa recta 19">
            <a:extLst>
              <a:ext uri="{FF2B5EF4-FFF2-40B4-BE49-F238E27FC236}">
                <a16:creationId xmlns:a16="http://schemas.microsoft.com/office/drawing/2014/main" id="{2990E9D9-7239-470F-C09C-B2DF94F24E87}"/>
              </a:ext>
            </a:extLst>
          </p:cNvPr>
          <p:cNvCxnSpPr>
            <a:cxnSpLocks/>
          </p:cNvCxnSpPr>
          <p:nvPr/>
        </p:nvCxnSpPr>
        <p:spPr>
          <a:xfrm>
            <a:off x="8363449" y="5261728"/>
            <a:ext cx="1344892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>
            <a:off x="12878136" y="637630"/>
            <a:ext cx="5409818" cy="7513636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en el Desempeño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BDAF4A0-5E7D-104D-9145-7A1AD0EB3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86" y="1920844"/>
            <a:ext cx="12024330" cy="7866184"/>
          </a:xfrm>
          <a:prstGeom prst="rect">
            <a:avLst/>
          </a:prstGeom>
        </p:spPr>
      </p:pic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>
            <a:off x="1180407" y="2793076"/>
            <a:ext cx="2820139" cy="36576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D50B6CE5-CB7F-BC5A-219A-87FA66CC7AE2}"/>
              </a:ext>
            </a:extLst>
          </p:cNvPr>
          <p:cNvSpPr/>
          <p:nvPr/>
        </p:nvSpPr>
        <p:spPr>
          <a:xfrm>
            <a:off x="881149" y="5488176"/>
            <a:ext cx="3119397" cy="36576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C96F5C31-DA5E-B352-8B5B-EE1E2DA62EFD}"/>
              </a:ext>
            </a:extLst>
          </p:cNvPr>
          <p:cNvSpPr/>
          <p:nvPr/>
        </p:nvSpPr>
        <p:spPr>
          <a:xfrm>
            <a:off x="1778924" y="7045040"/>
            <a:ext cx="2221622" cy="36576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>
          <a:extLst>
            <a:ext uri="{FF2B5EF4-FFF2-40B4-BE49-F238E27FC236}">
              <a16:creationId xmlns:a16="http://schemas.microsoft.com/office/drawing/2014/main" id="{4B642E1B-EAAD-846C-7213-818F9B08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CBE4F7CE-B95C-E653-6C82-5C3E27767AA7}"/>
              </a:ext>
            </a:extLst>
          </p:cNvPr>
          <p:cNvSpPr/>
          <p:nvPr/>
        </p:nvSpPr>
        <p:spPr>
          <a:xfrm>
            <a:off x="12878136" y="637630"/>
            <a:ext cx="5409818" cy="7513636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693086C1-3A88-EB59-4013-101D3A37FAA6}"/>
              </a:ext>
            </a:extLst>
          </p:cNvPr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en el Desempeño</a:t>
            </a:r>
            <a:endParaRPr lang="es-ES_tradnl" dirty="0"/>
          </a:p>
        </p:txBody>
      </p:sp>
      <p:grpSp>
        <p:nvGrpSpPr>
          <p:cNvPr id="143" name="Google Shape;143;p16">
            <a:extLst>
              <a:ext uri="{FF2B5EF4-FFF2-40B4-BE49-F238E27FC236}">
                <a16:creationId xmlns:a16="http://schemas.microsoft.com/office/drawing/2014/main" id="{BB7F3992-FFE1-2424-CA16-0C8A71549DC2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>
              <a:extLst>
                <a:ext uri="{FF2B5EF4-FFF2-40B4-BE49-F238E27FC236}">
                  <a16:creationId xmlns:a16="http://schemas.microsoft.com/office/drawing/2014/main" id="{C03B731F-3CB9-C9D1-0B50-FA6635DF58A3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>
              <a:extLst>
                <a:ext uri="{FF2B5EF4-FFF2-40B4-BE49-F238E27FC236}">
                  <a16:creationId xmlns:a16="http://schemas.microsoft.com/office/drawing/2014/main" id="{08C7B611-92BA-5C21-A37C-B93DA08A165B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D1F1D1B5-06AD-37C8-261A-BA3200F32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7112" y="1639431"/>
            <a:ext cx="15353775" cy="838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>
          <a:extLst>
            <a:ext uri="{FF2B5EF4-FFF2-40B4-BE49-F238E27FC236}">
              <a16:creationId xmlns:a16="http://schemas.microsoft.com/office/drawing/2014/main" id="{63E80783-2808-D9A9-2296-58D7B84EC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7E5184DE-C44A-FEDA-8442-3C22E0B0997A}"/>
              </a:ext>
            </a:extLst>
          </p:cNvPr>
          <p:cNvSpPr/>
          <p:nvPr/>
        </p:nvSpPr>
        <p:spPr>
          <a:xfrm>
            <a:off x="12878136" y="637630"/>
            <a:ext cx="5409818" cy="7513636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861740C8-2715-C62E-41D0-4545EEC1AAB8}"/>
              </a:ext>
            </a:extLst>
          </p:cNvPr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en el Desempeño</a:t>
            </a:r>
            <a:endParaRPr lang="es-ES_tradnl" dirty="0"/>
          </a:p>
        </p:txBody>
      </p:sp>
      <p:grpSp>
        <p:nvGrpSpPr>
          <p:cNvPr id="143" name="Google Shape;143;p16">
            <a:extLst>
              <a:ext uri="{FF2B5EF4-FFF2-40B4-BE49-F238E27FC236}">
                <a16:creationId xmlns:a16="http://schemas.microsoft.com/office/drawing/2014/main" id="{C48D0062-7916-1CEC-0AEA-2300BC4525D5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>
              <a:extLst>
                <a:ext uri="{FF2B5EF4-FFF2-40B4-BE49-F238E27FC236}">
                  <a16:creationId xmlns:a16="http://schemas.microsoft.com/office/drawing/2014/main" id="{251AD685-409E-218B-B9BF-C7EEEF2F42EB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>
              <a:extLst>
                <a:ext uri="{FF2B5EF4-FFF2-40B4-BE49-F238E27FC236}">
                  <a16:creationId xmlns:a16="http://schemas.microsoft.com/office/drawing/2014/main" id="{3304A7D0-ED7D-15AB-75E4-7BE82AA31F29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Google Shape;142;p16">
            <a:extLst>
              <a:ext uri="{FF2B5EF4-FFF2-40B4-BE49-F238E27FC236}">
                <a16:creationId xmlns:a16="http://schemas.microsoft.com/office/drawing/2014/main" id="{33860D4C-35DB-8674-B456-D91CBD9BE121}"/>
              </a:ext>
            </a:extLst>
          </p:cNvPr>
          <p:cNvSpPr txBox="1"/>
          <p:nvPr/>
        </p:nvSpPr>
        <p:spPr>
          <a:xfrm>
            <a:off x="6707198" y="3399293"/>
            <a:ext cx="3250633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0% Impacto</a:t>
            </a:r>
            <a:endParaRPr lang="es-ES_tradnl" dirty="0">
              <a:solidFill>
                <a:srgbClr val="FF0000"/>
              </a:solidFill>
            </a:endParaRPr>
          </a:p>
        </p:txBody>
      </p:sp>
      <p:sp>
        <p:nvSpPr>
          <p:cNvPr id="4" name="Google Shape;142;p16">
            <a:extLst>
              <a:ext uri="{FF2B5EF4-FFF2-40B4-BE49-F238E27FC236}">
                <a16:creationId xmlns:a16="http://schemas.microsoft.com/office/drawing/2014/main" id="{A068B446-C788-A91F-BC12-679FDD6AB5DA}"/>
              </a:ext>
            </a:extLst>
          </p:cNvPr>
          <p:cNvSpPr txBox="1">
            <a:spLocks noChangeAspect="1"/>
          </p:cNvSpPr>
          <p:nvPr/>
        </p:nvSpPr>
        <p:spPr>
          <a:xfrm>
            <a:off x="5109694" y="5610371"/>
            <a:ext cx="1321809" cy="1787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9600" dirty="0">
                <a:solidFill>
                  <a:srgbClr val="FF0000"/>
                </a:solidFill>
              </a:rPr>
              <a:t>🏠</a:t>
            </a:r>
          </a:p>
        </p:txBody>
      </p:sp>
      <p:sp>
        <p:nvSpPr>
          <p:cNvPr id="5" name="Google Shape;142;p16">
            <a:extLst>
              <a:ext uri="{FF2B5EF4-FFF2-40B4-BE49-F238E27FC236}">
                <a16:creationId xmlns:a16="http://schemas.microsoft.com/office/drawing/2014/main" id="{6F05B33D-C9EC-24C4-6E68-40CEAC788EDE}"/>
              </a:ext>
            </a:extLst>
          </p:cNvPr>
          <p:cNvSpPr txBox="1">
            <a:spLocks noChangeAspect="1"/>
          </p:cNvSpPr>
          <p:nvPr/>
        </p:nvSpPr>
        <p:spPr>
          <a:xfrm>
            <a:off x="10209393" y="5610371"/>
            <a:ext cx="1321809" cy="1787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9600" dirty="0">
                <a:solidFill>
                  <a:srgbClr val="FF0000"/>
                </a:solidFill>
              </a:rPr>
              <a:t>⏳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691DCF0-EA6C-ACB7-6926-9C60ED2B293B}"/>
              </a:ext>
            </a:extLst>
          </p:cNvPr>
          <p:cNvCxnSpPr>
            <a:cxnSpLocks/>
          </p:cNvCxnSpPr>
          <p:nvPr/>
        </p:nvCxnSpPr>
        <p:spPr>
          <a:xfrm flipH="1">
            <a:off x="6201295" y="4206240"/>
            <a:ext cx="1296785" cy="14041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FBD80B7-C760-C653-3BEC-38595DD47B70}"/>
              </a:ext>
            </a:extLst>
          </p:cNvPr>
          <p:cNvCxnSpPr>
            <a:cxnSpLocks/>
          </p:cNvCxnSpPr>
          <p:nvPr/>
        </p:nvCxnSpPr>
        <p:spPr>
          <a:xfrm>
            <a:off x="9006427" y="4206240"/>
            <a:ext cx="1411958" cy="14041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242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60">
          <a:extLst>
            <a:ext uri="{FF2B5EF4-FFF2-40B4-BE49-F238E27FC236}">
              <a16:creationId xmlns:a16="http://schemas.microsoft.com/office/drawing/2014/main" id="{DA297602-4BBB-8124-85EA-38BC67F0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FA7FADFD-60A0-32BE-B0F0-F90CE928063D}"/>
              </a:ext>
            </a:extLst>
          </p:cNvPr>
          <p:cNvSpPr/>
          <p:nvPr/>
        </p:nvSpPr>
        <p:spPr>
          <a:xfrm>
            <a:off x="-411641" y="7198177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C440BC94-E658-41A3-E378-7422709BA398}"/>
              </a:ext>
            </a:extLst>
          </p:cNvPr>
          <p:cNvSpPr/>
          <p:nvPr/>
        </p:nvSpPr>
        <p:spPr>
          <a:xfrm>
            <a:off x="4010667" y="8509038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CFCEAEBD-EF5E-82A0-0B56-8E2B61FEEFA3}"/>
              </a:ext>
            </a:extLst>
          </p:cNvPr>
          <p:cNvSpPr/>
          <p:nvPr/>
        </p:nvSpPr>
        <p:spPr>
          <a:xfrm>
            <a:off x="11487926" y="8707494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1C7F14F-C1D2-243D-7A0B-9520357B6CFB}"/>
              </a:ext>
            </a:extLst>
          </p:cNvPr>
          <p:cNvSpPr txBox="1"/>
          <p:nvPr/>
        </p:nvSpPr>
        <p:spPr>
          <a:xfrm>
            <a:off x="5794045" y="553200"/>
            <a:ext cx="6022200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Identificación de perfiles</a:t>
            </a:r>
            <a:endParaRPr lang="es-ES_trad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05D9C-A020-4BB4-E559-6C31990412CF}"/>
              </a:ext>
            </a:extLst>
          </p:cNvPr>
          <p:cNvSpPr/>
          <p:nvPr/>
        </p:nvSpPr>
        <p:spPr>
          <a:xfrm>
            <a:off x="7177595" y="1772428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ÓPTIMO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71E87-3B90-32C4-7C27-58EDCC2D761B}"/>
              </a:ext>
            </a:extLst>
          </p:cNvPr>
          <p:cNvSpPr/>
          <p:nvPr/>
        </p:nvSpPr>
        <p:spPr>
          <a:xfrm>
            <a:off x="1213913" y="2362717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CRÍTICO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2D5BD7-5072-A712-E89D-315E1246CCD2}"/>
              </a:ext>
            </a:extLst>
          </p:cNvPr>
          <p:cNvSpPr/>
          <p:nvPr/>
        </p:nvSpPr>
        <p:spPr>
          <a:xfrm>
            <a:off x="13198309" y="2400195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SATURADO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A6F57-08F9-AB33-9203-BBB34C284455}"/>
              </a:ext>
            </a:extLst>
          </p:cNvPr>
          <p:cNvSpPr/>
          <p:nvPr/>
        </p:nvSpPr>
        <p:spPr>
          <a:xfrm>
            <a:off x="3083700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grpSp>
        <p:nvGrpSpPr>
          <p:cNvPr id="164" name="Google Shape;164;p18">
            <a:extLst>
              <a:ext uri="{FF2B5EF4-FFF2-40B4-BE49-F238E27FC236}">
                <a16:creationId xmlns:a16="http://schemas.microsoft.com/office/drawing/2014/main" id="{5C8F871A-0C94-7ACA-9EC2-2CF655A37500}"/>
              </a:ext>
            </a:extLst>
          </p:cNvPr>
          <p:cNvGrpSpPr/>
          <p:nvPr/>
        </p:nvGrpSpPr>
        <p:grpSpPr>
          <a:xfrm>
            <a:off x="-118494" y="0"/>
            <a:ext cx="2163413" cy="1886345"/>
            <a:chOff x="12784175" y="3675030"/>
            <a:chExt cx="2163413" cy="1886345"/>
          </a:xfrm>
        </p:grpSpPr>
        <p:sp>
          <p:nvSpPr>
            <p:cNvPr id="165" name="Google Shape;165;p18">
              <a:extLst>
                <a:ext uri="{FF2B5EF4-FFF2-40B4-BE49-F238E27FC236}">
                  <a16:creationId xmlns:a16="http://schemas.microsoft.com/office/drawing/2014/main" id="{0F8A5375-035A-B275-BEA1-4DAECA3886F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66" name="Google Shape;166;p18">
              <a:extLst>
                <a:ext uri="{FF2B5EF4-FFF2-40B4-BE49-F238E27FC236}">
                  <a16:creationId xmlns:a16="http://schemas.microsoft.com/office/drawing/2014/main" id="{5E8E3819-634B-8278-8583-C3C352EA55E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Rectangle 14">
            <a:extLst>
              <a:ext uri="{FF2B5EF4-FFF2-40B4-BE49-F238E27FC236}">
                <a16:creationId xmlns:a16="http://schemas.microsoft.com/office/drawing/2014/main" id="{2C4573BD-4062-5928-8D40-C2F880FE60B9}"/>
              </a:ext>
            </a:extLst>
          </p:cNvPr>
          <p:cNvSpPr/>
          <p:nvPr/>
        </p:nvSpPr>
        <p:spPr>
          <a:xfrm>
            <a:off x="845798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73DF1B4-7E07-1FFB-F523-7DC8DC5EECDF}"/>
              </a:ext>
            </a:extLst>
          </p:cNvPr>
          <p:cNvSpPr/>
          <p:nvPr/>
        </p:nvSpPr>
        <p:spPr>
          <a:xfrm>
            <a:off x="9021997" y="3616080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5E7CDE07-09E1-9659-2686-57651D05F2A7}"/>
              </a:ext>
            </a:extLst>
          </p:cNvPr>
          <p:cNvSpPr/>
          <p:nvPr/>
        </p:nvSpPr>
        <p:spPr>
          <a:xfrm>
            <a:off x="6692170" y="3626941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7B9DE141-DEAD-5D5C-77C3-4E9EF984166B}"/>
              </a:ext>
            </a:extLst>
          </p:cNvPr>
          <p:cNvSpPr/>
          <p:nvPr/>
        </p:nvSpPr>
        <p:spPr>
          <a:xfrm>
            <a:off x="15076684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AA1FC9E-85E7-5CC1-7D4C-008E402DA12E}"/>
              </a:ext>
            </a:extLst>
          </p:cNvPr>
          <p:cNvSpPr/>
          <p:nvPr/>
        </p:nvSpPr>
        <p:spPr>
          <a:xfrm>
            <a:off x="12872043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A371D18-CFF7-7C81-AB14-A754411D14F9}"/>
              </a:ext>
            </a:extLst>
          </p:cNvPr>
          <p:cNvSpPr/>
          <p:nvPr/>
        </p:nvSpPr>
        <p:spPr>
          <a:xfrm>
            <a:off x="3083700" y="6157594"/>
            <a:ext cx="1569433" cy="6226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81%</a:t>
            </a: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FFF26C2C-4A64-4E35-607C-B6984CE1B315}"/>
              </a:ext>
            </a:extLst>
          </p:cNvPr>
          <p:cNvSpPr/>
          <p:nvPr/>
        </p:nvSpPr>
        <p:spPr>
          <a:xfrm>
            <a:off x="751858" y="6157594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289 – 298 paquetes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C786784-9FA6-D511-DA8C-F5E16FE4EADD}"/>
              </a:ext>
            </a:extLst>
          </p:cNvPr>
          <p:cNvSpPr/>
          <p:nvPr/>
        </p:nvSpPr>
        <p:spPr>
          <a:xfrm>
            <a:off x="9021996" y="5143500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98.7%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A30C771-E6A3-FE09-F41C-D9F5FEC85A32}"/>
              </a:ext>
            </a:extLst>
          </p:cNvPr>
          <p:cNvSpPr/>
          <p:nvPr/>
        </p:nvSpPr>
        <p:spPr>
          <a:xfrm>
            <a:off x="6692169" y="5143500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237 – 239 paquetes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CA2D389-3019-B741-E06C-B5218ED92F60}"/>
              </a:ext>
            </a:extLst>
          </p:cNvPr>
          <p:cNvSpPr/>
          <p:nvPr/>
        </p:nvSpPr>
        <p:spPr>
          <a:xfrm>
            <a:off x="15187271" y="5976414"/>
            <a:ext cx="1587813" cy="7511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95.5%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07227D69-5E0C-A63D-B5C0-BD57482FD335}"/>
              </a:ext>
            </a:extLst>
          </p:cNvPr>
          <p:cNvSpPr/>
          <p:nvPr/>
        </p:nvSpPr>
        <p:spPr>
          <a:xfrm>
            <a:off x="12872043" y="5938609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&gt; 304</a:t>
            </a:r>
            <a:br>
              <a:rPr lang="es-ES_tradnl" sz="2400" b="1" dirty="0">
                <a:solidFill>
                  <a:schemeClr val="bg2"/>
                </a:solidFill>
              </a:rPr>
            </a:br>
            <a:r>
              <a:rPr lang="es-ES_tradnl" sz="2400" b="1" dirty="0">
                <a:solidFill>
                  <a:schemeClr val="bg2"/>
                </a:solidFill>
              </a:rPr>
              <a:t>paquetes</a:t>
            </a:r>
          </a:p>
        </p:txBody>
      </p:sp>
      <p:sp>
        <p:nvSpPr>
          <p:cNvPr id="19" name="Flecha abajo 18">
            <a:extLst>
              <a:ext uri="{FF2B5EF4-FFF2-40B4-BE49-F238E27FC236}">
                <a16:creationId xmlns:a16="http://schemas.microsoft.com/office/drawing/2014/main" id="{06892AA4-0E84-0998-2A87-8514C668B258}"/>
              </a:ext>
            </a:extLst>
          </p:cNvPr>
          <p:cNvSpPr/>
          <p:nvPr/>
        </p:nvSpPr>
        <p:spPr>
          <a:xfrm>
            <a:off x="7639189" y="2947681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lecha abajo 19">
            <a:extLst>
              <a:ext uri="{FF2B5EF4-FFF2-40B4-BE49-F238E27FC236}">
                <a16:creationId xmlns:a16="http://schemas.microsoft.com/office/drawing/2014/main" id="{27DF9403-FC07-1FE3-C630-B4CCB48243CD}"/>
              </a:ext>
            </a:extLst>
          </p:cNvPr>
          <p:cNvSpPr/>
          <p:nvPr/>
        </p:nvSpPr>
        <p:spPr>
          <a:xfrm>
            <a:off x="9504430" y="2961410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Flecha abajo 20">
            <a:extLst>
              <a:ext uri="{FF2B5EF4-FFF2-40B4-BE49-F238E27FC236}">
                <a16:creationId xmlns:a16="http://schemas.microsoft.com/office/drawing/2014/main" id="{4AE8A597-AD4C-6807-9C29-6DF665B918CA}"/>
              </a:ext>
            </a:extLst>
          </p:cNvPr>
          <p:cNvSpPr/>
          <p:nvPr/>
        </p:nvSpPr>
        <p:spPr>
          <a:xfrm>
            <a:off x="7639188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 abajo 21">
            <a:extLst>
              <a:ext uri="{FF2B5EF4-FFF2-40B4-BE49-F238E27FC236}">
                <a16:creationId xmlns:a16="http://schemas.microsoft.com/office/drawing/2014/main" id="{07ECE06B-223A-0567-4341-27AA5F848363}"/>
              </a:ext>
            </a:extLst>
          </p:cNvPr>
          <p:cNvSpPr/>
          <p:nvPr/>
        </p:nvSpPr>
        <p:spPr>
          <a:xfrm>
            <a:off x="9504429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 abajo 22">
            <a:extLst>
              <a:ext uri="{FF2B5EF4-FFF2-40B4-BE49-F238E27FC236}">
                <a16:creationId xmlns:a16="http://schemas.microsoft.com/office/drawing/2014/main" id="{356C1CDD-C354-2A09-BFC9-FADEB6A7E64A}"/>
              </a:ext>
            </a:extLst>
          </p:cNvPr>
          <p:cNvSpPr/>
          <p:nvPr/>
        </p:nvSpPr>
        <p:spPr>
          <a:xfrm>
            <a:off x="13672226" y="3598578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Flecha abajo 23">
            <a:extLst>
              <a:ext uri="{FF2B5EF4-FFF2-40B4-BE49-F238E27FC236}">
                <a16:creationId xmlns:a16="http://schemas.microsoft.com/office/drawing/2014/main" id="{7C533EBD-554B-77AE-8C4D-66526DB7A975}"/>
              </a:ext>
            </a:extLst>
          </p:cNvPr>
          <p:cNvSpPr/>
          <p:nvPr/>
        </p:nvSpPr>
        <p:spPr>
          <a:xfrm>
            <a:off x="15537467" y="3612307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lecha abajo 24">
            <a:extLst>
              <a:ext uri="{FF2B5EF4-FFF2-40B4-BE49-F238E27FC236}">
                <a16:creationId xmlns:a16="http://schemas.microsoft.com/office/drawing/2014/main" id="{36297C3E-7832-B3A4-DE68-A8D5264D0CDB}"/>
              </a:ext>
            </a:extLst>
          </p:cNvPr>
          <p:cNvSpPr/>
          <p:nvPr/>
        </p:nvSpPr>
        <p:spPr>
          <a:xfrm>
            <a:off x="13672225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 abajo 25">
            <a:extLst>
              <a:ext uri="{FF2B5EF4-FFF2-40B4-BE49-F238E27FC236}">
                <a16:creationId xmlns:a16="http://schemas.microsoft.com/office/drawing/2014/main" id="{464B6C5F-A562-BF84-839D-9AC0DBF1899D}"/>
              </a:ext>
            </a:extLst>
          </p:cNvPr>
          <p:cNvSpPr/>
          <p:nvPr/>
        </p:nvSpPr>
        <p:spPr>
          <a:xfrm>
            <a:off x="15537466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Flecha abajo 26">
            <a:extLst>
              <a:ext uri="{FF2B5EF4-FFF2-40B4-BE49-F238E27FC236}">
                <a16:creationId xmlns:a16="http://schemas.microsoft.com/office/drawing/2014/main" id="{53168283-7E04-F1E2-E520-A02E58E33E99}"/>
              </a:ext>
            </a:extLst>
          </p:cNvPr>
          <p:cNvSpPr/>
          <p:nvPr/>
        </p:nvSpPr>
        <p:spPr>
          <a:xfrm>
            <a:off x="1725016" y="3563204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Flecha abajo 27">
            <a:extLst>
              <a:ext uri="{FF2B5EF4-FFF2-40B4-BE49-F238E27FC236}">
                <a16:creationId xmlns:a16="http://schemas.microsoft.com/office/drawing/2014/main" id="{DBF47D44-AEE3-B620-5B96-0CD65447D6A3}"/>
              </a:ext>
            </a:extLst>
          </p:cNvPr>
          <p:cNvSpPr/>
          <p:nvPr/>
        </p:nvSpPr>
        <p:spPr>
          <a:xfrm>
            <a:off x="3590257" y="3576933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29" name="Flecha abajo 28">
            <a:extLst>
              <a:ext uri="{FF2B5EF4-FFF2-40B4-BE49-F238E27FC236}">
                <a16:creationId xmlns:a16="http://schemas.microsoft.com/office/drawing/2014/main" id="{3EF09888-3FB9-8476-A9C9-58D4C2AA24B7}"/>
              </a:ext>
            </a:extLst>
          </p:cNvPr>
          <p:cNvSpPr/>
          <p:nvPr/>
        </p:nvSpPr>
        <p:spPr>
          <a:xfrm>
            <a:off x="1725015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Flecha abajo 29">
            <a:extLst>
              <a:ext uri="{FF2B5EF4-FFF2-40B4-BE49-F238E27FC236}">
                <a16:creationId xmlns:a16="http://schemas.microsoft.com/office/drawing/2014/main" id="{030F277A-7CD4-62F5-A2EE-C651FF9F555A}"/>
              </a:ext>
            </a:extLst>
          </p:cNvPr>
          <p:cNvSpPr/>
          <p:nvPr/>
        </p:nvSpPr>
        <p:spPr>
          <a:xfrm>
            <a:off x="3590256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7851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60">
          <a:extLst>
            <a:ext uri="{FF2B5EF4-FFF2-40B4-BE49-F238E27FC236}">
              <a16:creationId xmlns:a16="http://schemas.microsoft.com/office/drawing/2014/main" id="{E86F1754-D78D-44E5-D331-23B3CD00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304DC205-76AC-92E5-8E7B-422E0055F39A}"/>
              </a:ext>
            </a:extLst>
          </p:cNvPr>
          <p:cNvSpPr/>
          <p:nvPr/>
        </p:nvSpPr>
        <p:spPr>
          <a:xfrm>
            <a:off x="-411641" y="7198177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52126502-0B79-E1AE-B5D7-F945983AF6A5}"/>
              </a:ext>
            </a:extLst>
          </p:cNvPr>
          <p:cNvSpPr/>
          <p:nvPr/>
        </p:nvSpPr>
        <p:spPr>
          <a:xfrm>
            <a:off x="4010667" y="8509038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D6EE0291-403B-2116-6338-EA65E74FD0D2}"/>
              </a:ext>
            </a:extLst>
          </p:cNvPr>
          <p:cNvSpPr/>
          <p:nvPr/>
        </p:nvSpPr>
        <p:spPr>
          <a:xfrm>
            <a:off x="11487926" y="8707494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9FA432A1-A3EB-3F8D-8225-F50D36287D72}"/>
              </a:ext>
            </a:extLst>
          </p:cNvPr>
          <p:cNvSpPr txBox="1"/>
          <p:nvPr/>
        </p:nvSpPr>
        <p:spPr>
          <a:xfrm>
            <a:off x="5794045" y="553200"/>
            <a:ext cx="6022200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Identificación de perfiles</a:t>
            </a:r>
            <a:endParaRPr lang="es-ES_trad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070CCD-E508-071B-12A8-EEB24B67D0AB}"/>
              </a:ext>
            </a:extLst>
          </p:cNvPr>
          <p:cNvSpPr/>
          <p:nvPr/>
        </p:nvSpPr>
        <p:spPr>
          <a:xfrm>
            <a:off x="7177595" y="1772428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ÓPTIMO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69469F-F0E8-1BE1-3D23-F02BF667518C}"/>
              </a:ext>
            </a:extLst>
          </p:cNvPr>
          <p:cNvSpPr/>
          <p:nvPr/>
        </p:nvSpPr>
        <p:spPr>
          <a:xfrm>
            <a:off x="1213913" y="2362717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CRÍTICO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41A338-1EA1-FF18-DB3A-0A0C31BB70C0}"/>
              </a:ext>
            </a:extLst>
          </p:cNvPr>
          <p:cNvSpPr/>
          <p:nvPr/>
        </p:nvSpPr>
        <p:spPr>
          <a:xfrm>
            <a:off x="13198309" y="2400195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SATURADO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41B6C0-0C71-F980-38E8-BC2D25144E59}"/>
              </a:ext>
            </a:extLst>
          </p:cNvPr>
          <p:cNvSpPr/>
          <p:nvPr/>
        </p:nvSpPr>
        <p:spPr>
          <a:xfrm>
            <a:off x="3083700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grpSp>
        <p:nvGrpSpPr>
          <p:cNvPr id="164" name="Google Shape;164;p18">
            <a:extLst>
              <a:ext uri="{FF2B5EF4-FFF2-40B4-BE49-F238E27FC236}">
                <a16:creationId xmlns:a16="http://schemas.microsoft.com/office/drawing/2014/main" id="{9B1ED687-925B-A37C-DF9E-986A462B9645}"/>
              </a:ext>
            </a:extLst>
          </p:cNvPr>
          <p:cNvGrpSpPr/>
          <p:nvPr/>
        </p:nvGrpSpPr>
        <p:grpSpPr>
          <a:xfrm>
            <a:off x="-118494" y="0"/>
            <a:ext cx="2163413" cy="1886345"/>
            <a:chOff x="12784175" y="3675030"/>
            <a:chExt cx="2163413" cy="1886345"/>
          </a:xfrm>
        </p:grpSpPr>
        <p:sp>
          <p:nvSpPr>
            <p:cNvPr id="165" name="Google Shape;165;p18">
              <a:extLst>
                <a:ext uri="{FF2B5EF4-FFF2-40B4-BE49-F238E27FC236}">
                  <a16:creationId xmlns:a16="http://schemas.microsoft.com/office/drawing/2014/main" id="{DF01498B-5404-EC67-0835-CFB208B9473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66" name="Google Shape;166;p18">
              <a:extLst>
                <a:ext uri="{FF2B5EF4-FFF2-40B4-BE49-F238E27FC236}">
                  <a16:creationId xmlns:a16="http://schemas.microsoft.com/office/drawing/2014/main" id="{DA7B9681-C460-3BD3-080B-8536D2017151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Rectangle 14">
            <a:extLst>
              <a:ext uri="{FF2B5EF4-FFF2-40B4-BE49-F238E27FC236}">
                <a16:creationId xmlns:a16="http://schemas.microsoft.com/office/drawing/2014/main" id="{1324A8D8-9CB1-4D93-ED9B-B9633DE50F77}"/>
              </a:ext>
            </a:extLst>
          </p:cNvPr>
          <p:cNvSpPr/>
          <p:nvPr/>
        </p:nvSpPr>
        <p:spPr>
          <a:xfrm>
            <a:off x="845798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DD9439C-DDA3-CF67-E7A6-B08517B8DC75}"/>
              </a:ext>
            </a:extLst>
          </p:cNvPr>
          <p:cNvSpPr/>
          <p:nvPr/>
        </p:nvSpPr>
        <p:spPr>
          <a:xfrm>
            <a:off x="9021997" y="3616080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E4536079-ABDB-7E63-C2B4-E0E5961C4C25}"/>
              </a:ext>
            </a:extLst>
          </p:cNvPr>
          <p:cNvSpPr/>
          <p:nvPr/>
        </p:nvSpPr>
        <p:spPr>
          <a:xfrm>
            <a:off x="6692170" y="3626941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783D37C2-C86C-141C-A677-3AF6ACE178AC}"/>
              </a:ext>
            </a:extLst>
          </p:cNvPr>
          <p:cNvSpPr/>
          <p:nvPr/>
        </p:nvSpPr>
        <p:spPr>
          <a:xfrm>
            <a:off x="15076684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785EE5A-D453-4EBA-1E55-9AF7B37949BA}"/>
              </a:ext>
            </a:extLst>
          </p:cNvPr>
          <p:cNvSpPr/>
          <p:nvPr/>
        </p:nvSpPr>
        <p:spPr>
          <a:xfrm>
            <a:off x="12872043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D6EA206-E0E8-B8DA-D449-DF4A9921F1EA}"/>
              </a:ext>
            </a:extLst>
          </p:cNvPr>
          <p:cNvSpPr/>
          <p:nvPr/>
        </p:nvSpPr>
        <p:spPr>
          <a:xfrm>
            <a:off x="3083700" y="6157594"/>
            <a:ext cx="1569433" cy="6226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81%</a:t>
            </a: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1F1A6651-46A2-85F6-895B-758982935F55}"/>
              </a:ext>
            </a:extLst>
          </p:cNvPr>
          <p:cNvSpPr/>
          <p:nvPr/>
        </p:nvSpPr>
        <p:spPr>
          <a:xfrm>
            <a:off x="751858" y="6157594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289 – 298 paquetes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3D2EF35B-5A08-9586-673D-6039046A2C01}"/>
              </a:ext>
            </a:extLst>
          </p:cNvPr>
          <p:cNvSpPr/>
          <p:nvPr/>
        </p:nvSpPr>
        <p:spPr>
          <a:xfrm>
            <a:off x="9021996" y="5143500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98.7%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97FF255-ED7D-8CEA-ADEA-1FD92BF08BAA}"/>
              </a:ext>
            </a:extLst>
          </p:cNvPr>
          <p:cNvSpPr/>
          <p:nvPr/>
        </p:nvSpPr>
        <p:spPr>
          <a:xfrm>
            <a:off x="6692169" y="5143500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237 – 239 paquetes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310F5F14-0860-A2E8-151B-0B2C74762732}"/>
              </a:ext>
            </a:extLst>
          </p:cNvPr>
          <p:cNvSpPr/>
          <p:nvPr/>
        </p:nvSpPr>
        <p:spPr>
          <a:xfrm>
            <a:off x="15187271" y="5976414"/>
            <a:ext cx="1587813" cy="7511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95.5%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ABC9E7BD-F613-10C2-6F18-0090B46B4918}"/>
              </a:ext>
            </a:extLst>
          </p:cNvPr>
          <p:cNvSpPr/>
          <p:nvPr/>
        </p:nvSpPr>
        <p:spPr>
          <a:xfrm>
            <a:off x="12872043" y="5938609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&gt; 304</a:t>
            </a:r>
            <a:br>
              <a:rPr lang="es-ES_tradnl" sz="2400" b="1" dirty="0">
                <a:solidFill>
                  <a:schemeClr val="bg2"/>
                </a:solidFill>
              </a:rPr>
            </a:br>
            <a:r>
              <a:rPr lang="es-ES_tradnl" sz="2400" b="1" dirty="0">
                <a:solidFill>
                  <a:schemeClr val="bg2"/>
                </a:solidFill>
              </a:rPr>
              <a:t>paquetes</a:t>
            </a:r>
          </a:p>
        </p:txBody>
      </p:sp>
      <p:sp>
        <p:nvSpPr>
          <p:cNvPr id="19" name="Flecha abajo 18">
            <a:extLst>
              <a:ext uri="{FF2B5EF4-FFF2-40B4-BE49-F238E27FC236}">
                <a16:creationId xmlns:a16="http://schemas.microsoft.com/office/drawing/2014/main" id="{7AD64C92-9225-664A-5FEB-028631294A24}"/>
              </a:ext>
            </a:extLst>
          </p:cNvPr>
          <p:cNvSpPr/>
          <p:nvPr/>
        </p:nvSpPr>
        <p:spPr>
          <a:xfrm>
            <a:off x="7639189" y="2947681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lecha abajo 19">
            <a:extLst>
              <a:ext uri="{FF2B5EF4-FFF2-40B4-BE49-F238E27FC236}">
                <a16:creationId xmlns:a16="http://schemas.microsoft.com/office/drawing/2014/main" id="{B25CF64B-19BC-EC07-7D6B-290D645FA5C9}"/>
              </a:ext>
            </a:extLst>
          </p:cNvPr>
          <p:cNvSpPr/>
          <p:nvPr/>
        </p:nvSpPr>
        <p:spPr>
          <a:xfrm>
            <a:off x="9504430" y="2961410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Flecha abajo 20">
            <a:extLst>
              <a:ext uri="{FF2B5EF4-FFF2-40B4-BE49-F238E27FC236}">
                <a16:creationId xmlns:a16="http://schemas.microsoft.com/office/drawing/2014/main" id="{5A154B38-181A-6D42-E20A-42943E281310}"/>
              </a:ext>
            </a:extLst>
          </p:cNvPr>
          <p:cNvSpPr/>
          <p:nvPr/>
        </p:nvSpPr>
        <p:spPr>
          <a:xfrm>
            <a:off x="7639188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 abajo 21">
            <a:extLst>
              <a:ext uri="{FF2B5EF4-FFF2-40B4-BE49-F238E27FC236}">
                <a16:creationId xmlns:a16="http://schemas.microsoft.com/office/drawing/2014/main" id="{B2AA9AD4-C596-BFEE-1B63-DDF902267E2D}"/>
              </a:ext>
            </a:extLst>
          </p:cNvPr>
          <p:cNvSpPr/>
          <p:nvPr/>
        </p:nvSpPr>
        <p:spPr>
          <a:xfrm>
            <a:off x="9504429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 abajo 22">
            <a:extLst>
              <a:ext uri="{FF2B5EF4-FFF2-40B4-BE49-F238E27FC236}">
                <a16:creationId xmlns:a16="http://schemas.microsoft.com/office/drawing/2014/main" id="{0384EB82-39C7-EAAC-D43C-C7CB34D3100E}"/>
              </a:ext>
            </a:extLst>
          </p:cNvPr>
          <p:cNvSpPr/>
          <p:nvPr/>
        </p:nvSpPr>
        <p:spPr>
          <a:xfrm>
            <a:off x="13672226" y="3598578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Flecha abajo 23">
            <a:extLst>
              <a:ext uri="{FF2B5EF4-FFF2-40B4-BE49-F238E27FC236}">
                <a16:creationId xmlns:a16="http://schemas.microsoft.com/office/drawing/2014/main" id="{5D45291D-667D-FB41-30C8-B4780452AE01}"/>
              </a:ext>
            </a:extLst>
          </p:cNvPr>
          <p:cNvSpPr/>
          <p:nvPr/>
        </p:nvSpPr>
        <p:spPr>
          <a:xfrm>
            <a:off x="15537467" y="3612307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lecha abajo 24">
            <a:extLst>
              <a:ext uri="{FF2B5EF4-FFF2-40B4-BE49-F238E27FC236}">
                <a16:creationId xmlns:a16="http://schemas.microsoft.com/office/drawing/2014/main" id="{C25B62D9-2AED-6E8D-1F0A-E3A02A097BDC}"/>
              </a:ext>
            </a:extLst>
          </p:cNvPr>
          <p:cNvSpPr/>
          <p:nvPr/>
        </p:nvSpPr>
        <p:spPr>
          <a:xfrm>
            <a:off x="13672225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 abajo 25">
            <a:extLst>
              <a:ext uri="{FF2B5EF4-FFF2-40B4-BE49-F238E27FC236}">
                <a16:creationId xmlns:a16="http://schemas.microsoft.com/office/drawing/2014/main" id="{D97FEE6F-0E04-6152-C377-446A23FCBE16}"/>
              </a:ext>
            </a:extLst>
          </p:cNvPr>
          <p:cNvSpPr/>
          <p:nvPr/>
        </p:nvSpPr>
        <p:spPr>
          <a:xfrm>
            <a:off x="15537466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Flecha abajo 26">
            <a:extLst>
              <a:ext uri="{FF2B5EF4-FFF2-40B4-BE49-F238E27FC236}">
                <a16:creationId xmlns:a16="http://schemas.microsoft.com/office/drawing/2014/main" id="{8327182B-AFB5-446E-B2C1-85FF7F80127F}"/>
              </a:ext>
            </a:extLst>
          </p:cNvPr>
          <p:cNvSpPr/>
          <p:nvPr/>
        </p:nvSpPr>
        <p:spPr>
          <a:xfrm>
            <a:off x="1725016" y="3563204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Flecha abajo 27">
            <a:extLst>
              <a:ext uri="{FF2B5EF4-FFF2-40B4-BE49-F238E27FC236}">
                <a16:creationId xmlns:a16="http://schemas.microsoft.com/office/drawing/2014/main" id="{B5F7B7DC-8A4B-00A0-7D02-49BF758960EF}"/>
              </a:ext>
            </a:extLst>
          </p:cNvPr>
          <p:cNvSpPr/>
          <p:nvPr/>
        </p:nvSpPr>
        <p:spPr>
          <a:xfrm>
            <a:off x="3590257" y="3576933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29" name="Flecha abajo 28">
            <a:extLst>
              <a:ext uri="{FF2B5EF4-FFF2-40B4-BE49-F238E27FC236}">
                <a16:creationId xmlns:a16="http://schemas.microsoft.com/office/drawing/2014/main" id="{F1E3B404-BEBB-6185-0008-2805D7457C0D}"/>
              </a:ext>
            </a:extLst>
          </p:cNvPr>
          <p:cNvSpPr/>
          <p:nvPr/>
        </p:nvSpPr>
        <p:spPr>
          <a:xfrm>
            <a:off x="1725015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Flecha abajo 29">
            <a:extLst>
              <a:ext uri="{FF2B5EF4-FFF2-40B4-BE49-F238E27FC236}">
                <a16:creationId xmlns:a16="http://schemas.microsoft.com/office/drawing/2014/main" id="{9191D605-1C3C-E448-7B8F-598A55E1B4F9}"/>
              </a:ext>
            </a:extLst>
          </p:cNvPr>
          <p:cNvSpPr/>
          <p:nvPr/>
        </p:nvSpPr>
        <p:spPr>
          <a:xfrm>
            <a:off x="3590256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Flecha curvada hacia arriba 31">
            <a:extLst>
              <a:ext uri="{FF2B5EF4-FFF2-40B4-BE49-F238E27FC236}">
                <a16:creationId xmlns:a16="http://schemas.microsoft.com/office/drawing/2014/main" id="{3F64ECBC-342A-D233-6F37-9448FFCF005E}"/>
              </a:ext>
            </a:extLst>
          </p:cNvPr>
          <p:cNvSpPr/>
          <p:nvPr/>
        </p:nvSpPr>
        <p:spPr>
          <a:xfrm rot="20996260">
            <a:off x="1709517" y="6616909"/>
            <a:ext cx="6657764" cy="2545326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3" name="Flecha curvada hacia arriba 32">
            <a:extLst>
              <a:ext uri="{FF2B5EF4-FFF2-40B4-BE49-F238E27FC236}">
                <a16:creationId xmlns:a16="http://schemas.microsoft.com/office/drawing/2014/main" id="{68C25663-FA5E-4B63-E339-4CA3D6C7B650}"/>
              </a:ext>
            </a:extLst>
          </p:cNvPr>
          <p:cNvSpPr/>
          <p:nvPr/>
        </p:nvSpPr>
        <p:spPr>
          <a:xfrm rot="450239" flipH="1">
            <a:off x="6774413" y="6555452"/>
            <a:ext cx="7185213" cy="3322451"/>
          </a:xfrm>
          <a:prstGeom prst="curvedUpArrow">
            <a:avLst>
              <a:gd name="adj1" fmla="val 25000"/>
              <a:gd name="adj2" fmla="val 54465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301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80">
          <a:extLst>
            <a:ext uri="{FF2B5EF4-FFF2-40B4-BE49-F238E27FC236}">
              <a16:creationId xmlns:a16="http://schemas.microsoft.com/office/drawing/2014/main" id="{9CF05CD1-42CF-1415-2507-014F0D5D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3">
            <a:extLst>
              <a:ext uri="{FF2B5EF4-FFF2-40B4-BE49-F238E27FC236}">
                <a16:creationId xmlns:a16="http://schemas.microsoft.com/office/drawing/2014/main" id="{FBD2D488-777B-F881-321D-7414A6F7B18A}"/>
              </a:ext>
            </a:extLst>
          </p:cNvPr>
          <p:cNvGrpSpPr/>
          <p:nvPr/>
        </p:nvGrpSpPr>
        <p:grpSpPr>
          <a:xfrm>
            <a:off x="8647101" y="1554020"/>
            <a:ext cx="1382928" cy="1389712"/>
            <a:chOff x="0" y="-9525"/>
            <a:chExt cx="963809" cy="968537"/>
          </a:xfrm>
        </p:grpSpPr>
        <p:sp>
          <p:nvSpPr>
            <p:cNvPr id="282" name="Google Shape;282;p23">
              <a:extLst>
                <a:ext uri="{FF2B5EF4-FFF2-40B4-BE49-F238E27FC236}">
                  <a16:creationId xmlns:a16="http://schemas.microsoft.com/office/drawing/2014/main" id="{0904FE46-466E-A0FE-64A7-933E7269DDAC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3" name="Google Shape;283;p23">
              <a:extLst>
                <a:ext uri="{FF2B5EF4-FFF2-40B4-BE49-F238E27FC236}">
                  <a16:creationId xmlns:a16="http://schemas.microsoft.com/office/drawing/2014/main" id="{35B35C79-17F9-73C2-E425-160AB7E1FED4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 lang="es-ES_tradnl" dirty="0"/>
            </a:p>
          </p:txBody>
        </p:sp>
      </p:grpSp>
      <p:grpSp>
        <p:nvGrpSpPr>
          <p:cNvPr id="284" name="Google Shape;284;p23">
            <a:extLst>
              <a:ext uri="{FF2B5EF4-FFF2-40B4-BE49-F238E27FC236}">
                <a16:creationId xmlns:a16="http://schemas.microsoft.com/office/drawing/2014/main" id="{D4DCD8B5-19F0-0D56-7A66-19EBF123EFC1}"/>
              </a:ext>
            </a:extLst>
          </p:cNvPr>
          <p:cNvGrpSpPr/>
          <p:nvPr/>
        </p:nvGrpSpPr>
        <p:grpSpPr>
          <a:xfrm>
            <a:off x="8647101" y="3546536"/>
            <a:ext cx="1382928" cy="1389712"/>
            <a:chOff x="0" y="-9525"/>
            <a:chExt cx="963809" cy="968537"/>
          </a:xfrm>
        </p:grpSpPr>
        <p:sp>
          <p:nvSpPr>
            <p:cNvPr id="285" name="Google Shape;285;p23">
              <a:extLst>
                <a:ext uri="{FF2B5EF4-FFF2-40B4-BE49-F238E27FC236}">
                  <a16:creationId xmlns:a16="http://schemas.microsoft.com/office/drawing/2014/main" id="{D9191FA8-EB35-68D8-CBB9-8124915F3660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6" name="Google Shape;286;p23">
              <a:extLst>
                <a:ext uri="{FF2B5EF4-FFF2-40B4-BE49-F238E27FC236}">
                  <a16:creationId xmlns:a16="http://schemas.microsoft.com/office/drawing/2014/main" id="{5D2F282B-5CFE-6353-0E3A-8E7AC934BA03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 lang="es-ES_tradnl" dirty="0"/>
            </a:p>
          </p:txBody>
        </p:sp>
      </p:grpSp>
      <p:grpSp>
        <p:nvGrpSpPr>
          <p:cNvPr id="287" name="Google Shape;287;p23">
            <a:extLst>
              <a:ext uri="{FF2B5EF4-FFF2-40B4-BE49-F238E27FC236}">
                <a16:creationId xmlns:a16="http://schemas.microsoft.com/office/drawing/2014/main" id="{736B4F0E-699C-B9C6-CB17-B4A44D8566BE}"/>
              </a:ext>
            </a:extLst>
          </p:cNvPr>
          <p:cNvGrpSpPr/>
          <p:nvPr/>
        </p:nvGrpSpPr>
        <p:grpSpPr>
          <a:xfrm>
            <a:off x="8647101" y="5578255"/>
            <a:ext cx="1382928" cy="1389712"/>
            <a:chOff x="0" y="-9525"/>
            <a:chExt cx="963809" cy="968537"/>
          </a:xfrm>
        </p:grpSpPr>
        <p:sp>
          <p:nvSpPr>
            <p:cNvPr id="288" name="Google Shape;288;p23">
              <a:extLst>
                <a:ext uri="{FF2B5EF4-FFF2-40B4-BE49-F238E27FC236}">
                  <a16:creationId xmlns:a16="http://schemas.microsoft.com/office/drawing/2014/main" id="{534FAD3D-081E-452B-11A8-EF8FC4505649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9" name="Google Shape;289;p23">
              <a:extLst>
                <a:ext uri="{FF2B5EF4-FFF2-40B4-BE49-F238E27FC236}">
                  <a16:creationId xmlns:a16="http://schemas.microsoft.com/office/drawing/2014/main" id="{F1D1B048-040C-1AF5-81F9-0F64D112826F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 lang="es-ES_tradnl" dirty="0"/>
            </a:p>
          </p:txBody>
        </p:sp>
      </p:grpSp>
      <p:sp>
        <p:nvSpPr>
          <p:cNvPr id="293" name="Google Shape;293;p23">
            <a:extLst>
              <a:ext uri="{FF2B5EF4-FFF2-40B4-BE49-F238E27FC236}">
                <a16:creationId xmlns:a16="http://schemas.microsoft.com/office/drawing/2014/main" id="{FFFE66FB-28AD-1476-E82E-46A9B8533C7C}"/>
              </a:ext>
            </a:extLst>
          </p:cNvPr>
          <p:cNvSpPr/>
          <p:nvPr/>
        </p:nvSpPr>
        <p:spPr>
          <a:xfrm>
            <a:off x="-1518115" y="5138796"/>
            <a:ext cx="7760440" cy="6137802"/>
          </a:xfrm>
          <a:custGeom>
            <a:avLst/>
            <a:gdLst/>
            <a:ahLst/>
            <a:cxnLst/>
            <a:rect l="l" t="t" r="r" b="b"/>
            <a:pathLst>
              <a:path w="7760440" h="6137802" extrusionOk="0">
                <a:moveTo>
                  <a:pt x="0" y="0"/>
                </a:moveTo>
                <a:lnTo>
                  <a:pt x="7760439" y="0"/>
                </a:lnTo>
                <a:lnTo>
                  <a:pt x="7760439" y="6137802"/>
                </a:lnTo>
                <a:lnTo>
                  <a:pt x="0" y="6137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4335AF22-10B3-0245-6A1E-A7044BFDA00C}"/>
              </a:ext>
            </a:extLst>
          </p:cNvPr>
          <p:cNvSpPr txBox="1"/>
          <p:nvPr/>
        </p:nvSpPr>
        <p:spPr>
          <a:xfrm>
            <a:off x="1357220" y="2067019"/>
            <a:ext cx="5989500" cy="134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ESTRATEGIAS Y AJUSTES ORGANIZACIONALES</a:t>
            </a:r>
            <a:endParaRPr lang="es-ES_tradnl" dirty="0"/>
          </a:p>
        </p:txBody>
      </p:sp>
      <p:sp>
        <p:nvSpPr>
          <p:cNvPr id="298" name="Google Shape;298;p23">
            <a:extLst>
              <a:ext uri="{FF2B5EF4-FFF2-40B4-BE49-F238E27FC236}">
                <a16:creationId xmlns:a16="http://schemas.microsoft.com/office/drawing/2014/main" id="{186A78B8-C8E3-38CC-833A-72225D4995D6}"/>
              </a:ext>
            </a:extLst>
          </p:cNvPr>
          <p:cNvSpPr txBox="1"/>
          <p:nvPr/>
        </p:nvSpPr>
        <p:spPr>
          <a:xfrm>
            <a:off x="10393716" y="2031037"/>
            <a:ext cx="5989502" cy="43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Aplanamiento de la curva de trabajo</a:t>
            </a:r>
            <a:endParaRPr lang="es-ES_tradnl" dirty="0"/>
          </a:p>
        </p:txBody>
      </p:sp>
      <p:sp>
        <p:nvSpPr>
          <p:cNvPr id="301" name="Google Shape;301;p23">
            <a:extLst>
              <a:ext uri="{FF2B5EF4-FFF2-40B4-BE49-F238E27FC236}">
                <a16:creationId xmlns:a16="http://schemas.microsoft.com/office/drawing/2014/main" id="{0EB0886F-3824-8864-5A8D-63D9B2DF248C}"/>
              </a:ext>
            </a:extLst>
          </p:cNvPr>
          <p:cNvSpPr txBox="1"/>
          <p:nvPr/>
        </p:nvSpPr>
        <p:spPr>
          <a:xfrm>
            <a:off x="10393716" y="4021652"/>
            <a:ext cx="5989502" cy="43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Planificación estacional</a:t>
            </a:r>
            <a:endParaRPr lang="es-ES_tradnl" dirty="0"/>
          </a:p>
        </p:txBody>
      </p:sp>
      <p:sp>
        <p:nvSpPr>
          <p:cNvPr id="304" name="Google Shape;304;p23">
            <a:extLst>
              <a:ext uri="{FF2B5EF4-FFF2-40B4-BE49-F238E27FC236}">
                <a16:creationId xmlns:a16="http://schemas.microsoft.com/office/drawing/2014/main" id="{D81F7156-2EA7-892B-78D9-A6A96CEF51FB}"/>
              </a:ext>
            </a:extLst>
          </p:cNvPr>
          <p:cNvSpPr txBox="1"/>
          <p:nvPr/>
        </p:nvSpPr>
        <p:spPr>
          <a:xfrm>
            <a:off x="10393716" y="6053371"/>
            <a:ext cx="5989502" cy="43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Desmitificación de la antigüedad</a:t>
            </a:r>
            <a:endParaRPr lang="es-ES_tradnl" dirty="0"/>
          </a:p>
        </p:txBody>
      </p:sp>
      <p:grpSp>
        <p:nvGrpSpPr>
          <p:cNvPr id="308" name="Google Shape;308;p23">
            <a:extLst>
              <a:ext uri="{FF2B5EF4-FFF2-40B4-BE49-F238E27FC236}">
                <a16:creationId xmlns:a16="http://schemas.microsoft.com/office/drawing/2014/main" id="{B3C6E7B3-9D31-55CD-CA26-CF5430B1F92E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309" name="Google Shape;309;p23">
              <a:extLst>
                <a:ext uri="{FF2B5EF4-FFF2-40B4-BE49-F238E27FC236}">
                  <a16:creationId xmlns:a16="http://schemas.microsoft.com/office/drawing/2014/main" id="{22DC04A7-9158-BB4E-F48C-FFFCB3796275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310" name="Google Shape;310;p23">
              <a:extLst>
                <a:ext uri="{FF2B5EF4-FFF2-40B4-BE49-F238E27FC236}">
                  <a16:creationId xmlns:a16="http://schemas.microsoft.com/office/drawing/2014/main" id="{61FD26A3-7C65-7F64-5E8A-A0DC8DCC11F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  <p:extLst>
      <p:ext uri="{BB962C8B-B14F-4D97-AF65-F5344CB8AC3E}">
        <p14:creationId xmlns:p14="http://schemas.microsoft.com/office/powerpoint/2010/main" val="1549375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/>
          <p:nvPr/>
        </p:nvSpPr>
        <p:spPr>
          <a:xfrm>
            <a:off x="6466573" y="3352653"/>
            <a:ext cx="4601738" cy="3597722"/>
          </a:xfrm>
          <a:custGeom>
            <a:avLst/>
            <a:gdLst/>
            <a:ahLst/>
            <a:cxnLst/>
            <a:rect l="l" t="t" r="r" b="b"/>
            <a:pathLst>
              <a:path w="4601738" h="3597722" extrusionOk="0">
                <a:moveTo>
                  <a:pt x="0" y="0"/>
                </a:moveTo>
                <a:lnTo>
                  <a:pt x="4601737" y="0"/>
                </a:lnTo>
                <a:lnTo>
                  <a:pt x="4601737" y="3597723"/>
                </a:lnTo>
                <a:lnTo>
                  <a:pt x="0" y="3597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04" name="Google Shape;204;p20"/>
          <p:cNvSpPr/>
          <p:nvPr/>
        </p:nvSpPr>
        <p:spPr>
          <a:xfrm flipH="1">
            <a:off x="7093184" y="5322244"/>
            <a:ext cx="5026425" cy="3929750"/>
          </a:xfrm>
          <a:custGeom>
            <a:avLst/>
            <a:gdLst/>
            <a:ahLst/>
            <a:cxnLst/>
            <a:rect l="l" t="t" r="r" b="b"/>
            <a:pathLst>
              <a:path w="5026425" h="3929750" extrusionOk="0">
                <a:moveTo>
                  <a:pt x="5026424" y="0"/>
                </a:moveTo>
                <a:lnTo>
                  <a:pt x="0" y="0"/>
                </a:lnTo>
                <a:lnTo>
                  <a:pt x="0" y="3929750"/>
                </a:lnTo>
                <a:lnTo>
                  <a:pt x="5026424" y="3929750"/>
                </a:lnTo>
                <a:lnTo>
                  <a:pt x="502642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05" name="Google Shape;205;p20"/>
          <p:cNvSpPr/>
          <p:nvPr/>
        </p:nvSpPr>
        <p:spPr>
          <a:xfrm>
            <a:off x="5999174" y="7488124"/>
            <a:ext cx="5426877" cy="4242831"/>
          </a:xfrm>
          <a:custGeom>
            <a:avLst/>
            <a:gdLst/>
            <a:ahLst/>
            <a:cxnLst/>
            <a:rect l="l" t="t" r="r" b="b"/>
            <a:pathLst>
              <a:path w="5426877" h="4242831" extrusionOk="0">
                <a:moveTo>
                  <a:pt x="0" y="0"/>
                </a:moveTo>
                <a:lnTo>
                  <a:pt x="5426877" y="0"/>
                </a:lnTo>
                <a:lnTo>
                  <a:pt x="5426877" y="4242831"/>
                </a:lnTo>
                <a:lnTo>
                  <a:pt x="0" y="4242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06" name="Google Shape;206;p20"/>
          <p:cNvSpPr/>
          <p:nvPr/>
        </p:nvSpPr>
        <p:spPr>
          <a:xfrm>
            <a:off x="9057991" y="3625864"/>
            <a:ext cx="853877" cy="964338"/>
          </a:xfrm>
          <a:custGeom>
            <a:avLst/>
            <a:gdLst/>
            <a:ahLst/>
            <a:cxnLst/>
            <a:rect l="l" t="t" r="r" b="b"/>
            <a:pathLst>
              <a:path w="853877" h="964338" extrusionOk="0">
                <a:moveTo>
                  <a:pt x="0" y="0"/>
                </a:moveTo>
                <a:lnTo>
                  <a:pt x="853878" y="0"/>
                </a:lnTo>
                <a:lnTo>
                  <a:pt x="853878" y="964338"/>
                </a:lnTo>
                <a:lnTo>
                  <a:pt x="0" y="964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07" name="Google Shape;207;p20"/>
          <p:cNvSpPr/>
          <p:nvPr/>
        </p:nvSpPr>
        <p:spPr>
          <a:xfrm>
            <a:off x="7993983" y="4316441"/>
            <a:ext cx="853877" cy="964338"/>
          </a:xfrm>
          <a:custGeom>
            <a:avLst/>
            <a:gdLst/>
            <a:ahLst/>
            <a:cxnLst/>
            <a:rect l="l" t="t" r="r" b="b"/>
            <a:pathLst>
              <a:path w="853877" h="964338" extrusionOk="0">
                <a:moveTo>
                  <a:pt x="0" y="0"/>
                </a:moveTo>
                <a:lnTo>
                  <a:pt x="853878" y="0"/>
                </a:lnTo>
                <a:lnTo>
                  <a:pt x="853878" y="964338"/>
                </a:lnTo>
                <a:lnTo>
                  <a:pt x="0" y="964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08" name="Google Shape;208;p20"/>
          <p:cNvSpPr/>
          <p:nvPr/>
        </p:nvSpPr>
        <p:spPr>
          <a:xfrm>
            <a:off x="8958900" y="5936505"/>
            <a:ext cx="853877" cy="964338"/>
          </a:xfrm>
          <a:custGeom>
            <a:avLst/>
            <a:gdLst/>
            <a:ahLst/>
            <a:cxnLst/>
            <a:rect l="l" t="t" r="r" b="b"/>
            <a:pathLst>
              <a:path w="853877" h="964338" extrusionOk="0">
                <a:moveTo>
                  <a:pt x="0" y="0"/>
                </a:moveTo>
                <a:lnTo>
                  <a:pt x="853877" y="0"/>
                </a:lnTo>
                <a:lnTo>
                  <a:pt x="853877" y="964338"/>
                </a:lnTo>
                <a:lnTo>
                  <a:pt x="0" y="964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09" name="Google Shape;209;p20"/>
          <p:cNvSpPr/>
          <p:nvPr/>
        </p:nvSpPr>
        <p:spPr>
          <a:xfrm>
            <a:off x="8767290" y="7911270"/>
            <a:ext cx="1040130" cy="1174685"/>
          </a:xfrm>
          <a:custGeom>
            <a:avLst/>
            <a:gdLst/>
            <a:ahLst/>
            <a:cxnLst/>
            <a:rect l="l" t="t" r="r" b="b"/>
            <a:pathLst>
              <a:path w="1040130" h="1174685" extrusionOk="0">
                <a:moveTo>
                  <a:pt x="0" y="0"/>
                </a:moveTo>
                <a:lnTo>
                  <a:pt x="1040130" y="0"/>
                </a:lnTo>
                <a:lnTo>
                  <a:pt x="1040130" y="1174685"/>
                </a:lnTo>
                <a:lnTo>
                  <a:pt x="0" y="11746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10" name="Google Shape;210;p20"/>
          <p:cNvSpPr txBox="1"/>
          <p:nvPr/>
        </p:nvSpPr>
        <p:spPr>
          <a:xfrm>
            <a:off x="13477884" y="5522845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Comercio</a:t>
            </a:r>
            <a:endParaRPr lang="es-ES_tradnl"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1030354" y="5496626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Sostenibilidad</a:t>
            </a:r>
            <a:endParaRPr lang="es-ES_tradnl" dirty="0"/>
          </a:p>
        </p:txBody>
      </p:sp>
      <p:sp>
        <p:nvSpPr>
          <p:cNvPr id="212" name="Google Shape;212;p20"/>
          <p:cNvSpPr txBox="1"/>
          <p:nvPr/>
        </p:nvSpPr>
        <p:spPr>
          <a:xfrm>
            <a:off x="13477884" y="5839075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13" name="Google Shape;213;p20"/>
          <p:cNvSpPr txBox="1"/>
          <p:nvPr/>
        </p:nvSpPr>
        <p:spPr>
          <a:xfrm>
            <a:off x="1030354" y="5924940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14" name="Google Shape;214;p20"/>
          <p:cNvSpPr txBox="1"/>
          <p:nvPr/>
        </p:nvSpPr>
        <p:spPr>
          <a:xfrm>
            <a:off x="12430134" y="1020944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Inversiones</a:t>
            </a:r>
            <a:endParaRPr lang="es-ES_tradnl" dirty="0"/>
          </a:p>
        </p:txBody>
      </p:sp>
      <p:sp>
        <p:nvSpPr>
          <p:cNvPr id="215" name="Google Shape;215;p20"/>
          <p:cNvSpPr txBox="1"/>
          <p:nvPr/>
        </p:nvSpPr>
        <p:spPr>
          <a:xfrm>
            <a:off x="2078104" y="1129954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Mejorar la </a:t>
            </a:r>
            <a:r>
              <a:rPr lang="es-ES_tradnl" sz="1800" b="1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produción</a:t>
            </a:r>
            <a:endParaRPr lang="es-ES_tradnl" dirty="0"/>
          </a:p>
        </p:txBody>
      </p:sp>
      <p:sp>
        <p:nvSpPr>
          <p:cNvPr id="216" name="Google Shape;216;p20"/>
          <p:cNvSpPr txBox="1"/>
          <p:nvPr/>
        </p:nvSpPr>
        <p:spPr>
          <a:xfrm>
            <a:off x="12430134" y="1337174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17" name="Google Shape;217;p20"/>
          <p:cNvSpPr txBox="1"/>
          <p:nvPr/>
        </p:nvSpPr>
        <p:spPr>
          <a:xfrm>
            <a:off x="2078104" y="1427485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13477884" y="3275772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Autonomía</a:t>
            </a:r>
            <a:endParaRPr lang="es-ES_tradnl" dirty="0"/>
          </a:p>
        </p:txBody>
      </p:sp>
      <p:sp>
        <p:nvSpPr>
          <p:cNvPr id="219" name="Google Shape;219;p20"/>
          <p:cNvSpPr txBox="1"/>
          <p:nvPr/>
        </p:nvSpPr>
        <p:spPr>
          <a:xfrm>
            <a:off x="1030354" y="3249554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Investigación</a:t>
            </a:r>
            <a:endParaRPr lang="es-ES_tradnl" dirty="0"/>
          </a:p>
        </p:txBody>
      </p:sp>
      <p:sp>
        <p:nvSpPr>
          <p:cNvPr id="220" name="Google Shape;220;p20"/>
          <p:cNvSpPr txBox="1"/>
          <p:nvPr/>
        </p:nvSpPr>
        <p:spPr>
          <a:xfrm>
            <a:off x="13477884" y="3593853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21" name="Google Shape;221;p20"/>
          <p:cNvSpPr txBox="1"/>
          <p:nvPr/>
        </p:nvSpPr>
        <p:spPr>
          <a:xfrm>
            <a:off x="1030354" y="3677868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22" name="Google Shape;222;p20"/>
          <p:cNvSpPr txBox="1"/>
          <p:nvPr/>
        </p:nvSpPr>
        <p:spPr>
          <a:xfrm>
            <a:off x="12430134" y="7769917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Fabricación</a:t>
            </a:r>
            <a:endParaRPr lang="es-ES_tradnl" dirty="0"/>
          </a:p>
        </p:txBody>
      </p:sp>
      <p:sp>
        <p:nvSpPr>
          <p:cNvPr id="223" name="Google Shape;223;p20"/>
          <p:cNvSpPr txBox="1"/>
          <p:nvPr/>
        </p:nvSpPr>
        <p:spPr>
          <a:xfrm>
            <a:off x="2078104" y="7743699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Optimizar</a:t>
            </a:r>
            <a:endParaRPr lang="es-ES_tradnl" dirty="0"/>
          </a:p>
        </p:txBody>
      </p:sp>
      <p:sp>
        <p:nvSpPr>
          <p:cNvPr id="224" name="Google Shape;224;p20"/>
          <p:cNvSpPr txBox="1"/>
          <p:nvPr/>
        </p:nvSpPr>
        <p:spPr>
          <a:xfrm>
            <a:off x="12430134" y="8087998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25" name="Google Shape;225;p20"/>
          <p:cNvSpPr txBox="1"/>
          <p:nvPr/>
        </p:nvSpPr>
        <p:spPr>
          <a:xfrm>
            <a:off x="2078104" y="8080829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26" name="Google Shape;226;p20"/>
          <p:cNvSpPr txBox="1"/>
          <p:nvPr/>
        </p:nvSpPr>
        <p:spPr>
          <a:xfrm>
            <a:off x="6648875" y="990600"/>
            <a:ext cx="4990250" cy="113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PRINCIPALES OBJETIVOS</a:t>
            </a:r>
            <a:endParaRPr lang="es-ES_tradnl" dirty="0"/>
          </a:p>
        </p:txBody>
      </p:sp>
      <p:grpSp>
        <p:nvGrpSpPr>
          <p:cNvPr id="227" name="Google Shape;227;p20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228" name="Google Shape;228;p20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"/>
          <p:cNvSpPr/>
          <p:nvPr/>
        </p:nvSpPr>
        <p:spPr>
          <a:xfrm>
            <a:off x="14900450" y="1077150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13" name="Google Shape;413;p28"/>
          <p:cNvSpPr txBox="1"/>
          <p:nvPr/>
        </p:nvSpPr>
        <p:spPr>
          <a:xfrm>
            <a:off x="8663575" y="2118970"/>
            <a:ext cx="4716000" cy="6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8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dolr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condimentum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aliquam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Fusce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rutrum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Morbi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mauris, </a:t>
            </a:r>
            <a:endParaRPr lang="es-ES_tradnl" dirty="0"/>
          </a:p>
        </p:txBody>
      </p:sp>
      <p:sp>
        <p:nvSpPr>
          <p:cNvPr id="414" name="Google Shape;414;p28"/>
          <p:cNvSpPr txBox="1"/>
          <p:nvPr/>
        </p:nvSpPr>
        <p:spPr>
          <a:xfrm>
            <a:off x="1560900" y="99888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PREGUNTA R. 1</a:t>
            </a:r>
            <a:endParaRPr lang="es-ES_tradnl" dirty="0"/>
          </a:p>
        </p:txBody>
      </p:sp>
      <p:grpSp>
        <p:nvGrpSpPr>
          <p:cNvPr id="415" name="Google Shape;415;p28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416" name="Google Shape;416;p28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418" name="Google Shape;418;p28"/>
          <p:cNvSpPr/>
          <p:nvPr/>
        </p:nvSpPr>
        <p:spPr>
          <a:xfrm>
            <a:off x="746875" y="2021325"/>
            <a:ext cx="7262700" cy="678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22"/>
          <p:cNvCxnSpPr/>
          <p:nvPr/>
        </p:nvCxnSpPr>
        <p:spPr>
          <a:xfrm>
            <a:off x="7198632" y="-330798"/>
            <a:ext cx="0" cy="10946666"/>
          </a:xfrm>
          <a:prstGeom prst="straightConnector1">
            <a:avLst/>
          </a:prstGeom>
          <a:noFill/>
          <a:ln w="114300" cap="rnd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0" name="Google Shape;250;p22"/>
          <p:cNvGrpSpPr/>
          <p:nvPr/>
        </p:nvGrpSpPr>
        <p:grpSpPr>
          <a:xfrm>
            <a:off x="6904192" y="1006055"/>
            <a:ext cx="588882" cy="595783"/>
            <a:chOff x="0" y="-9525"/>
            <a:chExt cx="812800" cy="822325"/>
          </a:xfrm>
        </p:grpSpPr>
        <p:sp>
          <p:nvSpPr>
            <p:cNvPr id="251" name="Google Shape;251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52" name="Google Shape;252;p22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22"/>
          <p:cNvGrpSpPr/>
          <p:nvPr/>
        </p:nvGrpSpPr>
        <p:grpSpPr>
          <a:xfrm>
            <a:off x="6904192" y="3210168"/>
            <a:ext cx="588882" cy="595783"/>
            <a:chOff x="0" y="-9525"/>
            <a:chExt cx="812800" cy="822325"/>
          </a:xfrm>
        </p:grpSpPr>
        <p:sp>
          <p:nvSpPr>
            <p:cNvPr id="254" name="Google Shape;254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p22"/>
          <p:cNvGrpSpPr/>
          <p:nvPr/>
        </p:nvGrpSpPr>
        <p:grpSpPr>
          <a:xfrm>
            <a:off x="6904192" y="5457240"/>
            <a:ext cx="588882" cy="595783"/>
            <a:chOff x="0" y="-9525"/>
            <a:chExt cx="812800" cy="822325"/>
          </a:xfrm>
        </p:grpSpPr>
        <p:sp>
          <p:nvSpPr>
            <p:cNvPr id="257" name="Google Shape;257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22"/>
          <p:cNvGrpSpPr/>
          <p:nvPr/>
        </p:nvGrpSpPr>
        <p:grpSpPr>
          <a:xfrm>
            <a:off x="6904192" y="7703472"/>
            <a:ext cx="588882" cy="595783"/>
            <a:chOff x="0" y="-9525"/>
            <a:chExt cx="812800" cy="822325"/>
          </a:xfrm>
        </p:grpSpPr>
        <p:sp>
          <p:nvSpPr>
            <p:cNvPr id="260" name="Google Shape;260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61" name="Google Shape;261;p22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22"/>
          <p:cNvSpPr/>
          <p:nvPr/>
        </p:nvSpPr>
        <p:spPr>
          <a:xfrm>
            <a:off x="13196004" y="3159413"/>
            <a:ext cx="6521776" cy="7305451"/>
          </a:xfrm>
          <a:custGeom>
            <a:avLst/>
            <a:gdLst/>
            <a:ahLst/>
            <a:cxnLst/>
            <a:rect l="l" t="t" r="r" b="b"/>
            <a:pathLst>
              <a:path w="6521776" h="7305451" extrusionOk="0">
                <a:moveTo>
                  <a:pt x="0" y="0"/>
                </a:moveTo>
                <a:lnTo>
                  <a:pt x="6521776" y="0"/>
                </a:lnTo>
                <a:lnTo>
                  <a:pt x="6521776" y="7305452"/>
                </a:lnTo>
                <a:lnTo>
                  <a:pt x="0" y="7305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63" name="Google Shape;263;p22"/>
          <p:cNvSpPr/>
          <p:nvPr/>
        </p:nvSpPr>
        <p:spPr>
          <a:xfrm>
            <a:off x="13196004" y="-703241"/>
            <a:ext cx="6521776" cy="7305451"/>
          </a:xfrm>
          <a:custGeom>
            <a:avLst/>
            <a:gdLst/>
            <a:ahLst/>
            <a:cxnLst/>
            <a:rect l="l" t="t" r="r" b="b"/>
            <a:pathLst>
              <a:path w="6521776" h="7305451" extrusionOk="0">
                <a:moveTo>
                  <a:pt x="0" y="0"/>
                </a:moveTo>
                <a:lnTo>
                  <a:pt x="6521776" y="0"/>
                </a:lnTo>
                <a:lnTo>
                  <a:pt x="6521776" y="7305452"/>
                </a:lnTo>
                <a:lnTo>
                  <a:pt x="0" y="7305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64" name="Google Shape;264;p22"/>
          <p:cNvSpPr txBox="1"/>
          <p:nvPr/>
        </p:nvSpPr>
        <p:spPr>
          <a:xfrm>
            <a:off x="1028700" y="4143264"/>
            <a:ext cx="4530643" cy="366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lang="es-ES_tradnl" dirty="0"/>
          </a:p>
          <a:p>
            <a:pPr marL="0" marR="0" lvl="0" indent="0" algn="l" rtl="0">
              <a:lnSpc>
                <a:spcPct val="16504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sz="1599" b="0" i="0" u="none" strike="noStrike" cap="none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6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condimentum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aliquam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Fusce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rutrum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Morbi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mauris,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at. </a:t>
            </a:r>
            <a:endParaRPr lang="es-ES_tradnl" dirty="0"/>
          </a:p>
        </p:txBody>
      </p:sp>
      <p:sp>
        <p:nvSpPr>
          <p:cNvPr id="265" name="Google Shape;265;p22"/>
          <p:cNvSpPr txBox="1"/>
          <p:nvPr/>
        </p:nvSpPr>
        <p:spPr>
          <a:xfrm>
            <a:off x="1028700" y="2777601"/>
            <a:ext cx="4530643" cy="113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LA PRODUCCIÓN INTERNACIONAL</a:t>
            </a:r>
            <a:endParaRPr lang="es-ES_tradnl" dirty="0"/>
          </a:p>
        </p:txBody>
      </p:sp>
      <p:sp>
        <p:nvSpPr>
          <p:cNvPr id="266" name="Google Shape;266;p22"/>
          <p:cNvSpPr txBox="1"/>
          <p:nvPr/>
        </p:nvSpPr>
        <p:spPr>
          <a:xfrm>
            <a:off x="8045406" y="5623354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Estudiar los datos</a:t>
            </a:r>
            <a:endParaRPr lang="es-ES_tradnl" dirty="0"/>
          </a:p>
        </p:txBody>
      </p:sp>
      <p:sp>
        <p:nvSpPr>
          <p:cNvPr id="267" name="Google Shape;267;p22"/>
          <p:cNvSpPr txBox="1"/>
          <p:nvPr/>
        </p:nvSpPr>
        <p:spPr>
          <a:xfrm>
            <a:off x="8045406" y="6051668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68" name="Google Shape;268;p22"/>
          <p:cNvSpPr txBox="1"/>
          <p:nvPr/>
        </p:nvSpPr>
        <p:spPr>
          <a:xfrm>
            <a:off x="8045406" y="1121453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Investigaciones</a:t>
            </a:r>
            <a:endParaRPr lang="es-ES_tradnl" dirty="0"/>
          </a:p>
        </p:txBody>
      </p:sp>
      <p:sp>
        <p:nvSpPr>
          <p:cNvPr id="269" name="Google Shape;269;p22"/>
          <p:cNvSpPr txBox="1"/>
          <p:nvPr/>
        </p:nvSpPr>
        <p:spPr>
          <a:xfrm>
            <a:off x="8045406" y="1554212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70" name="Google Shape;270;p22"/>
          <p:cNvSpPr txBox="1"/>
          <p:nvPr/>
        </p:nvSpPr>
        <p:spPr>
          <a:xfrm>
            <a:off x="8045406" y="3376281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Revisar publicaciones</a:t>
            </a:r>
            <a:endParaRPr lang="es-ES_tradnl" dirty="0"/>
          </a:p>
        </p:txBody>
      </p:sp>
      <p:sp>
        <p:nvSpPr>
          <p:cNvPr id="271" name="Google Shape;271;p22"/>
          <p:cNvSpPr txBox="1"/>
          <p:nvPr/>
        </p:nvSpPr>
        <p:spPr>
          <a:xfrm>
            <a:off x="8045406" y="3804595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272" name="Google Shape;272;p22"/>
          <p:cNvSpPr txBox="1"/>
          <p:nvPr/>
        </p:nvSpPr>
        <p:spPr>
          <a:xfrm>
            <a:off x="8045406" y="7870426"/>
            <a:ext cx="3805749" cy="27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Aumentar la inversión</a:t>
            </a:r>
            <a:endParaRPr lang="es-ES_tradnl" dirty="0"/>
          </a:p>
        </p:txBody>
      </p:sp>
      <p:sp>
        <p:nvSpPr>
          <p:cNvPr id="273" name="Google Shape;273;p22"/>
          <p:cNvSpPr txBox="1"/>
          <p:nvPr/>
        </p:nvSpPr>
        <p:spPr>
          <a:xfrm>
            <a:off x="8045406" y="8298740"/>
            <a:ext cx="3805749" cy="107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grpSp>
        <p:nvGrpSpPr>
          <p:cNvPr id="274" name="Google Shape;274;p22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275" name="Google Shape;275;p22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3"/>
          <p:cNvGrpSpPr/>
          <p:nvPr/>
        </p:nvGrpSpPr>
        <p:grpSpPr>
          <a:xfrm>
            <a:off x="8647101" y="1554020"/>
            <a:ext cx="1382928" cy="1389712"/>
            <a:chOff x="0" y="-9525"/>
            <a:chExt cx="963809" cy="968537"/>
          </a:xfrm>
        </p:grpSpPr>
        <p:sp>
          <p:nvSpPr>
            <p:cNvPr id="282" name="Google Shape;282;p23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3" name="Google Shape;283;p23"/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 lang="es-ES_tradnl" dirty="0"/>
            </a:p>
          </p:txBody>
        </p:sp>
      </p:grpSp>
      <p:grpSp>
        <p:nvGrpSpPr>
          <p:cNvPr id="284" name="Google Shape;284;p23"/>
          <p:cNvGrpSpPr/>
          <p:nvPr/>
        </p:nvGrpSpPr>
        <p:grpSpPr>
          <a:xfrm>
            <a:off x="8647101" y="3546536"/>
            <a:ext cx="1382928" cy="1389712"/>
            <a:chOff x="0" y="-9525"/>
            <a:chExt cx="963809" cy="968537"/>
          </a:xfrm>
        </p:grpSpPr>
        <p:sp>
          <p:nvSpPr>
            <p:cNvPr id="285" name="Google Shape;285;p23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6" name="Google Shape;286;p23"/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 lang="es-ES_tradnl" dirty="0"/>
            </a:p>
          </p:txBody>
        </p:sp>
      </p:grpSp>
      <p:grpSp>
        <p:nvGrpSpPr>
          <p:cNvPr id="287" name="Google Shape;287;p23"/>
          <p:cNvGrpSpPr/>
          <p:nvPr/>
        </p:nvGrpSpPr>
        <p:grpSpPr>
          <a:xfrm>
            <a:off x="8647101" y="5578255"/>
            <a:ext cx="1382928" cy="1389712"/>
            <a:chOff x="0" y="-9525"/>
            <a:chExt cx="963809" cy="968537"/>
          </a:xfrm>
        </p:grpSpPr>
        <p:sp>
          <p:nvSpPr>
            <p:cNvPr id="288" name="Google Shape;288;p23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9" name="Google Shape;289;p23"/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 lang="es-ES_tradnl" dirty="0"/>
            </a:p>
          </p:txBody>
        </p:sp>
      </p:grpSp>
      <p:grpSp>
        <p:nvGrpSpPr>
          <p:cNvPr id="290" name="Google Shape;290;p23"/>
          <p:cNvGrpSpPr/>
          <p:nvPr/>
        </p:nvGrpSpPr>
        <p:grpSpPr>
          <a:xfrm>
            <a:off x="8647101" y="7564715"/>
            <a:ext cx="1382928" cy="1389712"/>
            <a:chOff x="0" y="-9525"/>
            <a:chExt cx="963809" cy="968537"/>
          </a:xfrm>
        </p:grpSpPr>
        <p:sp>
          <p:nvSpPr>
            <p:cNvPr id="291" name="Google Shape;291;p23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92" name="Google Shape;292;p23"/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4</a:t>
              </a:r>
              <a:endParaRPr lang="es-ES_tradnl" dirty="0"/>
            </a:p>
          </p:txBody>
        </p:sp>
      </p:grpSp>
      <p:sp>
        <p:nvSpPr>
          <p:cNvPr id="293" name="Google Shape;293;p23"/>
          <p:cNvSpPr/>
          <p:nvPr/>
        </p:nvSpPr>
        <p:spPr>
          <a:xfrm>
            <a:off x="-1518115" y="5138796"/>
            <a:ext cx="7760440" cy="6137802"/>
          </a:xfrm>
          <a:custGeom>
            <a:avLst/>
            <a:gdLst/>
            <a:ahLst/>
            <a:cxnLst/>
            <a:rect l="l" t="t" r="r" b="b"/>
            <a:pathLst>
              <a:path w="7760440" h="6137802" extrusionOk="0">
                <a:moveTo>
                  <a:pt x="0" y="0"/>
                </a:moveTo>
                <a:lnTo>
                  <a:pt x="7760439" y="0"/>
                </a:lnTo>
                <a:lnTo>
                  <a:pt x="7760439" y="6137802"/>
                </a:lnTo>
                <a:lnTo>
                  <a:pt x="0" y="6137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94" name="Google Shape;294;p23"/>
          <p:cNvSpPr txBox="1"/>
          <p:nvPr/>
        </p:nvSpPr>
        <p:spPr>
          <a:xfrm>
            <a:off x="1344775" y="1981577"/>
            <a:ext cx="59895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 lang="es-ES_tradnl" dirty="0"/>
          </a:p>
        </p:txBody>
      </p:sp>
      <p:sp>
        <p:nvSpPr>
          <p:cNvPr id="295" name="Google Shape;295;p23"/>
          <p:cNvSpPr txBox="1"/>
          <p:nvPr/>
        </p:nvSpPr>
        <p:spPr>
          <a:xfrm>
            <a:off x="1344775" y="2768187"/>
            <a:ext cx="5989500" cy="18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condimentum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aliquam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Fusce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rutrum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grpSp>
        <p:nvGrpSpPr>
          <p:cNvPr id="296" name="Google Shape;296;p23"/>
          <p:cNvGrpSpPr/>
          <p:nvPr/>
        </p:nvGrpSpPr>
        <p:grpSpPr>
          <a:xfrm>
            <a:off x="10393716" y="1549431"/>
            <a:ext cx="5989502" cy="1383482"/>
            <a:chOff x="0" y="-19050"/>
            <a:chExt cx="7986003" cy="1844642"/>
          </a:xfrm>
        </p:grpSpPr>
        <p:sp>
          <p:nvSpPr>
            <p:cNvPr id="297" name="Google Shape;297;p23"/>
            <p:cNvSpPr txBox="1"/>
            <p:nvPr/>
          </p:nvSpPr>
          <p:spPr>
            <a:xfrm>
              <a:off x="0" y="592446"/>
              <a:ext cx="7986003" cy="12331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0" y="-19050"/>
              <a:ext cx="7986003" cy="505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Plantear los retos</a:t>
              </a:r>
              <a:endParaRPr lang="es-ES_tradnl" dirty="0"/>
            </a:p>
          </p:txBody>
        </p:sp>
      </p:grpSp>
      <p:grpSp>
        <p:nvGrpSpPr>
          <p:cNvPr id="299" name="Google Shape;299;p23"/>
          <p:cNvGrpSpPr/>
          <p:nvPr/>
        </p:nvGrpSpPr>
        <p:grpSpPr>
          <a:xfrm>
            <a:off x="10393716" y="3438372"/>
            <a:ext cx="5989502" cy="1383482"/>
            <a:chOff x="0" y="-19050"/>
            <a:chExt cx="7986003" cy="1844642"/>
          </a:xfrm>
        </p:grpSpPr>
        <p:sp>
          <p:nvSpPr>
            <p:cNvPr id="300" name="Google Shape;300;p23"/>
            <p:cNvSpPr txBox="1"/>
            <p:nvPr/>
          </p:nvSpPr>
          <p:spPr>
            <a:xfrm>
              <a:off x="0" y="592446"/>
              <a:ext cx="7986003" cy="12331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301" name="Google Shape;301;p23"/>
            <p:cNvSpPr txBox="1"/>
            <p:nvPr/>
          </p:nvSpPr>
          <p:spPr>
            <a:xfrm>
              <a:off x="0" y="-19050"/>
              <a:ext cx="7986003" cy="505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Aportar datos</a:t>
              </a:r>
              <a:endParaRPr lang="es-ES_tradnl" dirty="0"/>
            </a:p>
          </p:txBody>
        </p:sp>
      </p:grpSp>
      <p:grpSp>
        <p:nvGrpSpPr>
          <p:cNvPr id="302" name="Google Shape;302;p23"/>
          <p:cNvGrpSpPr/>
          <p:nvPr/>
        </p:nvGrpSpPr>
        <p:grpSpPr>
          <a:xfrm>
            <a:off x="10393716" y="5517713"/>
            <a:ext cx="5989502" cy="1383482"/>
            <a:chOff x="0" y="-19050"/>
            <a:chExt cx="7986003" cy="1844642"/>
          </a:xfrm>
        </p:grpSpPr>
        <p:sp>
          <p:nvSpPr>
            <p:cNvPr id="303" name="Google Shape;303;p23"/>
            <p:cNvSpPr txBox="1"/>
            <p:nvPr/>
          </p:nvSpPr>
          <p:spPr>
            <a:xfrm>
              <a:off x="0" y="592446"/>
              <a:ext cx="7986003" cy="12331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0" y="-19050"/>
              <a:ext cx="7986003" cy="505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Ofrecer soluciones</a:t>
              </a:r>
              <a:endParaRPr lang="es-ES_tradnl" dirty="0"/>
            </a:p>
          </p:txBody>
        </p:sp>
      </p:grpSp>
      <p:grpSp>
        <p:nvGrpSpPr>
          <p:cNvPr id="305" name="Google Shape;305;p23"/>
          <p:cNvGrpSpPr/>
          <p:nvPr/>
        </p:nvGrpSpPr>
        <p:grpSpPr>
          <a:xfrm>
            <a:off x="10393716" y="7508812"/>
            <a:ext cx="5989502" cy="1383482"/>
            <a:chOff x="0" y="-19050"/>
            <a:chExt cx="7986003" cy="1844642"/>
          </a:xfrm>
        </p:grpSpPr>
        <p:sp>
          <p:nvSpPr>
            <p:cNvPr id="306" name="Google Shape;306;p23"/>
            <p:cNvSpPr txBox="1"/>
            <p:nvPr/>
          </p:nvSpPr>
          <p:spPr>
            <a:xfrm>
              <a:off x="0" y="592446"/>
              <a:ext cx="7986003" cy="12331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307" name="Google Shape;307;p23"/>
            <p:cNvSpPr txBox="1"/>
            <p:nvPr/>
          </p:nvSpPr>
          <p:spPr>
            <a:xfrm>
              <a:off x="0" y="-19050"/>
              <a:ext cx="7986003" cy="505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Presentar conclusiones finales</a:t>
              </a:r>
              <a:endParaRPr lang="es-ES_tradnl" dirty="0"/>
            </a:p>
          </p:txBody>
        </p:sp>
      </p:grpSp>
      <p:grpSp>
        <p:nvGrpSpPr>
          <p:cNvPr id="308" name="Google Shape;308;p23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309" name="Google Shape;309;p2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5" name="Google Shape;315;p24"/>
          <p:cNvCxnSpPr/>
          <p:nvPr/>
        </p:nvCxnSpPr>
        <p:spPr>
          <a:xfrm>
            <a:off x="1323141" y="6632090"/>
            <a:ext cx="10708670" cy="39824"/>
          </a:xfrm>
          <a:prstGeom prst="straightConnector1">
            <a:avLst/>
          </a:prstGeom>
          <a:noFill/>
          <a:ln w="114300" cap="rnd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16" name="Google Shape;316;p24"/>
          <p:cNvGrpSpPr/>
          <p:nvPr/>
        </p:nvGrpSpPr>
        <p:grpSpPr>
          <a:xfrm>
            <a:off x="1028700" y="6350660"/>
            <a:ext cx="588882" cy="595783"/>
            <a:chOff x="0" y="-9525"/>
            <a:chExt cx="812800" cy="822325"/>
          </a:xfrm>
        </p:grpSpPr>
        <p:sp>
          <p:nvSpPr>
            <p:cNvPr id="317" name="Google Shape;317;p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318" name="Google Shape;318;p24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24"/>
          <p:cNvGrpSpPr/>
          <p:nvPr/>
        </p:nvGrpSpPr>
        <p:grpSpPr>
          <a:xfrm>
            <a:off x="4596957" y="6350660"/>
            <a:ext cx="588882" cy="595783"/>
            <a:chOff x="0" y="-9525"/>
            <a:chExt cx="812800" cy="822325"/>
          </a:xfrm>
        </p:grpSpPr>
        <p:sp>
          <p:nvSpPr>
            <p:cNvPr id="320" name="Google Shape;320;p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321" name="Google Shape;321;p24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24"/>
          <p:cNvGrpSpPr/>
          <p:nvPr/>
        </p:nvGrpSpPr>
        <p:grpSpPr>
          <a:xfrm>
            <a:off x="8167163" y="6350660"/>
            <a:ext cx="588882" cy="595783"/>
            <a:chOff x="0" y="-9525"/>
            <a:chExt cx="812800" cy="822325"/>
          </a:xfrm>
        </p:grpSpPr>
        <p:sp>
          <p:nvSpPr>
            <p:cNvPr id="323" name="Google Shape;323;p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324" name="Google Shape;324;p24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24"/>
          <p:cNvGrpSpPr/>
          <p:nvPr/>
        </p:nvGrpSpPr>
        <p:grpSpPr>
          <a:xfrm>
            <a:off x="11737370" y="6350660"/>
            <a:ext cx="588882" cy="595783"/>
            <a:chOff x="0" y="-9525"/>
            <a:chExt cx="812800" cy="822325"/>
          </a:xfrm>
        </p:grpSpPr>
        <p:sp>
          <p:nvSpPr>
            <p:cNvPr id="326" name="Google Shape;326;p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327" name="Google Shape;327;p24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24"/>
          <p:cNvSpPr/>
          <p:nvPr/>
        </p:nvSpPr>
        <p:spPr>
          <a:xfrm>
            <a:off x="10370660" y="-2590891"/>
            <a:ext cx="8665956" cy="6853983"/>
          </a:xfrm>
          <a:custGeom>
            <a:avLst/>
            <a:gdLst/>
            <a:ahLst/>
            <a:cxnLst/>
            <a:rect l="l" t="t" r="r" b="b"/>
            <a:pathLst>
              <a:path w="8665956" h="6853983" extrusionOk="0">
                <a:moveTo>
                  <a:pt x="0" y="0"/>
                </a:moveTo>
                <a:lnTo>
                  <a:pt x="8665955" y="0"/>
                </a:lnTo>
                <a:lnTo>
                  <a:pt x="8665955" y="6853983"/>
                </a:lnTo>
                <a:lnTo>
                  <a:pt x="0" y="6853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29" name="Google Shape;329;p24"/>
          <p:cNvSpPr/>
          <p:nvPr/>
        </p:nvSpPr>
        <p:spPr>
          <a:xfrm>
            <a:off x="14347036" y="-201981"/>
            <a:ext cx="8665956" cy="6853983"/>
          </a:xfrm>
          <a:custGeom>
            <a:avLst/>
            <a:gdLst/>
            <a:ahLst/>
            <a:cxnLst/>
            <a:rect l="l" t="t" r="r" b="b"/>
            <a:pathLst>
              <a:path w="8665956" h="6853983" extrusionOk="0">
                <a:moveTo>
                  <a:pt x="0" y="0"/>
                </a:moveTo>
                <a:lnTo>
                  <a:pt x="8665956" y="0"/>
                </a:lnTo>
                <a:lnTo>
                  <a:pt x="8665956" y="6853983"/>
                </a:lnTo>
                <a:lnTo>
                  <a:pt x="0" y="6853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30" name="Google Shape;330;p24"/>
          <p:cNvSpPr txBox="1"/>
          <p:nvPr/>
        </p:nvSpPr>
        <p:spPr>
          <a:xfrm>
            <a:off x="11737370" y="5490035"/>
            <a:ext cx="2910453" cy="28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FASE 4</a:t>
            </a:r>
            <a:endParaRPr lang="es-ES_tradnl" dirty="0"/>
          </a:p>
        </p:txBody>
      </p:sp>
      <p:sp>
        <p:nvSpPr>
          <p:cNvPr id="331" name="Google Shape;331;p24"/>
          <p:cNvSpPr txBox="1"/>
          <p:nvPr/>
        </p:nvSpPr>
        <p:spPr>
          <a:xfrm>
            <a:off x="1028700" y="5772797"/>
            <a:ext cx="2910453" cy="318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Enero - Marzo.</a:t>
            </a:r>
            <a:endParaRPr lang="es-ES_tradnl" dirty="0"/>
          </a:p>
        </p:txBody>
      </p:sp>
      <p:sp>
        <p:nvSpPr>
          <p:cNvPr id="332" name="Google Shape;332;p24"/>
          <p:cNvSpPr txBox="1"/>
          <p:nvPr/>
        </p:nvSpPr>
        <p:spPr>
          <a:xfrm>
            <a:off x="4596957" y="5772797"/>
            <a:ext cx="2910453" cy="318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Enero - Marzo.</a:t>
            </a:r>
            <a:endParaRPr lang="es-ES_tradnl" dirty="0"/>
          </a:p>
        </p:txBody>
      </p:sp>
      <p:sp>
        <p:nvSpPr>
          <p:cNvPr id="333" name="Google Shape;333;p24"/>
          <p:cNvSpPr txBox="1"/>
          <p:nvPr/>
        </p:nvSpPr>
        <p:spPr>
          <a:xfrm>
            <a:off x="8164635" y="5772797"/>
            <a:ext cx="2910453" cy="318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Enero - Marzo.</a:t>
            </a:r>
            <a:endParaRPr lang="es-ES_tradnl" dirty="0"/>
          </a:p>
        </p:txBody>
      </p:sp>
      <p:sp>
        <p:nvSpPr>
          <p:cNvPr id="334" name="Google Shape;334;p24"/>
          <p:cNvSpPr txBox="1"/>
          <p:nvPr/>
        </p:nvSpPr>
        <p:spPr>
          <a:xfrm>
            <a:off x="11737370" y="5772797"/>
            <a:ext cx="2910453" cy="318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Enero - Marzo.</a:t>
            </a:r>
            <a:endParaRPr lang="es-ES_tradnl" dirty="0"/>
          </a:p>
        </p:txBody>
      </p:sp>
      <p:grpSp>
        <p:nvGrpSpPr>
          <p:cNvPr id="335" name="Google Shape;335;p24"/>
          <p:cNvGrpSpPr/>
          <p:nvPr/>
        </p:nvGrpSpPr>
        <p:grpSpPr>
          <a:xfrm>
            <a:off x="1028700" y="7213143"/>
            <a:ext cx="2910453" cy="2045157"/>
            <a:chOff x="0" y="0"/>
            <a:chExt cx="3880604" cy="2726877"/>
          </a:xfrm>
        </p:grpSpPr>
        <p:sp>
          <p:nvSpPr>
            <p:cNvPr id="336" name="Google Shape;336;p24"/>
            <p:cNvSpPr txBox="1"/>
            <p:nvPr/>
          </p:nvSpPr>
          <p:spPr>
            <a:xfrm>
              <a:off x="0" y="1076026"/>
              <a:ext cx="3880604" cy="1650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337" name="Google Shape;337;p24"/>
            <p:cNvSpPr txBox="1"/>
            <p:nvPr/>
          </p:nvSpPr>
          <p:spPr>
            <a:xfrm>
              <a:off x="0" y="0"/>
              <a:ext cx="3880604" cy="929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Buscar asesoría financiera</a:t>
              </a:r>
              <a:endParaRPr lang="es-ES_tradnl" dirty="0"/>
            </a:p>
          </p:txBody>
        </p:sp>
      </p:grpSp>
      <p:sp>
        <p:nvSpPr>
          <p:cNvPr id="338" name="Google Shape;338;p24"/>
          <p:cNvSpPr txBox="1"/>
          <p:nvPr/>
        </p:nvSpPr>
        <p:spPr>
          <a:xfrm>
            <a:off x="1028700" y="5490035"/>
            <a:ext cx="2910453" cy="28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lang="es-ES_tradnl" dirty="0"/>
          </a:p>
        </p:txBody>
      </p:sp>
      <p:sp>
        <p:nvSpPr>
          <p:cNvPr id="339" name="Google Shape;339;p24"/>
          <p:cNvSpPr txBox="1"/>
          <p:nvPr/>
        </p:nvSpPr>
        <p:spPr>
          <a:xfrm>
            <a:off x="4596957" y="5490035"/>
            <a:ext cx="2910453" cy="28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FASE 2</a:t>
            </a:r>
            <a:endParaRPr lang="es-ES_tradnl" dirty="0"/>
          </a:p>
        </p:txBody>
      </p:sp>
      <p:sp>
        <p:nvSpPr>
          <p:cNvPr id="340" name="Google Shape;340;p24"/>
          <p:cNvSpPr txBox="1"/>
          <p:nvPr/>
        </p:nvSpPr>
        <p:spPr>
          <a:xfrm>
            <a:off x="8164635" y="5490035"/>
            <a:ext cx="2910453" cy="28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FASE 3</a:t>
            </a:r>
            <a:endParaRPr lang="es-ES_tradnl" dirty="0"/>
          </a:p>
        </p:txBody>
      </p:sp>
      <p:grpSp>
        <p:nvGrpSpPr>
          <p:cNvPr id="341" name="Google Shape;341;p24"/>
          <p:cNvGrpSpPr/>
          <p:nvPr/>
        </p:nvGrpSpPr>
        <p:grpSpPr>
          <a:xfrm>
            <a:off x="4596957" y="7213143"/>
            <a:ext cx="2910453" cy="2045157"/>
            <a:chOff x="0" y="0"/>
            <a:chExt cx="3880604" cy="2726877"/>
          </a:xfrm>
        </p:grpSpPr>
        <p:sp>
          <p:nvSpPr>
            <p:cNvPr id="342" name="Google Shape;342;p24"/>
            <p:cNvSpPr txBox="1"/>
            <p:nvPr/>
          </p:nvSpPr>
          <p:spPr>
            <a:xfrm>
              <a:off x="0" y="1076026"/>
              <a:ext cx="3880604" cy="1650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343" name="Google Shape;343;p24"/>
            <p:cNvSpPr txBox="1"/>
            <p:nvPr/>
          </p:nvSpPr>
          <p:spPr>
            <a:xfrm>
              <a:off x="0" y="0"/>
              <a:ext cx="3880604" cy="929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Iniciar los planes de proyecto.</a:t>
              </a:r>
              <a:endParaRPr lang="es-ES_tradnl" dirty="0"/>
            </a:p>
          </p:txBody>
        </p:sp>
      </p:grpSp>
      <p:grpSp>
        <p:nvGrpSpPr>
          <p:cNvPr id="344" name="Google Shape;344;p24"/>
          <p:cNvGrpSpPr/>
          <p:nvPr/>
        </p:nvGrpSpPr>
        <p:grpSpPr>
          <a:xfrm>
            <a:off x="8167163" y="7213143"/>
            <a:ext cx="2910453" cy="2045157"/>
            <a:chOff x="0" y="0"/>
            <a:chExt cx="3880604" cy="2726877"/>
          </a:xfrm>
        </p:grpSpPr>
        <p:sp>
          <p:nvSpPr>
            <p:cNvPr id="345" name="Google Shape;345;p24"/>
            <p:cNvSpPr txBox="1"/>
            <p:nvPr/>
          </p:nvSpPr>
          <p:spPr>
            <a:xfrm>
              <a:off x="0" y="1076026"/>
              <a:ext cx="3880604" cy="1650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346" name="Google Shape;346;p24"/>
            <p:cNvSpPr txBox="1"/>
            <p:nvPr/>
          </p:nvSpPr>
          <p:spPr>
            <a:xfrm>
              <a:off x="0" y="0"/>
              <a:ext cx="3880604" cy="929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Definir las tareas a realizar.</a:t>
              </a:r>
              <a:endParaRPr lang="es-ES_tradnl" dirty="0"/>
            </a:p>
          </p:txBody>
        </p:sp>
      </p:grpSp>
      <p:grpSp>
        <p:nvGrpSpPr>
          <p:cNvPr id="347" name="Google Shape;347;p24"/>
          <p:cNvGrpSpPr/>
          <p:nvPr/>
        </p:nvGrpSpPr>
        <p:grpSpPr>
          <a:xfrm>
            <a:off x="11737370" y="7213143"/>
            <a:ext cx="2910453" cy="2045157"/>
            <a:chOff x="0" y="0"/>
            <a:chExt cx="3880604" cy="2726877"/>
          </a:xfrm>
        </p:grpSpPr>
        <p:sp>
          <p:nvSpPr>
            <p:cNvPr id="348" name="Google Shape;348;p24"/>
            <p:cNvSpPr txBox="1"/>
            <p:nvPr/>
          </p:nvSpPr>
          <p:spPr>
            <a:xfrm>
              <a:off x="0" y="1076026"/>
              <a:ext cx="3880604" cy="1650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349" name="Google Shape;349;p24"/>
            <p:cNvSpPr txBox="1"/>
            <p:nvPr/>
          </p:nvSpPr>
          <p:spPr>
            <a:xfrm>
              <a:off x="0" y="0"/>
              <a:ext cx="3880604" cy="929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Analizar las estadísticas.</a:t>
              </a:r>
              <a:endParaRPr lang="es-ES_tradnl" dirty="0"/>
            </a:p>
          </p:txBody>
        </p:sp>
      </p:grpSp>
      <p:sp>
        <p:nvSpPr>
          <p:cNvPr id="350" name="Google Shape;350;p24"/>
          <p:cNvSpPr txBox="1"/>
          <p:nvPr/>
        </p:nvSpPr>
        <p:spPr>
          <a:xfrm>
            <a:off x="1028700" y="4286710"/>
            <a:ext cx="9341960" cy="58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FASES DEL PROYECTO</a:t>
            </a:r>
            <a:endParaRPr lang="es-ES_tradnl" dirty="0"/>
          </a:p>
        </p:txBody>
      </p:sp>
      <p:sp>
        <p:nvSpPr>
          <p:cNvPr id="351" name="Google Shape;351;p24"/>
          <p:cNvSpPr/>
          <p:nvPr/>
        </p:nvSpPr>
        <p:spPr>
          <a:xfrm>
            <a:off x="7931641" y="1306811"/>
            <a:ext cx="3145976" cy="2751299"/>
          </a:xfrm>
          <a:custGeom>
            <a:avLst/>
            <a:gdLst/>
            <a:ahLst/>
            <a:cxnLst/>
            <a:rect l="l" t="t" r="r" b="b"/>
            <a:pathLst>
              <a:path w="3145976" h="2751299" extrusionOk="0">
                <a:moveTo>
                  <a:pt x="0" y="0"/>
                </a:moveTo>
                <a:lnTo>
                  <a:pt x="3145976" y="0"/>
                </a:lnTo>
                <a:lnTo>
                  <a:pt x="3145976" y="2751299"/>
                </a:lnTo>
                <a:lnTo>
                  <a:pt x="0" y="2751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52" name="Google Shape;352;p24"/>
          <p:cNvSpPr/>
          <p:nvPr/>
        </p:nvSpPr>
        <p:spPr>
          <a:xfrm flipH="1">
            <a:off x="2483927" y="-539549"/>
            <a:ext cx="3145976" cy="2751299"/>
          </a:xfrm>
          <a:custGeom>
            <a:avLst/>
            <a:gdLst/>
            <a:ahLst/>
            <a:cxnLst/>
            <a:rect l="l" t="t" r="r" b="b"/>
            <a:pathLst>
              <a:path w="3145976" h="2751299" extrusionOk="0">
                <a:moveTo>
                  <a:pt x="3145975" y="0"/>
                </a:moveTo>
                <a:lnTo>
                  <a:pt x="0" y="0"/>
                </a:lnTo>
                <a:lnTo>
                  <a:pt x="0" y="2751299"/>
                </a:lnTo>
                <a:lnTo>
                  <a:pt x="3145975" y="2751299"/>
                </a:lnTo>
                <a:lnTo>
                  <a:pt x="314597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grpSp>
        <p:nvGrpSpPr>
          <p:cNvPr id="353" name="Google Shape;353;p24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354" name="Google Shape;354;p24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355" name="Google Shape;355;p24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61" name="Google Shape;361;p25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62" name="Google Shape;362;p25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63" name="Google Shape;363;p25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64" name="Google Shape;364;p25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65" name="Google Shape;365;p25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66" name="Google Shape;366;p25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367" name="Google Shape;367;p25"/>
          <p:cNvSpPr txBox="1"/>
          <p:nvPr/>
        </p:nvSpPr>
        <p:spPr>
          <a:xfrm>
            <a:off x="1041449" y="5799800"/>
            <a:ext cx="706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y propuestas </a:t>
            </a: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desde RRHH</a:t>
            </a:r>
            <a:endParaRPr lang="es-ES_tradnl" dirty="0"/>
          </a:p>
        </p:txBody>
      </p:sp>
      <p:sp>
        <p:nvSpPr>
          <p:cNvPr id="368" name="Google Shape;368;p25"/>
          <p:cNvSpPr txBox="1"/>
          <p:nvPr/>
        </p:nvSpPr>
        <p:spPr>
          <a:xfrm>
            <a:off x="1124999" y="8618274"/>
            <a:ext cx="4302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Andrea Caro</a:t>
            </a:r>
            <a:endParaRPr lang="es-ES_tradnl" dirty="0"/>
          </a:p>
        </p:txBody>
      </p:sp>
      <p:sp>
        <p:nvSpPr>
          <p:cNvPr id="369" name="Google Shape;369;p25"/>
          <p:cNvSpPr txBox="1"/>
          <p:nvPr/>
        </p:nvSpPr>
        <p:spPr>
          <a:xfrm>
            <a:off x="1125000" y="3325625"/>
            <a:ext cx="8269200" cy="19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Ausentismo y Bienestar Laboral</a:t>
            </a:r>
            <a:endParaRPr lang="es-ES_tradnl" dirty="0"/>
          </a:p>
        </p:txBody>
      </p:sp>
      <p:grpSp>
        <p:nvGrpSpPr>
          <p:cNvPr id="370" name="Google Shape;370;p25"/>
          <p:cNvGrpSpPr/>
          <p:nvPr/>
        </p:nvGrpSpPr>
        <p:grpSpPr>
          <a:xfrm>
            <a:off x="0" y="-8"/>
            <a:ext cx="2163413" cy="1886345"/>
            <a:chOff x="12784175" y="3675030"/>
            <a:chExt cx="2163413" cy="1886345"/>
          </a:xfrm>
        </p:grpSpPr>
        <p:sp>
          <p:nvSpPr>
            <p:cNvPr id="371" name="Google Shape;371;p25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00">
          <a:extLst>
            <a:ext uri="{FF2B5EF4-FFF2-40B4-BE49-F238E27FC236}">
              <a16:creationId xmlns:a16="http://schemas.microsoft.com/office/drawing/2014/main" id="{109D5DD8-2235-A42D-607E-2EADBD748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1C1AC3E9-67AE-DF16-0C17-46B20B8DCB3E}"/>
              </a:ext>
            </a:extLst>
          </p:cNvPr>
          <p:cNvSpPr/>
          <p:nvPr/>
        </p:nvSpPr>
        <p:spPr>
          <a:xfrm flipH="1">
            <a:off x="-2882994" y="-440968"/>
            <a:ext cx="10670792" cy="8148605"/>
          </a:xfrm>
          <a:custGeom>
            <a:avLst/>
            <a:gdLst/>
            <a:ahLst/>
            <a:cxnLst/>
            <a:rect l="l" t="t" r="r" b="b"/>
            <a:pathLst>
              <a:path w="10670792" h="8148605" extrusionOk="0">
                <a:moveTo>
                  <a:pt x="10670791" y="0"/>
                </a:moveTo>
                <a:lnTo>
                  <a:pt x="0" y="0"/>
                </a:lnTo>
                <a:lnTo>
                  <a:pt x="0" y="8148604"/>
                </a:lnTo>
                <a:lnTo>
                  <a:pt x="10670791" y="8148604"/>
                </a:lnTo>
                <a:lnTo>
                  <a:pt x="1067079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0E478850-AED0-55DC-EACE-B4B0604957D3}"/>
              </a:ext>
            </a:extLst>
          </p:cNvPr>
          <p:cNvSpPr/>
          <p:nvPr/>
        </p:nvSpPr>
        <p:spPr>
          <a:xfrm>
            <a:off x="6333881" y="5012864"/>
            <a:ext cx="2349660" cy="2950487"/>
          </a:xfrm>
          <a:custGeom>
            <a:avLst/>
            <a:gdLst/>
            <a:ahLst/>
            <a:cxnLst/>
            <a:rect l="l" t="t" r="r" b="b"/>
            <a:pathLst>
              <a:path w="2349660" h="2950487" extrusionOk="0">
                <a:moveTo>
                  <a:pt x="0" y="0"/>
                </a:moveTo>
                <a:lnTo>
                  <a:pt x="2349660" y="0"/>
                </a:lnTo>
                <a:lnTo>
                  <a:pt x="2349660" y="2950487"/>
                </a:lnTo>
                <a:lnTo>
                  <a:pt x="0" y="29504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892C59B8-86EE-E650-C9BC-C284BE7C4D1D}"/>
              </a:ext>
            </a:extLst>
          </p:cNvPr>
          <p:cNvSpPr/>
          <p:nvPr/>
        </p:nvSpPr>
        <p:spPr>
          <a:xfrm>
            <a:off x="7618338" y="6644331"/>
            <a:ext cx="1325577" cy="1497058"/>
          </a:xfrm>
          <a:custGeom>
            <a:avLst/>
            <a:gdLst/>
            <a:ahLst/>
            <a:cxnLst/>
            <a:rect l="l" t="t" r="r" b="b"/>
            <a:pathLst>
              <a:path w="1325577" h="1497058" extrusionOk="0">
                <a:moveTo>
                  <a:pt x="0" y="0"/>
                </a:moveTo>
                <a:lnTo>
                  <a:pt x="1325577" y="0"/>
                </a:lnTo>
                <a:lnTo>
                  <a:pt x="1325577" y="1497058"/>
                </a:lnTo>
                <a:lnTo>
                  <a:pt x="0" y="1497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8004BFC0-63C6-3AB6-FD1B-38410450F82C}"/>
              </a:ext>
            </a:extLst>
          </p:cNvPr>
          <p:cNvSpPr/>
          <p:nvPr/>
        </p:nvSpPr>
        <p:spPr>
          <a:xfrm>
            <a:off x="6955550" y="7963351"/>
            <a:ext cx="1325577" cy="1497058"/>
          </a:xfrm>
          <a:custGeom>
            <a:avLst/>
            <a:gdLst/>
            <a:ahLst/>
            <a:cxnLst/>
            <a:rect l="l" t="t" r="r" b="b"/>
            <a:pathLst>
              <a:path w="1325577" h="1497058" extrusionOk="0">
                <a:moveTo>
                  <a:pt x="0" y="0"/>
                </a:moveTo>
                <a:lnTo>
                  <a:pt x="1325576" y="0"/>
                </a:lnTo>
                <a:lnTo>
                  <a:pt x="1325576" y="1497058"/>
                </a:lnTo>
                <a:lnTo>
                  <a:pt x="0" y="14970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A021371A-1280-9789-9409-0B8D213A3E22}"/>
              </a:ext>
            </a:extLst>
          </p:cNvPr>
          <p:cNvSpPr txBox="1"/>
          <p:nvPr/>
        </p:nvSpPr>
        <p:spPr>
          <a:xfrm>
            <a:off x="11913210" y="2037914"/>
            <a:ext cx="3947700" cy="2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s-ES_tradnl" sz="24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- ANÁLISIS DESEMPEÑO</a:t>
            </a:r>
          </a:p>
          <a:p>
            <a:pPr marR="0" lvl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endParaRPr lang="es-ES_tradnl" dirty="0"/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- ANÁLISIS AUSENTISMO</a:t>
            </a:r>
            <a:endParaRPr lang="es-ES_tradnl" dirty="0"/>
          </a:p>
          <a:p>
            <a:pPr marL="0" marR="0" lvl="0" indent="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6BA0DEFD-DAA7-18CA-0DA7-A58656F3C779}"/>
              </a:ext>
            </a:extLst>
          </p:cNvPr>
          <p:cNvSpPr txBox="1"/>
          <p:nvPr/>
        </p:nvSpPr>
        <p:spPr>
          <a:xfrm>
            <a:off x="11212002" y="1425376"/>
            <a:ext cx="2546316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AGENDA</a:t>
            </a:r>
            <a:endParaRPr lang="es-ES_tradnl" dirty="0"/>
          </a:p>
        </p:txBody>
      </p:sp>
      <p:grpSp>
        <p:nvGrpSpPr>
          <p:cNvPr id="108" name="Google Shape;108;p14">
            <a:extLst>
              <a:ext uri="{FF2B5EF4-FFF2-40B4-BE49-F238E27FC236}">
                <a16:creationId xmlns:a16="http://schemas.microsoft.com/office/drawing/2014/main" id="{28564097-B339-9B99-C6C2-EF89A972E292}"/>
              </a:ext>
            </a:extLst>
          </p:cNvPr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5C2371CB-2E97-8A93-F594-B76BA6EB3027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195965CA-9118-8EE7-0167-42335218DCD3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  <p:extLst>
      <p:ext uri="{BB962C8B-B14F-4D97-AF65-F5344CB8AC3E}">
        <p14:creationId xmlns:p14="http://schemas.microsoft.com/office/powerpoint/2010/main" val="4237576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6"/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78" name="Google Shape;378;p26"/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79" name="Google Shape;379;p26"/>
          <p:cNvSpPr txBox="1"/>
          <p:nvPr/>
        </p:nvSpPr>
        <p:spPr>
          <a:xfrm>
            <a:off x="2983285" y="1152887"/>
            <a:ext cx="123213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KPIs</a:t>
            </a:r>
            <a:endParaRPr lang="es-ES_tradnl" dirty="0"/>
          </a:p>
        </p:txBody>
      </p:sp>
      <p:sp>
        <p:nvSpPr>
          <p:cNvPr id="380" name="Google Shape;380;p26"/>
          <p:cNvSpPr txBox="1"/>
          <p:nvPr/>
        </p:nvSpPr>
        <p:spPr>
          <a:xfrm>
            <a:off x="1295623" y="3537460"/>
            <a:ext cx="242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6M</a:t>
            </a:r>
            <a:endParaRPr lang="es-ES_tradnl" dirty="0"/>
          </a:p>
        </p:txBody>
      </p:sp>
      <p:sp>
        <p:nvSpPr>
          <p:cNvPr id="381" name="Google Shape;381;p26"/>
          <p:cNvSpPr txBox="1"/>
          <p:nvPr/>
        </p:nvSpPr>
        <p:spPr>
          <a:xfrm>
            <a:off x="4412003" y="3413635"/>
            <a:ext cx="2889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256K</a:t>
            </a:r>
            <a:endParaRPr lang="es-ES_tradnl" dirty="0"/>
          </a:p>
        </p:txBody>
      </p:sp>
      <p:sp>
        <p:nvSpPr>
          <p:cNvPr id="382" name="Google Shape;382;p26"/>
          <p:cNvSpPr txBox="1"/>
          <p:nvPr/>
        </p:nvSpPr>
        <p:spPr>
          <a:xfrm>
            <a:off x="7840946" y="3413635"/>
            <a:ext cx="2630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80K</a:t>
            </a:r>
            <a:endParaRPr lang="es-ES_tradnl" dirty="0"/>
          </a:p>
        </p:txBody>
      </p:sp>
      <p:sp>
        <p:nvSpPr>
          <p:cNvPr id="383" name="Google Shape;383;p26"/>
          <p:cNvSpPr txBox="1"/>
          <p:nvPr/>
        </p:nvSpPr>
        <p:spPr>
          <a:xfrm>
            <a:off x="11019122" y="3413635"/>
            <a:ext cx="2960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125K</a:t>
            </a:r>
            <a:endParaRPr lang="es-ES_tradnl" dirty="0"/>
          </a:p>
        </p:txBody>
      </p:sp>
      <p:sp>
        <p:nvSpPr>
          <p:cNvPr id="384" name="Google Shape;384;p26"/>
          <p:cNvSpPr txBox="1"/>
          <p:nvPr/>
        </p:nvSpPr>
        <p:spPr>
          <a:xfrm>
            <a:off x="14556979" y="3537460"/>
            <a:ext cx="242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1M</a:t>
            </a:r>
            <a:endParaRPr lang="es-ES_tradnl" dirty="0"/>
          </a:p>
        </p:txBody>
      </p:sp>
      <p:sp>
        <p:nvSpPr>
          <p:cNvPr id="385" name="Google Shape;385;p26"/>
          <p:cNvSpPr txBox="1"/>
          <p:nvPr/>
        </p:nvSpPr>
        <p:spPr>
          <a:xfrm>
            <a:off x="1178732" y="4615703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 exportaciones internacionales</a:t>
            </a:r>
            <a:endParaRPr lang="es-ES_tradnl" dirty="0"/>
          </a:p>
        </p:txBody>
      </p:sp>
      <p:sp>
        <p:nvSpPr>
          <p:cNvPr id="386" name="Google Shape;386;p26"/>
          <p:cNvSpPr txBox="1"/>
          <p:nvPr/>
        </p:nvSpPr>
        <p:spPr>
          <a:xfrm>
            <a:off x="4529753" y="4653324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Productos enviados totales</a:t>
            </a:r>
            <a:endParaRPr lang="es-ES_tradnl" dirty="0"/>
          </a:p>
        </p:txBody>
      </p:sp>
      <p:sp>
        <p:nvSpPr>
          <p:cNvPr id="387" name="Google Shape;387;p26"/>
          <p:cNvSpPr txBox="1"/>
          <p:nvPr/>
        </p:nvSpPr>
        <p:spPr>
          <a:xfrm>
            <a:off x="7816918" y="4707695"/>
            <a:ext cx="265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Ventas diarias</a:t>
            </a:r>
            <a:endParaRPr lang="es-ES_tradnl" dirty="0"/>
          </a:p>
        </p:txBody>
      </p:sp>
      <p:sp>
        <p:nvSpPr>
          <p:cNvPr id="388" name="Google Shape;388;p26"/>
          <p:cNvSpPr txBox="1"/>
          <p:nvPr/>
        </p:nvSpPr>
        <p:spPr>
          <a:xfrm>
            <a:off x="11165133" y="4573824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Clientes internacionales</a:t>
            </a:r>
            <a:endParaRPr lang="es-ES_tradnl" dirty="0"/>
          </a:p>
        </p:txBody>
      </p:sp>
      <p:sp>
        <p:nvSpPr>
          <p:cNvPr id="389" name="Google Shape;389;p26"/>
          <p:cNvSpPr txBox="1"/>
          <p:nvPr/>
        </p:nvSpPr>
        <p:spPr>
          <a:xfrm>
            <a:off x="14455104" y="4615703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 registros anuales</a:t>
            </a:r>
            <a:endParaRPr lang="es-ES_tradnl" dirty="0"/>
          </a:p>
        </p:txBody>
      </p:sp>
      <p:sp>
        <p:nvSpPr>
          <p:cNvPr id="390" name="Google Shape;390;p26"/>
          <p:cNvSpPr txBox="1"/>
          <p:nvPr/>
        </p:nvSpPr>
        <p:spPr>
          <a:xfrm>
            <a:off x="5095518" y="1865620"/>
            <a:ext cx="8097000" cy="6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7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7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391" name="Google Shape;391;p26"/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92" name="Google Shape;392;p26"/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93" name="Google Shape;393;p26"/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grpSp>
        <p:nvGrpSpPr>
          <p:cNvPr id="394" name="Google Shape;394;p2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395" name="Google Shape;395;p2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 txBox="1"/>
          <p:nvPr/>
        </p:nvSpPr>
        <p:spPr>
          <a:xfrm>
            <a:off x="6440043" y="2847470"/>
            <a:ext cx="4716000" cy="53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8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Ut a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condimentum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aliquam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Fusce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rutrum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Morbi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mauris, </a:t>
            </a:r>
            <a:endParaRPr lang="es-ES_tradnl" dirty="0"/>
          </a:p>
        </p:txBody>
      </p:sp>
      <p:sp>
        <p:nvSpPr>
          <p:cNvPr id="402" name="Google Shape;402;p27"/>
          <p:cNvSpPr/>
          <p:nvPr/>
        </p:nvSpPr>
        <p:spPr>
          <a:xfrm>
            <a:off x="12400054" y="469337"/>
            <a:ext cx="6557355" cy="9107438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03" name="Google Shape;403;p27"/>
          <p:cNvSpPr txBox="1"/>
          <p:nvPr/>
        </p:nvSpPr>
        <p:spPr>
          <a:xfrm>
            <a:off x="1028700" y="2847470"/>
            <a:ext cx="4716000" cy="6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8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condimentum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aliquam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Fusce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rutrum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Morbi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mauris, </a:t>
            </a:r>
            <a:endParaRPr lang="es-ES_tradnl" dirty="0"/>
          </a:p>
        </p:txBody>
      </p:sp>
      <p:sp>
        <p:nvSpPr>
          <p:cNvPr id="404" name="Google Shape;404;p27"/>
          <p:cNvSpPr txBox="1"/>
          <p:nvPr/>
        </p:nvSpPr>
        <p:spPr>
          <a:xfrm>
            <a:off x="1028700" y="192163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 lang="es-ES_tradnl" dirty="0"/>
          </a:p>
        </p:txBody>
      </p:sp>
      <p:grpSp>
        <p:nvGrpSpPr>
          <p:cNvPr id="405" name="Google Shape;405;p27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406" name="Google Shape;406;p2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/>
          <p:nvPr/>
        </p:nvSpPr>
        <p:spPr>
          <a:xfrm flipH="1">
            <a:off x="13327023" y="-1831276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35" name="Google Shape;235;p21"/>
          <p:cNvSpPr/>
          <p:nvPr/>
        </p:nvSpPr>
        <p:spPr>
          <a:xfrm flipH="1">
            <a:off x="14990317" y="-794163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1"/>
                </a:lnTo>
                <a:lnTo>
                  <a:pt x="7088187" y="6469581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36" name="Google Shape;236;p21"/>
          <p:cNvSpPr/>
          <p:nvPr/>
        </p:nvSpPr>
        <p:spPr>
          <a:xfrm flipH="1">
            <a:off x="16682965" y="264313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37" name="Google Shape;237;p21"/>
          <p:cNvSpPr/>
          <p:nvPr/>
        </p:nvSpPr>
        <p:spPr>
          <a:xfrm flipH="1">
            <a:off x="18365827" y="1291641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38" name="Google Shape;238;p21"/>
          <p:cNvSpPr/>
          <p:nvPr/>
        </p:nvSpPr>
        <p:spPr>
          <a:xfrm>
            <a:off x="13850661" y="2157399"/>
            <a:ext cx="2470941" cy="3102779"/>
          </a:xfrm>
          <a:custGeom>
            <a:avLst/>
            <a:gdLst/>
            <a:ahLst/>
            <a:cxnLst/>
            <a:rect l="l" t="t" r="r" b="b"/>
            <a:pathLst>
              <a:path w="3647145" h="4579748" extrusionOk="0">
                <a:moveTo>
                  <a:pt x="0" y="0"/>
                </a:moveTo>
                <a:lnTo>
                  <a:pt x="3647145" y="0"/>
                </a:lnTo>
                <a:lnTo>
                  <a:pt x="3647145" y="4579748"/>
                </a:lnTo>
                <a:lnTo>
                  <a:pt x="0" y="457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39" name="Google Shape;239;p21"/>
          <p:cNvSpPr txBox="1"/>
          <p:nvPr/>
        </p:nvSpPr>
        <p:spPr>
          <a:xfrm>
            <a:off x="1560900" y="99888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PREGUNTA R. 3</a:t>
            </a:r>
            <a:endParaRPr lang="es-ES_tradnl" dirty="0"/>
          </a:p>
        </p:txBody>
      </p:sp>
      <p:sp>
        <p:nvSpPr>
          <p:cNvPr id="240" name="Google Shape;240;p21"/>
          <p:cNvSpPr txBox="1"/>
          <p:nvPr/>
        </p:nvSpPr>
        <p:spPr>
          <a:xfrm>
            <a:off x="8663575" y="2118970"/>
            <a:ext cx="4716000" cy="6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8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dolr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condimentum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aliquam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Fusce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rutrum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Morbi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mauris, </a:t>
            </a:r>
            <a:endParaRPr lang="es-ES_tradnl" dirty="0"/>
          </a:p>
        </p:txBody>
      </p:sp>
      <p:sp>
        <p:nvSpPr>
          <p:cNvPr id="241" name="Google Shape;241;p21"/>
          <p:cNvSpPr/>
          <p:nvPr/>
        </p:nvSpPr>
        <p:spPr>
          <a:xfrm>
            <a:off x="746875" y="2021325"/>
            <a:ext cx="7262700" cy="678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2" name="Google Shape;242;p21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243" name="Google Shape;243;p21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AD6A319-ED59-405F-B170-948189A6F560}"/>
              </a:ext>
            </a:extLst>
          </p:cNvPr>
          <p:cNvSpPr/>
          <p:nvPr/>
        </p:nvSpPr>
        <p:spPr>
          <a:xfrm>
            <a:off x="1225730" y="3200400"/>
            <a:ext cx="2832923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CONSUMO ALCOHOL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B162D4-6E70-44CB-A3D1-742B1DA2EB31}"/>
              </a:ext>
            </a:extLst>
          </p:cNvPr>
          <p:cNvSpPr/>
          <p:nvPr/>
        </p:nvSpPr>
        <p:spPr>
          <a:xfrm>
            <a:off x="1206008" y="4932928"/>
            <a:ext cx="2852645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CONSUMO TABACO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23DA04-418E-47DA-8920-75C44EE74DC6}"/>
              </a:ext>
            </a:extLst>
          </p:cNvPr>
          <p:cNvSpPr/>
          <p:nvPr/>
        </p:nvSpPr>
        <p:spPr>
          <a:xfrm>
            <a:off x="1206007" y="6870426"/>
            <a:ext cx="2852646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SANCIONES DISCIPLINARIAS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0EED59-B89B-40BF-8C74-104190451EB6}"/>
              </a:ext>
            </a:extLst>
          </p:cNvPr>
          <p:cNvSpPr/>
          <p:nvPr/>
        </p:nvSpPr>
        <p:spPr>
          <a:xfrm>
            <a:off x="4969499" y="4932928"/>
            <a:ext cx="2852645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NIVEL ABSENTISMO</a:t>
            </a:r>
          </a:p>
        </p:txBody>
      </p:sp>
      <p:cxnSp>
        <p:nvCxnSpPr>
          <p:cNvPr id="17" name="Connector de fletxa recta 16">
            <a:extLst>
              <a:ext uri="{FF2B5EF4-FFF2-40B4-BE49-F238E27FC236}">
                <a16:creationId xmlns:a16="http://schemas.microsoft.com/office/drawing/2014/main" id="{08D47C43-631D-4259-AAB7-DA24D343D43F}"/>
              </a:ext>
            </a:extLst>
          </p:cNvPr>
          <p:cNvCxnSpPr>
            <a:cxnSpLocks/>
          </p:cNvCxnSpPr>
          <p:nvPr/>
        </p:nvCxnSpPr>
        <p:spPr>
          <a:xfrm>
            <a:off x="4149459" y="3816646"/>
            <a:ext cx="1218088" cy="96237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de fletxa recta 17">
            <a:extLst>
              <a:ext uri="{FF2B5EF4-FFF2-40B4-BE49-F238E27FC236}">
                <a16:creationId xmlns:a16="http://schemas.microsoft.com/office/drawing/2014/main" id="{89F475F6-0E54-4A07-92F2-6F91CCEECC63}"/>
              </a:ext>
            </a:extLst>
          </p:cNvPr>
          <p:cNvCxnSpPr>
            <a:cxnSpLocks/>
          </p:cNvCxnSpPr>
          <p:nvPr/>
        </p:nvCxnSpPr>
        <p:spPr>
          <a:xfrm flipV="1">
            <a:off x="4124801" y="6217778"/>
            <a:ext cx="1218088" cy="1247844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de fletxa recta 20">
            <a:extLst>
              <a:ext uri="{FF2B5EF4-FFF2-40B4-BE49-F238E27FC236}">
                <a16:creationId xmlns:a16="http://schemas.microsoft.com/office/drawing/2014/main" id="{BFBE29A1-ECFE-4F53-B311-C3F8FA48AA11}"/>
              </a:ext>
            </a:extLst>
          </p:cNvPr>
          <p:cNvCxnSpPr>
            <a:cxnSpLocks/>
          </p:cNvCxnSpPr>
          <p:nvPr/>
        </p:nvCxnSpPr>
        <p:spPr>
          <a:xfrm>
            <a:off x="4090737" y="5470158"/>
            <a:ext cx="848305" cy="16223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9"/>
          <p:cNvSpPr/>
          <p:nvPr/>
        </p:nvSpPr>
        <p:spPr>
          <a:xfrm>
            <a:off x="-1415600" y="508519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24" name="Google Shape;424;p29"/>
          <p:cNvSpPr/>
          <p:nvPr/>
        </p:nvSpPr>
        <p:spPr>
          <a:xfrm>
            <a:off x="-599094" y="2785345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25" name="Google Shape;425;p29"/>
          <p:cNvSpPr/>
          <p:nvPr/>
        </p:nvSpPr>
        <p:spPr>
          <a:xfrm>
            <a:off x="-1592448" y="3443657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grpSp>
        <p:nvGrpSpPr>
          <p:cNvPr id="426" name="Google Shape;426;p29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427" name="Google Shape;427;p29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429" name="Google Shape;429;p29"/>
          <p:cNvSpPr txBox="1"/>
          <p:nvPr/>
        </p:nvSpPr>
        <p:spPr>
          <a:xfrm>
            <a:off x="9675900" y="140073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PREGUNTA R. 2</a:t>
            </a:r>
            <a:endParaRPr lang="es-ES_tradnl" dirty="0"/>
          </a:p>
        </p:txBody>
      </p:sp>
      <p:sp>
        <p:nvSpPr>
          <p:cNvPr id="430" name="Google Shape;430;p29"/>
          <p:cNvSpPr/>
          <p:nvPr/>
        </p:nvSpPr>
        <p:spPr>
          <a:xfrm>
            <a:off x="8861875" y="2423175"/>
            <a:ext cx="7262700" cy="678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9"/>
          <p:cNvSpPr txBox="1"/>
          <p:nvPr/>
        </p:nvSpPr>
        <p:spPr>
          <a:xfrm>
            <a:off x="3841550" y="2423170"/>
            <a:ext cx="4716000" cy="6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8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dolr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condimentum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aliquam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Fusce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rutrum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Morbi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mauris, </a:t>
            </a:r>
            <a:endParaRPr lang="es-ES_tradnl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30"/>
          <p:cNvGrpSpPr/>
          <p:nvPr/>
        </p:nvGrpSpPr>
        <p:grpSpPr>
          <a:xfrm>
            <a:off x="4855646" y="3940218"/>
            <a:ext cx="1879437" cy="1901462"/>
            <a:chOff x="0" y="-9525"/>
            <a:chExt cx="812800" cy="822325"/>
          </a:xfrm>
        </p:grpSpPr>
        <p:sp>
          <p:nvSpPr>
            <p:cNvPr id="437" name="Google Shape;437;p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438" name="Google Shape;438;p30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 lang="es-ES_tradnl" dirty="0"/>
            </a:p>
          </p:txBody>
        </p:sp>
      </p:grpSp>
      <p:grpSp>
        <p:nvGrpSpPr>
          <p:cNvPr id="439" name="Google Shape;439;p30"/>
          <p:cNvGrpSpPr/>
          <p:nvPr/>
        </p:nvGrpSpPr>
        <p:grpSpPr>
          <a:xfrm>
            <a:off x="8275799" y="3940218"/>
            <a:ext cx="1879437" cy="1901462"/>
            <a:chOff x="0" y="-9525"/>
            <a:chExt cx="812800" cy="822325"/>
          </a:xfrm>
        </p:grpSpPr>
        <p:sp>
          <p:nvSpPr>
            <p:cNvPr id="440" name="Google Shape;440;p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441" name="Google Shape;441;p30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 lang="es-ES_tradnl" dirty="0"/>
            </a:p>
          </p:txBody>
        </p:sp>
      </p:grpSp>
      <p:grpSp>
        <p:nvGrpSpPr>
          <p:cNvPr id="442" name="Google Shape;442;p30"/>
          <p:cNvGrpSpPr/>
          <p:nvPr/>
        </p:nvGrpSpPr>
        <p:grpSpPr>
          <a:xfrm>
            <a:off x="1440994" y="3940218"/>
            <a:ext cx="1879437" cy="1901462"/>
            <a:chOff x="0" y="-9525"/>
            <a:chExt cx="812800" cy="822325"/>
          </a:xfrm>
        </p:grpSpPr>
        <p:sp>
          <p:nvSpPr>
            <p:cNvPr id="443" name="Google Shape;443;p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444" name="Google Shape;444;p30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 lang="es-ES_tradnl" dirty="0"/>
            </a:p>
          </p:txBody>
        </p:sp>
      </p:grpSp>
      <p:sp>
        <p:nvSpPr>
          <p:cNvPr id="445" name="Google Shape;445;p30"/>
          <p:cNvSpPr/>
          <p:nvPr/>
        </p:nvSpPr>
        <p:spPr>
          <a:xfrm>
            <a:off x="12115033" y="262258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4" y="0"/>
                </a:lnTo>
                <a:lnTo>
                  <a:pt x="7914104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46" name="Google Shape;446;p30"/>
          <p:cNvSpPr/>
          <p:nvPr/>
        </p:nvSpPr>
        <p:spPr>
          <a:xfrm>
            <a:off x="12966306" y="6222366"/>
            <a:ext cx="3403844" cy="3193424"/>
          </a:xfrm>
          <a:custGeom>
            <a:avLst/>
            <a:gdLst/>
            <a:ahLst/>
            <a:cxnLst/>
            <a:rect l="l" t="t" r="r" b="b"/>
            <a:pathLst>
              <a:path w="3403844" h="3193424" extrusionOk="0">
                <a:moveTo>
                  <a:pt x="0" y="0"/>
                </a:moveTo>
                <a:lnTo>
                  <a:pt x="3403844" y="0"/>
                </a:lnTo>
                <a:lnTo>
                  <a:pt x="3403844" y="3193424"/>
                </a:lnTo>
                <a:lnTo>
                  <a:pt x="0" y="3193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grpSp>
        <p:nvGrpSpPr>
          <p:cNvPr id="447" name="Google Shape;447;p30"/>
          <p:cNvGrpSpPr/>
          <p:nvPr/>
        </p:nvGrpSpPr>
        <p:grpSpPr>
          <a:xfrm>
            <a:off x="1028700" y="6208079"/>
            <a:ext cx="2708550" cy="2637297"/>
            <a:chOff x="0" y="-19050"/>
            <a:chExt cx="3611400" cy="3516396"/>
          </a:xfrm>
        </p:grpSpPr>
        <p:sp>
          <p:nvSpPr>
            <p:cNvPr id="448" name="Google Shape;448;p30"/>
            <p:cNvSpPr txBox="1"/>
            <p:nvPr/>
          </p:nvSpPr>
          <p:spPr>
            <a:xfrm>
              <a:off x="0" y="592446"/>
              <a:ext cx="3611400" cy="29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449" name="Google Shape;449;p30"/>
            <p:cNvSpPr txBox="1"/>
            <p:nvPr/>
          </p:nvSpPr>
          <p:spPr>
            <a:xfrm>
              <a:off x="0" y="-19050"/>
              <a:ext cx="361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Aportar datos</a:t>
              </a:r>
              <a:endParaRPr lang="es-ES_tradnl" dirty="0"/>
            </a:p>
          </p:txBody>
        </p:sp>
      </p:grpSp>
      <p:grpSp>
        <p:nvGrpSpPr>
          <p:cNvPr id="450" name="Google Shape;450;p30"/>
          <p:cNvGrpSpPr/>
          <p:nvPr/>
        </p:nvGrpSpPr>
        <p:grpSpPr>
          <a:xfrm>
            <a:off x="4456254" y="6208079"/>
            <a:ext cx="2705175" cy="2999220"/>
            <a:chOff x="0" y="-19050"/>
            <a:chExt cx="3606900" cy="3998960"/>
          </a:xfrm>
        </p:grpSpPr>
        <p:sp>
          <p:nvSpPr>
            <p:cNvPr id="451" name="Google Shape;451;p30"/>
            <p:cNvSpPr txBox="1"/>
            <p:nvPr/>
          </p:nvSpPr>
          <p:spPr>
            <a:xfrm>
              <a:off x="0" y="1075010"/>
              <a:ext cx="3606900" cy="29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452" name="Google Shape;452;p30"/>
            <p:cNvSpPr txBox="1"/>
            <p:nvPr/>
          </p:nvSpPr>
          <p:spPr>
            <a:xfrm>
              <a:off x="0" y="-19050"/>
              <a:ext cx="3606900" cy="10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Ofrecer soluciones</a:t>
              </a:r>
              <a:endParaRPr lang="es-ES_tradnl" dirty="0"/>
            </a:p>
          </p:txBody>
        </p:sp>
      </p:grpSp>
      <p:grpSp>
        <p:nvGrpSpPr>
          <p:cNvPr id="453" name="Google Shape;453;p30"/>
          <p:cNvGrpSpPr/>
          <p:nvPr/>
        </p:nvGrpSpPr>
        <p:grpSpPr>
          <a:xfrm>
            <a:off x="7876408" y="6208079"/>
            <a:ext cx="2705175" cy="3361143"/>
            <a:chOff x="0" y="-19050"/>
            <a:chExt cx="3606900" cy="4481524"/>
          </a:xfrm>
        </p:grpSpPr>
        <p:sp>
          <p:nvSpPr>
            <p:cNvPr id="454" name="Google Shape;454;p30"/>
            <p:cNvSpPr txBox="1"/>
            <p:nvPr/>
          </p:nvSpPr>
          <p:spPr>
            <a:xfrm>
              <a:off x="0" y="1557574"/>
              <a:ext cx="3606900" cy="29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455" name="Google Shape;455;p30"/>
            <p:cNvSpPr txBox="1"/>
            <p:nvPr/>
          </p:nvSpPr>
          <p:spPr>
            <a:xfrm>
              <a:off x="0" y="-19050"/>
              <a:ext cx="3606900" cy="16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Presentar conclusiones finales</a:t>
              </a:r>
              <a:endParaRPr lang="es-ES_tradnl" dirty="0"/>
            </a:p>
          </p:txBody>
        </p:sp>
      </p:grpSp>
      <p:sp>
        <p:nvSpPr>
          <p:cNvPr id="456" name="Google Shape;456;p30"/>
          <p:cNvSpPr txBox="1"/>
          <p:nvPr/>
        </p:nvSpPr>
        <p:spPr>
          <a:xfrm>
            <a:off x="1438244" y="1886347"/>
            <a:ext cx="86175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TRES PUNTOS CLAVE</a:t>
            </a:r>
            <a:endParaRPr lang="es-ES_tradnl" dirty="0"/>
          </a:p>
        </p:txBody>
      </p:sp>
      <p:sp>
        <p:nvSpPr>
          <p:cNvPr id="457" name="Google Shape;457;p30"/>
          <p:cNvSpPr txBox="1"/>
          <p:nvPr/>
        </p:nvSpPr>
        <p:spPr>
          <a:xfrm>
            <a:off x="1438244" y="2805671"/>
            <a:ext cx="871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grpSp>
        <p:nvGrpSpPr>
          <p:cNvPr id="458" name="Google Shape;458;p30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459" name="Google Shape;459;p30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1"/>
          <p:cNvSpPr/>
          <p:nvPr/>
        </p:nvSpPr>
        <p:spPr>
          <a:xfrm>
            <a:off x="6466573" y="3352653"/>
            <a:ext cx="4601738" cy="3597722"/>
          </a:xfrm>
          <a:custGeom>
            <a:avLst/>
            <a:gdLst/>
            <a:ahLst/>
            <a:cxnLst/>
            <a:rect l="l" t="t" r="r" b="b"/>
            <a:pathLst>
              <a:path w="4601738" h="3597722" extrusionOk="0">
                <a:moveTo>
                  <a:pt x="0" y="0"/>
                </a:moveTo>
                <a:lnTo>
                  <a:pt x="4601737" y="0"/>
                </a:lnTo>
                <a:lnTo>
                  <a:pt x="4601737" y="3597723"/>
                </a:lnTo>
                <a:lnTo>
                  <a:pt x="0" y="3597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66" name="Google Shape;466;p31"/>
          <p:cNvSpPr/>
          <p:nvPr/>
        </p:nvSpPr>
        <p:spPr>
          <a:xfrm flipH="1">
            <a:off x="7093184" y="5322244"/>
            <a:ext cx="5026425" cy="3929750"/>
          </a:xfrm>
          <a:custGeom>
            <a:avLst/>
            <a:gdLst/>
            <a:ahLst/>
            <a:cxnLst/>
            <a:rect l="l" t="t" r="r" b="b"/>
            <a:pathLst>
              <a:path w="5026425" h="3929750" extrusionOk="0">
                <a:moveTo>
                  <a:pt x="5026424" y="0"/>
                </a:moveTo>
                <a:lnTo>
                  <a:pt x="0" y="0"/>
                </a:lnTo>
                <a:lnTo>
                  <a:pt x="0" y="3929750"/>
                </a:lnTo>
                <a:lnTo>
                  <a:pt x="5026424" y="3929750"/>
                </a:lnTo>
                <a:lnTo>
                  <a:pt x="502642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67" name="Google Shape;467;p31"/>
          <p:cNvSpPr/>
          <p:nvPr/>
        </p:nvSpPr>
        <p:spPr>
          <a:xfrm>
            <a:off x="5999174" y="7488124"/>
            <a:ext cx="5426877" cy="4242831"/>
          </a:xfrm>
          <a:custGeom>
            <a:avLst/>
            <a:gdLst/>
            <a:ahLst/>
            <a:cxnLst/>
            <a:rect l="l" t="t" r="r" b="b"/>
            <a:pathLst>
              <a:path w="5426877" h="4242831" extrusionOk="0">
                <a:moveTo>
                  <a:pt x="0" y="0"/>
                </a:moveTo>
                <a:lnTo>
                  <a:pt x="5426877" y="0"/>
                </a:lnTo>
                <a:lnTo>
                  <a:pt x="5426877" y="4242831"/>
                </a:lnTo>
                <a:lnTo>
                  <a:pt x="0" y="4242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68" name="Google Shape;468;p31"/>
          <p:cNvSpPr/>
          <p:nvPr/>
        </p:nvSpPr>
        <p:spPr>
          <a:xfrm>
            <a:off x="9057991" y="3625864"/>
            <a:ext cx="853877" cy="964338"/>
          </a:xfrm>
          <a:custGeom>
            <a:avLst/>
            <a:gdLst/>
            <a:ahLst/>
            <a:cxnLst/>
            <a:rect l="l" t="t" r="r" b="b"/>
            <a:pathLst>
              <a:path w="853877" h="964338" extrusionOk="0">
                <a:moveTo>
                  <a:pt x="0" y="0"/>
                </a:moveTo>
                <a:lnTo>
                  <a:pt x="853878" y="0"/>
                </a:lnTo>
                <a:lnTo>
                  <a:pt x="853878" y="964338"/>
                </a:lnTo>
                <a:lnTo>
                  <a:pt x="0" y="964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69" name="Google Shape;469;p31"/>
          <p:cNvSpPr/>
          <p:nvPr/>
        </p:nvSpPr>
        <p:spPr>
          <a:xfrm>
            <a:off x="7993983" y="4316441"/>
            <a:ext cx="853877" cy="964338"/>
          </a:xfrm>
          <a:custGeom>
            <a:avLst/>
            <a:gdLst/>
            <a:ahLst/>
            <a:cxnLst/>
            <a:rect l="l" t="t" r="r" b="b"/>
            <a:pathLst>
              <a:path w="853877" h="964338" extrusionOk="0">
                <a:moveTo>
                  <a:pt x="0" y="0"/>
                </a:moveTo>
                <a:lnTo>
                  <a:pt x="853878" y="0"/>
                </a:lnTo>
                <a:lnTo>
                  <a:pt x="853878" y="964338"/>
                </a:lnTo>
                <a:lnTo>
                  <a:pt x="0" y="964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70" name="Google Shape;470;p31"/>
          <p:cNvSpPr/>
          <p:nvPr/>
        </p:nvSpPr>
        <p:spPr>
          <a:xfrm>
            <a:off x="8958900" y="5936505"/>
            <a:ext cx="853877" cy="964338"/>
          </a:xfrm>
          <a:custGeom>
            <a:avLst/>
            <a:gdLst/>
            <a:ahLst/>
            <a:cxnLst/>
            <a:rect l="l" t="t" r="r" b="b"/>
            <a:pathLst>
              <a:path w="853877" h="964338" extrusionOk="0">
                <a:moveTo>
                  <a:pt x="0" y="0"/>
                </a:moveTo>
                <a:lnTo>
                  <a:pt x="853877" y="0"/>
                </a:lnTo>
                <a:lnTo>
                  <a:pt x="853877" y="964338"/>
                </a:lnTo>
                <a:lnTo>
                  <a:pt x="0" y="964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71" name="Google Shape;471;p31"/>
          <p:cNvSpPr/>
          <p:nvPr/>
        </p:nvSpPr>
        <p:spPr>
          <a:xfrm>
            <a:off x="8767290" y="7911270"/>
            <a:ext cx="1040130" cy="1174685"/>
          </a:xfrm>
          <a:custGeom>
            <a:avLst/>
            <a:gdLst/>
            <a:ahLst/>
            <a:cxnLst/>
            <a:rect l="l" t="t" r="r" b="b"/>
            <a:pathLst>
              <a:path w="1040130" h="1174685" extrusionOk="0">
                <a:moveTo>
                  <a:pt x="0" y="0"/>
                </a:moveTo>
                <a:lnTo>
                  <a:pt x="1040130" y="0"/>
                </a:lnTo>
                <a:lnTo>
                  <a:pt x="1040130" y="1174685"/>
                </a:lnTo>
                <a:lnTo>
                  <a:pt x="0" y="11746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72" name="Google Shape;472;p31"/>
          <p:cNvSpPr txBox="1"/>
          <p:nvPr/>
        </p:nvSpPr>
        <p:spPr>
          <a:xfrm>
            <a:off x="13477884" y="5522845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Comercio</a:t>
            </a:r>
            <a:endParaRPr lang="es-ES_tradnl" dirty="0"/>
          </a:p>
        </p:txBody>
      </p:sp>
      <p:sp>
        <p:nvSpPr>
          <p:cNvPr id="473" name="Google Shape;473;p31"/>
          <p:cNvSpPr txBox="1"/>
          <p:nvPr/>
        </p:nvSpPr>
        <p:spPr>
          <a:xfrm>
            <a:off x="1030354" y="5496626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Sostenibilidad</a:t>
            </a:r>
            <a:endParaRPr lang="es-ES_tradnl" dirty="0"/>
          </a:p>
        </p:txBody>
      </p:sp>
      <p:sp>
        <p:nvSpPr>
          <p:cNvPr id="474" name="Google Shape;474;p31"/>
          <p:cNvSpPr txBox="1"/>
          <p:nvPr/>
        </p:nvSpPr>
        <p:spPr>
          <a:xfrm>
            <a:off x="13477884" y="5839075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475" name="Google Shape;475;p31"/>
          <p:cNvSpPr txBox="1"/>
          <p:nvPr/>
        </p:nvSpPr>
        <p:spPr>
          <a:xfrm>
            <a:off x="1030354" y="5924940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476" name="Google Shape;476;p31"/>
          <p:cNvSpPr txBox="1"/>
          <p:nvPr/>
        </p:nvSpPr>
        <p:spPr>
          <a:xfrm>
            <a:off x="12430134" y="1020944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Inversiones</a:t>
            </a:r>
            <a:endParaRPr lang="es-ES_tradnl" dirty="0"/>
          </a:p>
        </p:txBody>
      </p:sp>
      <p:sp>
        <p:nvSpPr>
          <p:cNvPr id="477" name="Google Shape;477;p31"/>
          <p:cNvSpPr txBox="1"/>
          <p:nvPr/>
        </p:nvSpPr>
        <p:spPr>
          <a:xfrm>
            <a:off x="2078104" y="1129954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Mejorar la </a:t>
            </a:r>
            <a:r>
              <a:rPr lang="es-ES_tradnl" sz="1800" b="1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produción</a:t>
            </a:r>
            <a:endParaRPr lang="es-ES_tradnl" dirty="0"/>
          </a:p>
        </p:txBody>
      </p:sp>
      <p:sp>
        <p:nvSpPr>
          <p:cNvPr id="478" name="Google Shape;478;p31"/>
          <p:cNvSpPr txBox="1"/>
          <p:nvPr/>
        </p:nvSpPr>
        <p:spPr>
          <a:xfrm>
            <a:off x="12430134" y="1337174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479" name="Google Shape;479;p31"/>
          <p:cNvSpPr txBox="1"/>
          <p:nvPr/>
        </p:nvSpPr>
        <p:spPr>
          <a:xfrm>
            <a:off x="2078104" y="1427485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480" name="Google Shape;480;p31"/>
          <p:cNvSpPr txBox="1"/>
          <p:nvPr/>
        </p:nvSpPr>
        <p:spPr>
          <a:xfrm>
            <a:off x="13477884" y="3275772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Autonomía</a:t>
            </a:r>
            <a:endParaRPr lang="es-ES_tradnl" dirty="0"/>
          </a:p>
        </p:txBody>
      </p:sp>
      <p:sp>
        <p:nvSpPr>
          <p:cNvPr id="481" name="Google Shape;481;p31"/>
          <p:cNvSpPr txBox="1"/>
          <p:nvPr/>
        </p:nvSpPr>
        <p:spPr>
          <a:xfrm>
            <a:off x="1030354" y="3249554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Investigación</a:t>
            </a:r>
            <a:endParaRPr lang="es-ES_tradnl" dirty="0"/>
          </a:p>
        </p:txBody>
      </p:sp>
      <p:sp>
        <p:nvSpPr>
          <p:cNvPr id="482" name="Google Shape;482;p31"/>
          <p:cNvSpPr txBox="1"/>
          <p:nvPr/>
        </p:nvSpPr>
        <p:spPr>
          <a:xfrm>
            <a:off x="13477884" y="3593853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483" name="Google Shape;483;p31"/>
          <p:cNvSpPr txBox="1"/>
          <p:nvPr/>
        </p:nvSpPr>
        <p:spPr>
          <a:xfrm>
            <a:off x="1030354" y="3677868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484" name="Google Shape;484;p31"/>
          <p:cNvSpPr txBox="1"/>
          <p:nvPr/>
        </p:nvSpPr>
        <p:spPr>
          <a:xfrm>
            <a:off x="12430134" y="7769917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Fabricación</a:t>
            </a:r>
            <a:endParaRPr lang="es-ES_tradnl" dirty="0"/>
          </a:p>
        </p:txBody>
      </p:sp>
      <p:sp>
        <p:nvSpPr>
          <p:cNvPr id="485" name="Google Shape;485;p31"/>
          <p:cNvSpPr txBox="1"/>
          <p:nvPr/>
        </p:nvSpPr>
        <p:spPr>
          <a:xfrm>
            <a:off x="2078104" y="7743699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Optimizar</a:t>
            </a:r>
            <a:endParaRPr lang="es-ES_tradnl" dirty="0"/>
          </a:p>
        </p:txBody>
      </p:sp>
      <p:sp>
        <p:nvSpPr>
          <p:cNvPr id="486" name="Google Shape;486;p31"/>
          <p:cNvSpPr txBox="1"/>
          <p:nvPr/>
        </p:nvSpPr>
        <p:spPr>
          <a:xfrm>
            <a:off x="12430134" y="8087998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487" name="Google Shape;487;p31"/>
          <p:cNvSpPr txBox="1"/>
          <p:nvPr/>
        </p:nvSpPr>
        <p:spPr>
          <a:xfrm>
            <a:off x="2078104" y="8080829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488" name="Google Shape;488;p31"/>
          <p:cNvSpPr txBox="1"/>
          <p:nvPr/>
        </p:nvSpPr>
        <p:spPr>
          <a:xfrm>
            <a:off x="6648875" y="990600"/>
            <a:ext cx="4990200" cy="12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PRINCIPALES OBJETIVOS</a:t>
            </a:r>
            <a:endParaRPr lang="es-ES_tradnl" dirty="0"/>
          </a:p>
        </p:txBody>
      </p:sp>
      <p:grpSp>
        <p:nvGrpSpPr>
          <p:cNvPr id="489" name="Google Shape;489;p31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490" name="Google Shape;490;p31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2"/>
          <p:cNvSpPr/>
          <p:nvPr/>
        </p:nvSpPr>
        <p:spPr>
          <a:xfrm flipH="1">
            <a:off x="13327023" y="-1831276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97" name="Google Shape;497;p32"/>
          <p:cNvSpPr/>
          <p:nvPr/>
        </p:nvSpPr>
        <p:spPr>
          <a:xfrm flipH="1">
            <a:off x="14990317" y="-794163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1"/>
                </a:lnTo>
                <a:lnTo>
                  <a:pt x="7088187" y="6469581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98" name="Google Shape;498;p32"/>
          <p:cNvSpPr/>
          <p:nvPr/>
        </p:nvSpPr>
        <p:spPr>
          <a:xfrm flipH="1">
            <a:off x="16682965" y="264313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499" name="Google Shape;499;p32"/>
          <p:cNvSpPr/>
          <p:nvPr/>
        </p:nvSpPr>
        <p:spPr>
          <a:xfrm flipH="1">
            <a:off x="18365827" y="1291641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500" name="Google Shape;500;p32"/>
          <p:cNvSpPr/>
          <p:nvPr/>
        </p:nvSpPr>
        <p:spPr>
          <a:xfrm>
            <a:off x="13850661" y="2157399"/>
            <a:ext cx="2470941" cy="3102779"/>
          </a:xfrm>
          <a:custGeom>
            <a:avLst/>
            <a:gdLst/>
            <a:ahLst/>
            <a:cxnLst/>
            <a:rect l="l" t="t" r="r" b="b"/>
            <a:pathLst>
              <a:path w="3647145" h="4579748" extrusionOk="0">
                <a:moveTo>
                  <a:pt x="0" y="0"/>
                </a:moveTo>
                <a:lnTo>
                  <a:pt x="3647145" y="0"/>
                </a:lnTo>
                <a:lnTo>
                  <a:pt x="3647145" y="4579748"/>
                </a:lnTo>
                <a:lnTo>
                  <a:pt x="0" y="457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501" name="Google Shape;501;p32"/>
          <p:cNvSpPr txBox="1"/>
          <p:nvPr/>
        </p:nvSpPr>
        <p:spPr>
          <a:xfrm>
            <a:off x="1560900" y="99888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PREGUNTA R. 3</a:t>
            </a:r>
            <a:endParaRPr lang="es-ES_tradnl" dirty="0"/>
          </a:p>
        </p:txBody>
      </p:sp>
      <p:sp>
        <p:nvSpPr>
          <p:cNvPr id="502" name="Google Shape;502;p32"/>
          <p:cNvSpPr txBox="1"/>
          <p:nvPr/>
        </p:nvSpPr>
        <p:spPr>
          <a:xfrm>
            <a:off x="8663575" y="2118970"/>
            <a:ext cx="4716000" cy="6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8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dolr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at,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condimentum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aliquam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Fusce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rutrum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Morbi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2152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s-ES_tradnl" sz="2152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mauris, </a:t>
            </a:r>
            <a:endParaRPr lang="es-ES_tradnl" dirty="0"/>
          </a:p>
        </p:txBody>
      </p:sp>
      <p:sp>
        <p:nvSpPr>
          <p:cNvPr id="503" name="Google Shape;503;p32"/>
          <p:cNvSpPr/>
          <p:nvPr/>
        </p:nvSpPr>
        <p:spPr>
          <a:xfrm>
            <a:off x="746875" y="2021325"/>
            <a:ext cx="7262700" cy="678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4" name="Google Shape;504;p32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505" name="Google Shape;505;p32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506" name="Google Shape;506;p32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1" name="Google Shape;511;p33"/>
          <p:cNvCxnSpPr/>
          <p:nvPr/>
        </p:nvCxnSpPr>
        <p:spPr>
          <a:xfrm>
            <a:off x="7198632" y="-330798"/>
            <a:ext cx="0" cy="10946700"/>
          </a:xfrm>
          <a:prstGeom prst="straightConnector1">
            <a:avLst/>
          </a:prstGeom>
          <a:noFill/>
          <a:ln w="114300" cap="rnd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12" name="Google Shape;512;p33"/>
          <p:cNvGrpSpPr/>
          <p:nvPr/>
        </p:nvGrpSpPr>
        <p:grpSpPr>
          <a:xfrm>
            <a:off x="6904192" y="1006055"/>
            <a:ext cx="588874" cy="595774"/>
            <a:chOff x="0" y="-9525"/>
            <a:chExt cx="812800" cy="822325"/>
          </a:xfrm>
        </p:grpSpPr>
        <p:sp>
          <p:nvSpPr>
            <p:cNvPr id="513" name="Google Shape;513;p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14" name="Google Shape;514;p33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5" name="Google Shape;515;p33"/>
          <p:cNvGrpSpPr/>
          <p:nvPr/>
        </p:nvGrpSpPr>
        <p:grpSpPr>
          <a:xfrm>
            <a:off x="6904192" y="3210168"/>
            <a:ext cx="588874" cy="595774"/>
            <a:chOff x="0" y="-9525"/>
            <a:chExt cx="812800" cy="822325"/>
          </a:xfrm>
        </p:grpSpPr>
        <p:sp>
          <p:nvSpPr>
            <p:cNvPr id="516" name="Google Shape;516;p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17" name="Google Shape;517;p33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33"/>
          <p:cNvGrpSpPr/>
          <p:nvPr/>
        </p:nvGrpSpPr>
        <p:grpSpPr>
          <a:xfrm>
            <a:off x="6904192" y="5457240"/>
            <a:ext cx="588874" cy="595774"/>
            <a:chOff x="0" y="-9525"/>
            <a:chExt cx="812800" cy="822325"/>
          </a:xfrm>
        </p:grpSpPr>
        <p:sp>
          <p:nvSpPr>
            <p:cNvPr id="519" name="Google Shape;519;p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20" name="Google Shape;520;p33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1" name="Google Shape;521;p33"/>
          <p:cNvGrpSpPr/>
          <p:nvPr/>
        </p:nvGrpSpPr>
        <p:grpSpPr>
          <a:xfrm>
            <a:off x="6904192" y="7703472"/>
            <a:ext cx="588874" cy="595774"/>
            <a:chOff x="0" y="-9525"/>
            <a:chExt cx="812800" cy="822325"/>
          </a:xfrm>
        </p:grpSpPr>
        <p:sp>
          <p:nvSpPr>
            <p:cNvPr id="522" name="Google Shape;522;p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23" name="Google Shape;523;p33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p33"/>
          <p:cNvSpPr/>
          <p:nvPr/>
        </p:nvSpPr>
        <p:spPr>
          <a:xfrm>
            <a:off x="13196004" y="3159413"/>
            <a:ext cx="6521776" cy="7305451"/>
          </a:xfrm>
          <a:custGeom>
            <a:avLst/>
            <a:gdLst/>
            <a:ahLst/>
            <a:cxnLst/>
            <a:rect l="l" t="t" r="r" b="b"/>
            <a:pathLst>
              <a:path w="6521776" h="7305451" extrusionOk="0">
                <a:moveTo>
                  <a:pt x="0" y="0"/>
                </a:moveTo>
                <a:lnTo>
                  <a:pt x="6521776" y="0"/>
                </a:lnTo>
                <a:lnTo>
                  <a:pt x="6521776" y="7305452"/>
                </a:lnTo>
                <a:lnTo>
                  <a:pt x="0" y="7305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525" name="Google Shape;525;p33"/>
          <p:cNvSpPr/>
          <p:nvPr/>
        </p:nvSpPr>
        <p:spPr>
          <a:xfrm>
            <a:off x="13196004" y="-703241"/>
            <a:ext cx="6521776" cy="7305451"/>
          </a:xfrm>
          <a:custGeom>
            <a:avLst/>
            <a:gdLst/>
            <a:ahLst/>
            <a:cxnLst/>
            <a:rect l="l" t="t" r="r" b="b"/>
            <a:pathLst>
              <a:path w="6521776" h="7305451" extrusionOk="0">
                <a:moveTo>
                  <a:pt x="0" y="0"/>
                </a:moveTo>
                <a:lnTo>
                  <a:pt x="6521776" y="0"/>
                </a:lnTo>
                <a:lnTo>
                  <a:pt x="6521776" y="7305452"/>
                </a:lnTo>
                <a:lnTo>
                  <a:pt x="0" y="7305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526" name="Google Shape;526;p33"/>
          <p:cNvSpPr txBox="1"/>
          <p:nvPr/>
        </p:nvSpPr>
        <p:spPr>
          <a:xfrm>
            <a:off x="1028700" y="4143264"/>
            <a:ext cx="4530600" cy="39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lang="es-ES_tradnl" dirty="0"/>
          </a:p>
          <a:p>
            <a:pPr marL="0" marR="0" lvl="0" indent="0" algn="l" rtl="0">
              <a:lnSpc>
                <a:spcPct val="16504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sz="1599" b="0" i="0" u="none" strike="noStrike" cap="none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6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condimentum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aliquam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Fusce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rutrum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sapien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pretium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Morbi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faucibus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felis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mauris,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finibus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at. </a:t>
            </a:r>
            <a:endParaRPr lang="es-ES_tradnl" dirty="0"/>
          </a:p>
        </p:txBody>
      </p:sp>
      <p:sp>
        <p:nvSpPr>
          <p:cNvPr id="527" name="Google Shape;527;p33"/>
          <p:cNvSpPr txBox="1"/>
          <p:nvPr/>
        </p:nvSpPr>
        <p:spPr>
          <a:xfrm>
            <a:off x="1028700" y="2777601"/>
            <a:ext cx="4530600" cy="12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LA PRODUCCIÓN INTERNACIONAL</a:t>
            </a:r>
            <a:endParaRPr lang="es-ES_tradnl" dirty="0"/>
          </a:p>
        </p:txBody>
      </p:sp>
      <p:sp>
        <p:nvSpPr>
          <p:cNvPr id="528" name="Google Shape;528;p33"/>
          <p:cNvSpPr txBox="1"/>
          <p:nvPr/>
        </p:nvSpPr>
        <p:spPr>
          <a:xfrm>
            <a:off x="8045406" y="5623354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Estudiar los datos</a:t>
            </a:r>
            <a:endParaRPr lang="es-ES_tradnl" dirty="0"/>
          </a:p>
        </p:txBody>
      </p:sp>
      <p:sp>
        <p:nvSpPr>
          <p:cNvPr id="529" name="Google Shape;529;p33"/>
          <p:cNvSpPr txBox="1"/>
          <p:nvPr/>
        </p:nvSpPr>
        <p:spPr>
          <a:xfrm>
            <a:off x="8045406" y="6051668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530" name="Google Shape;530;p33"/>
          <p:cNvSpPr txBox="1"/>
          <p:nvPr/>
        </p:nvSpPr>
        <p:spPr>
          <a:xfrm>
            <a:off x="8045406" y="1121453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Investigaciones</a:t>
            </a:r>
            <a:endParaRPr lang="es-ES_tradnl" dirty="0"/>
          </a:p>
        </p:txBody>
      </p:sp>
      <p:sp>
        <p:nvSpPr>
          <p:cNvPr id="531" name="Google Shape;531;p33"/>
          <p:cNvSpPr txBox="1"/>
          <p:nvPr/>
        </p:nvSpPr>
        <p:spPr>
          <a:xfrm>
            <a:off x="8045406" y="1554212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532" name="Google Shape;532;p33"/>
          <p:cNvSpPr txBox="1"/>
          <p:nvPr/>
        </p:nvSpPr>
        <p:spPr>
          <a:xfrm>
            <a:off x="8045406" y="3376281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Revisar publicaciones</a:t>
            </a:r>
            <a:endParaRPr lang="es-ES_tradnl" dirty="0"/>
          </a:p>
        </p:txBody>
      </p:sp>
      <p:sp>
        <p:nvSpPr>
          <p:cNvPr id="533" name="Google Shape;533;p33"/>
          <p:cNvSpPr txBox="1"/>
          <p:nvPr/>
        </p:nvSpPr>
        <p:spPr>
          <a:xfrm>
            <a:off x="8045406" y="3804595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sp>
        <p:nvSpPr>
          <p:cNvPr id="534" name="Google Shape;534;p33"/>
          <p:cNvSpPr txBox="1"/>
          <p:nvPr/>
        </p:nvSpPr>
        <p:spPr>
          <a:xfrm>
            <a:off x="8045406" y="7870426"/>
            <a:ext cx="380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Aumentar la inversión</a:t>
            </a:r>
            <a:endParaRPr lang="es-ES_tradnl" dirty="0"/>
          </a:p>
        </p:txBody>
      </p:sp>
      <p:sp>
        <p:nvSpPr>
          <p:cNvPr id="535" name="Google Shape;535;p33"/>
          <p:cNvSpPr txBox="1"/>
          <p:nvPr/>
        </p:nvSpPr>
        <p:spPr>
          <a:xfrm>
            <a:off x="8045406" y="8298740"/>
            <a:ext cx="38058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00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grpSp>
        <p:nvGrpSpPr>
          <p:cNvPr id="536" name="Google Shape;536;p33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537" name="Google Shape;537;p3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34"/>
          <p:cNvGrpSpPr/>
          <p:nvPr/>
        </p:nvGrpSpPr>
        <p:grpSpPr>
          <a:xfrm>
            <a:off x="8647101" y="1554020"/>
            <a:ext cx="1383100" cy="1389754"/>
            <a:chOff x="0" y="-9525"/>
            <a:chExt cx="963900" cy="968537"/>
          </a:xfrm>
        </p:grpSpPr>
        <p:sp>
          <p:nvSpPr>
            <p:cNvPr id="544" name="Google Shape;544;p34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45" name="Google Shape;545;p34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 lang="es-ES_tradnl" dirty="0"/>
            </a:p>
          </p:txBody>
        </p:sp>
      </p:grpSp>
      <p:grpSp>
        <p:nvGrpSpPr>
          <p:cNvPr id="546" name="Google Shape;546;p34"/>
          <p:cNvGrpSpPr/>
          <p:nvPr/>
        </p:nvGrpSpPr>
        <p:grpSpPr>
          <a:xfrm>
            <a:off x="8647101" y="3546536"/>
            <a:ext cx="1383100" cy="1389754"/>
            <a:chOff x="0" y="-9525"/>
            <a:chExt cx="963900" cy="968537"/>
          </a:xfrm>
        </p:grpSpPr>
        <p:sp>
          <p:nvSpPr>
            <p:cNvPr id="547" name="Google Shape;547;p34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48" name="Google Shape;548;p34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 lang="es-ES_tradnl" dirty="0"/>
            </a:p>
          </p:txBody>
        </p:sp>
      </p:grpSp>
      <p:grpSp>
        <p:nvGrpSpPr>
          <p:cNvPr id="549" name="Google Shape;549;p34"/>
          <p:cNvGrpSpPr/>
          <p:nvPr/>
        </p:nvGrpSpPr>
        <p:grpSpPr>
          <a:xfrm>
            <a:off x="8647101" y="5578255"/>
            <a:ext cx="1383100" cy="1389754"/>
            <a:chOff x="0" y="-9525"/>
            <a:chExt cx="963900" cy="968537"/>
          </a:xfrm>
        </p:grpSpPr>
        <p:sp>
          <p:nvSpPr>
            <p:cNvPr id="550" name="Google Shape;550;p34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51" name="Google Shape;551;p34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 lang="es-ES_tradnl" dirty="0"/>
            </a:p>
          </p:txBody>
        </p:sp>
      </p:grpSp>
      <p:grpSp>
        <p:nvGrpSpPr>
          <p:cNvPr id="552" name="Google Shape;552;p34"/>
          <p:cNvGrpSpPr/>
          <p:nvPr/>
        </p:nvGrpSpPr>
        <p:grpSpPr>
          <a:xfrm>
            <a:off x="8647101" y="7564715"/>
            <a:ext cx="1383100" cy="1389754"/>
            <a:chOff x="0" y="-9525"/>
            <a:chExt cx="963900" cy="968537"/>
          </a:xfrm>
        </p:grpSpPr>
        <p:sp>
          <p:nvSpPr>
            <p:cNvPr id="553" name="Google Shape;553;p34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54" name="Google Shape;554;p34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4</a:t>
              </a:r>
              <a:endParaRPr lang="es-ES_tradnl" dirty="0"/>
            </a:p>
          </p:txBody>
        </p:sp>
      </p:grpSp>
      <p:sp>
        <p:nvSpPr>
          <p:cNvPr id="555" name="Google Shape;555;p34"/>
          <p:cNvSpPr/>
          <p:nvPr/>
        </p:nvSpPr>
        <p:spPr>
          <a:xfrm>
            <a:off x="-1518115" y="5138796"/>
            <a:ext cx="7760440" cy="6137802"/>
          </a:xfrm>
          <a:custGeom>
            <a:avLst/>
            <a:gdLst/>
            <a:ahLst/>
            <a:cxnLst/>
            <a:rect l="l" t="t" r="r" b="b"/>
            <a:pathLst>
              <a:path w="7760440" h="6137802" extrusionOk="0">
                <a:moveTo>
                  <a:pt x="0" y="0"/>
                </a:moveTo>
                <a:lnTo>
                  <a:pt x="7760439" y="0"/>
                </a:lnTo>
                <a:lnTo>
                  <a:pt x="7760439" y="6137802"/>
                </a:lnTo>
                <a:lnTo>
                  <a:pt x="0" y="6137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556" name="Google Shape;556;p34"/>
          <p:cNvSpPr txBox="1"/>
          <p:nvPr/>
        </p:nvSpPr>
        <p:spPr>
          <a:xfrm>
            <a:off x="1344775" y="1981577"/>
            <a:ext cx="59895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 lang="es-ES_tradnl" dirty="0"/>
          </a:p>
        </p:txBody>
      </p:sp>
      <p:sp>
        <p:nvSpPr>
          <p:cNvPr id="557" name="Google Shape;557;p34"/>
          <p:cNvSpPr txBox="1"/>
          <p:nvPr/>
        </p:nvSpPr>
        <p:spPr>
          <a:xfrm>
            <a:off x="1344775" y="2768187"/>
            <a:ext cx="5989500" cy="18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Lorem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ipsum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dolor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Ut a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ullamcorper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eleifend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Praesent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risus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leo,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fringilla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at,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euismod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Suspendisse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eu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condimentum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aliquam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Fusce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es-ES_tradnl" sz="1599" b="0" i="0" u="none" strike="noStrike" cap="none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rutrum</a:t>
            </a: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ES_tradnl" dirty="0"/>
          </a:p>
        </p:txBody>
      </p:sp>
      <p:grpSp>
        <p:nvGrpSpPr>
          <p:cNvPr id="558" name="Google Shape;558;p34"/>
          <p:cNvGrpSpPr/>
          <p:nvPr/>
        </p:nvGrpSpPr>
        <p:grpSpPr>
          <a:xfrm>
            <a:off x="10393716" y="1549431"/>
            <a:ext cx="5989500" cy="1477647"/>
            <a:chOff x="0" y="-19050"/>
            <a:chExt cx="7986000" cy="1970196"/>
          </a:xfrm>
        </p:grpSpPr>
        <p:sp>
          <p:nvSpPr>
            <p:cNvPr id="559" name="Google Shape;559;p34"/>
            <p:cNvSpPr txBox="1"/>
            <p:nvPr/>
          </p:nvSpPr>
          <p:spPr>
            <a:xfrm>
              <a:off x="0" y="592446"/>
              <a:ext cx="7986000" cy="13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560" name="Google Shape;560;p34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Plantear los retos</a:t>
              </a:r>
              <a:endParaRPr lang="es-ES_tradnl" dirty="0"/>
            </a:p>
          </p:txBody>
        </p:sp>
      </p:grpSp>
      <p:grpSp>
        <p:nvGrpSpPr>
          <p:cNvPr id="561" name="Google Shape;561;p34"/>
          <p:cNvGrpSpPr/>
          <p:nvPr/>
        </p:nvGrpSpPr>
        <p:grpSpPr>
          <a:xfrm>
            <a:off x="10393716" y="3438373"/>
            <a:ext cx="5989500" cy="1477647"/>
            <a:chOff x="0" y="-19050"/>
            <a:chExt cx="7986000" cy="1970196"/>
          </a:xfrm>
        </p:grpSpPr>
        <p:sp>
          <p:nvSpPr>
            <p:cNvPr id="562" name="Google Shape;562;p34"/>
            <p:cNvSpPr txBox="1"/>
            <p:nvPr/>
          </p:nvSpPr>
          <p:spPr>
            <a:xfrm>
              <a:off x="0" y="592446"/>
              <a:ext cx="7986000" cy="13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563" name="Google Shape;563;p34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Aportar datos</a:t>
              </a:r>
              <a:endParaRPr lang="es-ES_tradnl" dirty="0"/>
            </a:p>
          </p:txBody>
        </p:sp>
      </p:grpSp>
      <p:grpSp>
        <p:nvGrpSpPr>
          <p:cNvPr id="564" name="Google Shape;564;p34"/>
          <p:cNvGrpSpPr/>
          <p:nvPr/>
        </p:nvGrpSpPr>
        <p:grpSpPr>
          <a:xfrm>
            <a:off x="10393716" y="5517714"/>
            <a:ext cx="5989500" cy="1477647"/>
            <a:chOff x="0" y="-19050"/>
            <a:chExt cx="7986000" cy="1970196"/>
          </a:xfrm>
        </p:grpSpPr>
        <p:sp>
          <p:nvSpPr>
            <p:cNvPr id="565" name="Google Shape;565;p34"/>
            <p:cNvSpPr txBox="1"/>
            <p:nvPr/>
          </p:nvSpPr>
          <p:spPr>
            <a:xfrm>
              <a:off x="0" y="592446"/>
              <a:ext cx="7986000" cy="13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566" name="Google Shape;566;p34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Ofrecer soluciones</a:t>
              </a:r>
              <a:endParaRPr lang="es-ES_tradnl" dirty="0"/>
            </a:p>
          </p:txBody>
        </p:sp>
      </p:grpSp>
      <p:grpSp>
        <p:nvGrpSpPr>
          <p:cNvPr id="567" name="Google Shape;567;p34"/>
          <p:cNvGrpSpPr/>
          <p:nvPr/>
        </p:nvGrpSpPr>
        <p:grpSpPr>
          <a:xfrm>
            <a:off x="10393716" y="7508813"/>
            <a:ext cx="5989500" cy="1477647"/>
            <a:chOff x="0" y="-19050"/>
            <a:chExt cx="7986000" cy="1970196"/>
          </a:xfrm>
        </p:grpSpPr>
        <p:sp>
          <p:nvSpPr>
            <p:cNvPr id="568" name="Google Shape;568;p34"/>
            <p:cNvSpPr txBox="1"/>
            <p:nvPr/>
          </p:nvSpPr>
          <p:spPr>
            <a:xfrm>
              <a:off x="0" y="592446"/>
              <a:ext cx="7986000" cy="135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599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599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569" name="Google Shape;569;p34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Presentar conclusiones finales</a:t>
              </a:r>
              <a:endParaRPr lang="es-ES_tradnl" dirty="0"/>
            </a:p>
          </p:txBody>
        </p:sp>
      </p:grpSp>
      <p:grpSp>
        <p:nvGrpSpPr>
          <p:cNvPr id="570" name="Google Shape;570;p34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571" name="Google Shape;571;p34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7" name="Google Shape;577;p35"/>
          <p:cNvCxnSpPr/>
          <p:nvPr/>
        </p:nvCxnSpPr>
        <p:spPr>
          <a:xfrm>
            <a:off x="1323141" y="6632090"/>
            <a:ext cx="10708800" cy="39900"/>
          </a:xfrm>
          <a:prstGeom prst="straightConnector1">
            <a:avLst/>
          </a:prstGeom>
          <a:noFill/>
          <a:ln w="114300" cap="rnd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78" name="Google Shape;578;p35"/>
          <p:cNvGrpSpPr/>
          <p:nvPr/>
        </p:nvGrpSpPr>
        <p:grpSpPr>
          <a:xfrm>
            <a:off x="1028700" y="6350660"/>
            <a:ext cx="588874" cy="595774"/>
            <a:chOff x="0" y="-9525"/>
            <a:chExt cx="812800" cy="822325"/>
          </a:xfrm>
        </p:grpSpPr>
        <p:sp>
          <p:nvSpPr>
            <p:cNvPr id="579" name="Google Shape;579;p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80" name="Google Shape;580;p35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35"/>
          <p:cNvGrpSpPr/>
          <p:nvPr/>
        </p:nvGrpSpPr>
        <p:grpSpPr>
          <a:xfrm>
            <a:off x="4596957" y="6350660"/>
            <a:ext cx="588874" cy="595774"/>
            <a:chOff x="0" y="-9525"/>
            <a:chExt cx="812800" cy="822325"/>
          </a:xfrm>
        </p:grpSpPr>
        <p:sp>
          <p:nvSpPr>
            <p:cNvPr id="582" name="Google Shape;582;p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83" name="Google Shape;583;p35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4" name="Google Shape;584;p35"/>
          <p:cNvGrpSpPr/>
          <p:nvPr/>
        </p:nvGrpSpPr>
        <p:grpSpPr>
          <a:xfrm>
            <a:off x="8167163" y="6350660"/>
            <a:ext cx="588874" cy="595774"/>
            <a:chOff x="0" y="-9525"/>
            <a:chExt cx="812800" cy="822325"/>
          </a:xfrm>
        </p:grpSpPr>
        <p:sp>
          <p:nvSpPr>
            <p:cNvPr id="585" name="Google Shape;585;p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86" name="Google Shape;586;p35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7" name="Google Shape;587;p35"/>
          <p:cNvGrpSpPr/>
          <p:nvPr/>
        </p:nvGrpSpPr>
        <p:grpSpPr>
          <a:xfrm>
            <a:off x="11737370" y="6350660"/>
            <a:ext cx="588874" cy="595774"/>
            <a:chOff x="0" y="-9525"/>
            <a:chExt cx="812800" cy="822325"/>
          </a:xfrm>
        </p:grpSpPr>
        <p:sp>
          <p:nvSpPr>
            <p:cNvPr id="588" name="Google Shape;588;p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589" name="Google Shape;589;p35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S_tradn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0" name="Google Shape;590;p35"/>
          <p:cNvSpPr/>
          <p:nvPr/>
        </p:nvSpPr>
        <p:spPr>
          <a:xfrm>
            <a:off x="10370660" y="-2590891"/>
            <a:ext cx="8665956" cy="6853983"/>
          </a:xfrm>
          <a:custGeom>
            <a:avLst/>
            <a:gdLst/>
            <a:ahLst/>
            <a:cxnLst/>
            <a:rect l="l" t="t" r="r" b="b"/>
            <a:pathLst>
              <a:path w="8665956" h="6853983" extrusionOk="0">
                <a:moveTo>
                  <a:pt x="0" y="0"/>
                </a:moveTo>
                <a:lnTo>
                  <a:pt x="8665955" y="0"/>
                </a:lnTo>
                <a:lnTo>
                  <a:pt x="8665955" y="6853983"/>
                </a:lnTo>
                <a:lnTo>
                  <a:pt x="0" y="6853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591" name="Google Shape;591;p35"/>
          <p:cNvSpPr/>
          <p:nvPr/>
        </p:nvSpPr>
        <p:spPr>
          <a:xfrm>
            <a:off x="14347036" y="-201981"/>
            <a:ext cx="8665956" cy="6853983"/>
          </a:xfrm>
          <a:custGeom>
            <a:avLst/>
            <a:gdLst/>
            <a:ahLst/>
            <a:cxnLst/>
            <a:rect l="l" t="t" r="r" b="b"/>
            <a:pathLst>
              <a:path w="8665956" h="6853983" extrusionOk="0">
                <a:moveTo>
                  <a:pt x="0" y="0"/>
                </a:moveTo>
                <a:lnTo>
                  <a:pt x="8665956" y="0"/>
                </a:lnTo>
                <a:lnTo>
                  <a:pt x="8665956" y="6853983"/>
                </a:lnTo>
                <a:lnTo>
                  <a:pt x="0" y="6853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592" name="Google Shape;592;p35"/>
          <p:cNvSpPr txBox="1"/>
          <p:nvPr/>
        </p:nvSpPr>
        <p:spPr>
          <a:xfrm>
            <a:off x="11737370" y="5490035"/>
            <a:ext cx="291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FASE 4</a:t>
            </a:r>
            <a:endParaRPr lang="es-ES_tradnl" dirty="0"/>
          </a:p>
        </p:txBody>
      </p:sp>
      <p:sp>
        <p:nvSpPr>
          <p:cNvPr id="593" name="Google Shape;593;p35"/>
          <p:cNvSpPr txBox="1"/>
          <p:nvPr/>
        </p:nvSpPr>
        <p:spPr>
          <a:xfrm>
            <a:off x="1028700" y="5772797"/>
            <a:ext cx="2910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Enero - Marzo.</a:t>
            </a:r>
            <a:endParaRPr lang="es-ES_tradnl" dirty="0"/>
          </a:p>
        </p:txBody>
      </p:sp>
      <p:sp>
        <p:nvSpPr>
          <p:cNvPr id="594" name="Google Shape;594;p35"/>
          <p:cNvSpPr txBox="1"/>
          <p:nvPr/>
        </p:nvSpPr>
        <p:spPr>
          <a:xfrm>
            <a:off x="4596957" y="5772797"/>
            <a:ext cx="2910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Enero - Marzo.</a:t>
            </a:r>
            <a:endParaRPr lang="es-ES_tradnl" dirty="0"/>
          </a:p>
        </p:txBody>
      </p:sp>
      <p:sp>
        <p:nvSpPr>
          <p:cNvPr id="595" name="Google Shape;595;p35"/>
          <p:cNvSpPr txBox="1"/>
          <p:nvPr/>
        </p:nvSpPr>
        <p:spPr>
          <a:xfrm>
            <a:off x="8164635" y="5772797"/>
            <a:ext cx="2910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Enero - Marzo.</a:t>
            </a:r>
            <a:endParaRPr lang="es-ES_tradnl" dirty="0"/>
          </a:p>
        </p:txBody>
      </p:sp>
      <p:sp>
        <p:nvSpPr>
          <p:cNvPr id="596" name="Google Shape;596;p35"/>
          <p:cNvSpPr txBox="1"/>
          <p:nvPr/>
        </p:nvSpPr>
        <p:spPr>
          <a:xfrm>
            <a:off x="11737370" y="5772797"/>
            <a:ext cx="29106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Enero - Marzo.</a:t>
            </a:r>
            <a:endParaRPr lang="es-ES_tradnl" dirty="0"/>
          </a:p>
        </p:txBody>
      </p:sp>
      <p:grpSp>
        <p:nvGrpSpPr>
          <p:cNvPr id="597" name="Google Shape;597;p35"/>
          <p:cNvGrpSpPr/>
          <p:nvPr/>
        </p:nvGrpSpPr>
        <p:grpSpPr>
          <a:xfrm>
            <a:off x="1028700" y="7213143"/>
            <a:ext cx="2910375" cy="2229245"/>
            <a:chOff x="0" y="0"/>
            <a:chExt cx="3880500" cy="2972326"/>
          </a:xfrm>
        </p:grpSpPr>
        <p:sp>
          <p:nvSpPr>
            <p:cNvPr id="598" name="Google Shape;598;p35"/>
            <p:cNvSpPr txBox="1"/>
            <p:nvPr/>
          </p:nvSpPr>
          <p:spPr>
            <a:xfrm>
              <a:off x="0" y="1076026"/>
              <a:ext cx="3880500" cy="18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599" name="Google Shape;599;p35"/>
            <p:cNvSpPr txBox="1"/>
            <p:nvPr/>
          </p:nvSpPr>
          <p:spPr>
            <a:xfrm>
              <a:off x="0" y="0"/>
              <a:ext cx="3880500" cy="103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Buscar asesoría financiera</a:t>
              </a:r>
              <a:endParaRPr lang="es-ES_tradnl" dirty="0"/>
            </a:p>
          </p:txBody>
        </p:sp>
      </p:grpSp>
      <p:sp>
        <p:nvSpPr>
          <p:cNvPr id="600" name="Google Shape;600;p35"/>
          <p:cNvSpPr txBox="1"/>
          <p:nvPr/>
        </p:nvSpPr>
        <p:spPr>
          <a:xfrm>
            <a:off x="1028700" y="5490035"/>
            <a:ext cx="291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lang="es-ES_tradnl" dirty="0"/>
          </a:p>
        </p:txBody>
      </p:sp>
      <p:sp>
        <p:nvSpPr>
          <p:cNvPr id="601" name="Google Shape;601;p35"/>
          <p:cNvSpPr txBox="1"/>
          <p:nvPr/>
        </p:nvSpPr>
        <p:spPr>
          <a:xfrm>
            <a:off x="4596957" y="5490035"/>
            <a:ext cx="291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FASE 2</a:t>
            </a:r>
            <a:endParaRPr lang="es-ES_tradnl" dirty="0"/>
          </a:p>
        </p:txBody>
      </p:sp>
      <p:sp>
        <p:nvSpPr>
          <p:cNvPr id="602" name="Google Shape;602;p35"/>
          <p:cNvSpPr txBox="1"/>
          <p:nvPr/>
        </p:nvSpPr>
        <p:spPr>
          <a:xfrm>
            <a:off x="8164635" y="5490035"/>
            <a:ext cx="291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FASE 3</a:t>
            </a:r>
            <a:endParaRPr lang="es-ES_tradnl" dirty="0"/>
          </a:p>
        </p:txBody>
      </p:sp>
      <p:grpSp>
        <p:nvGrpSpPr>
          <p:cNvPr id="603" name="Google Shape;603;p35"/>
          <p:cNvGrpSpPr/>
          <p:nvPr/>
        </p:nvGrpSpPr>
        <p:grpSpPr>
          <a:xfrm>
            <a:off x="4596957" y="7213143"/>
            <a:ext cx="2910375" cy="2229245"/>
            <a:chOff x="0" y="0"/>
            <a:chExt cx="3880500" cy="2972326"/>
          </a:xfrm>
        </p:grpSpPr>
        <p:sp>
          <p:nvSpPr>
            <p:cNvPr id="604" name="Google Shape;604;p35"/>
            <p:cNvSpPr txBox="1"/>
            <p:nvPr/>
          </p:nvSpPr>
          <p:spPr>
            <a:xfrm>
              <a:off x="0" y="1076026"/>
              <a:ext cx="3880500" cy="18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605" name="Google Shape;605;p35"/>
            <p:cNvSpPr txBox="1"/>
            <p:nvPr/>
          </p:nvSpPr>
          <p:spPr>
            <a:xfrm>
              <a:off x="0" y="0"/>
              <a:ext cx="3880500" cy="103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Iniciar los planes de proyecto.</a:t>
              </a:r>
              <a:endParaRPr lang="es-ES_tradnl" dirty="0"/>
            </a:p>
          </p:txBody>
        </p:sp>
      </p:grpSp>
      <p:grpSp>
        <p:nvGrpSpPr>
          <p:cNvPr id="606" name="Google Shape;606;p35"/>
          <p:cNvGrpSpPr/>
          <p:nvPr/>
        </p:nvGrpSpPr>
        <p:grpSpPr>
          <a:xfrm>
            <a:off x="8167163" y="7213143"/>
            <a:ext cx="2910375" cy="2229245"/>
            <a:chOff x="0" y="0"/>
            <a:chExt cx="3880500" cy="2972326"/>
          </a:xfrm>
        </p:grpSpPr>
        <p:sp>
          <p:nvSpPr>
            <p:cNvPr id="607" name="Google Shape;607;p35"/>
            <p:cNvSpPr txBox="1"/>
            <p:nvPr/>
          </p:nvSpPr>
          <p:spPr>
            <a:xfrm>
              <a:off x="0" y="1076026"/>
              <a:ext cx="3880500" cy="18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608" name="Google Shape;608;p35"/>
            <p:cNvSpPr txBox="1"/>
            <p:nvPr/>
          </p:nvSpPr>
          <p:spPr>
            <a:xfrm>
              <a:off x="0" y="0"/>
              <a:ext cx="3880500" cy="103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Definir las tareas a realizar.</a:t>
              </a:r>
              <a:endParaRPr lang="es-ES_tradnl" dirty="0"/>
            </a:p>
          </p:txBody>
        </p:sp>
      </p:grpSp>
      <p:grpSp>
        <p:nvGrpSpPr>
          <p:cNvPr id="609" name="Google Shape;609;p35"/>
          <p:cNvGrpSpPr/>
          <p:nvPr/>
        </p:nvGrpSpPr>
        <p:grpSpPr>
          <a:xfrm>
            <a:off x="11737370" y="7213143"/>
            <a:ext cx="2910375" cy="2229245"/>
            <a:chOff x="0" y="0"/>
            <a:chExt cx="3880500" cy="2972326"/>
          </a:xfrm>
        </p:grpSpPr>
        <p:sp>
          <p:nvSpPr>
            <p:cNvPr id="610" name="Google Shape;610;p35"/>
            <p:cNvSpPr txBox="1"/>
            <p:nvPr/>
          </p:nvSpPr>
          <p:spPr>
            <a:xfrm>
              <a:off x="0" y="1076026"/>
              <a:ext cx="3880500" cy="18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Lorem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dolor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sit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amet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consectetur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adipiscing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elit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Ut a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enim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nec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nisl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ullamcorper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eleifend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Praesent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risus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leo,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fringilla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 et </a:t>
              </a:r>
              <a:r>
                <a:rPr lang="es-ES_tradnl" sz="1400" b="0" i="0" u="none" strike="noStrike" cap="none" dirty="0" err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ipsum</a:t>
              </a:r>
              <a:r>
                <a:rPr lang="es-ES_tradnl" sz="1400" b="0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lang="es-ES_tradnl" dirty="0"/>
            </a:p>
          </p:txBody>
        </p:sp>
        <p:sp>
          <p:nvSpPr>
            <p:cNvPr id="611" name="Google Shape;611;p35"/>
            <p:cNvSpPr txBox="1"/>
            <p:nvPr/>
          </p:nvSpPr>
          <p:spPr>
            <a:xfrm>
              <a:off x="0" y="0"/>
              <a:ext cx="3880500" cy="103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400" b="1" i="0" u="none" strike="noStrike" cap="none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Analizar las estadísticas.</a:t>
              </a:r>
              <a:endParaRPr lang="es-ES_tradnl" dirty="0"/>
            </a:p>
          </p:txBody>
        </p:sp>
      </p:grpSp>
      <p:sp>
        <p:nvSpPr>
          <p:cNvPr id="612" name="Google Shape;612;p35"/>
          <p:cNvSpPr txBox="1"/>
          <p:nvPr/>
        </p:nvSpPr>
        <p:spPr>
          <a:xfrm>
            <a:off x="1028700" y="4286710"/>
            <a:ext cx="93420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FASES DEL PROYECTO</a:t>
            </a:r>
            <a:endParaRPr lang="es-ES_tradnl" dirty="0"/>
          </a:p>
        </p:txBody>
      </p:sp>
      <p:sp>
        <p:nvSpPr>
          <p:cNvPr id="613" name="Google Shape;613;p35"/>
          <p:cNvSpPr/>
          <p:nvPr/>
        </p:nvSpPr>
        <p:spPr>
          <a:xfrm>
            <a:off x="7931641" y="1306811"/>
            <a:ext cx="3145976" cy="2751299"/>
          </a:xfrm>
          <a:custGeom>
            <a:avLst/>
            <a:gdLst/>
            <a:ahLst/>
            <a:cxnLst/>
            <a:rect l="l" t="t" r="r" b="b"/>
            <a:pathLst>
              <a:path w="3145976" h="2751299" extrusionOk="0">
                <a:moveTo>
                  <a:pt x="0" y="0"/>
                </a:moveTo>
                <a:lnTo>
                  <a:pt x="3145976" y="0"/>
                </a:lnTo>
                <a:lnTo>
                  <a:pt x="3145976" y="2751299"/>
                </a:lnTo>
                <a:lnTo>
                  <a:pt x="0" y="2751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14" name="Google Shape;614;p35"/>
          <p:cNvSpPr/>
          <p:nvPr/>
        </p:nvSpPr>
        <p:spPr>
          <a:xfrm flipH="1">
            <a:off x="2483927" y="-539549"/>
            <a:ext cx="3145976" cy="2751299"/>
          </a:xfrm>
          <a:custGeom>
            <a:avLst/>
            <a:gdLst/>
            <a:ahLst/>
            <a:cxnLst/>
            <a:rect l="l" t="t" r="r" b="b"/>
            <a:pathLst>
              <a:path w="3145976" h="2751299" extrusionOk="0">
                <a:moveTo>
                  <a:pt x="3145975" y="0"/>
                </a:moveTo>
                <a:lnTo>
                  <a:pt x="0" y="0"/>
                </a:lnTo>
                <a:lnTo>
                  <a:pt x="0" y="2751299"/>
                </a:lnTo>
                <a:lnTo>
                  <a:pt x="3145975" y="2751299"/>
                </a:lnTo>
                <a:lnTo>
                  <a:pt x="314597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grpSp>
        <p:nvGrpSpPr>
          <p:cNvPr id="615" name="Google Shape;615;p35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616" name="Google Shape;616;p35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617" name="Google Shape;617;p35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"/>
          <p:cNvSpPr/>
          <p:nvPr/>
        </p:nvSpPr>
        <p:spPr>
          <a:xfrm>
            <a:off x="-2644213" y="-926268"/>
            <a:ext cx="10273778" cy="9881506"/>
          </a:xfrm>
          <a:custGeom>
            <a:avLst/>
            <a:gdLst/>
            <a:ahLst/>
            <a:cxnLst/>
            <a:rect l="l" t="t" r="r" b="b"/>
            <a:pathLst>
              <a:path w="10273778" h="9881506" extrusionOk="0">
                <a:moveTo>
                  <a:pt x="0" y="0"/>
                </a:moveTo>
                <a:lnTo>
                  <a:pt x="10273778" y="0"/>
                </a:lnTo>
                <a:lnTo>
                  <a:pt x="10273778" y="9881506"/>
                </a:lnTo>
                <a:lnTo>
                  <a:pt x="0" y="9881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3" name="Google Shape;623;p36"/>
          <p:cNvSpPr/>
          <p:nvPr/>
        </p:nvSpPr>
        <p:spPr>
          <a:xfrm>
            <a:off x="6098126" y="5494777"/>
            <a:ext cx="1496567" cy="1690168"/>
          </a:xfrm>
          <a:custGeom>
            <a:avLst/>
            <a:gdLst/>
            <a:ahLst/>
            <a:cxnLst/>
            <a:rect l="l" t="t" r="r" b="b"/>
            <a:pathLst>
              <a:path w="1496567" h="1690168" extrusionOk="0">
                <a:moveTo>
                  <a:pt x="0" y="0"/>
                </a:moveTo>
                <a:lnTo>
                  <a:pt x="1496567" y="0"/>
                </a:lnTo>
                <a:lnTo>
                  <a:pt x="1496567" y="1690168"/>
                </a:lnTo>
                <a:lnTo>
                  <a:pt x="0" y="1690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4" name="Google Shape;624;p36"/>
          <p:cNvSpPr/>
          <p:nvPr/>
        </p:nvSpPr>
        <p:spPr>
          <a:xfrm>
            <a:off x="3322594" y="6441030"/>
            <a:ext cx="3523815" cy="3421304"/>
          </a:xfrm>
          <a:custGeom>
            <a:avLst/>
            <a:gdLst/>
            <a:ahLst/>
            <a:cxnLst/>
            <a:rect l="l" t="t" r="r" b="b"/>
            <a:pathLst>
              <a:path w="3523815" h="3421304" extrusionOk="0">
                <a:moveTo>
                  <a:pt x="0" y="0"/>
                </a:moveTo>
                <a:lnTo>
                  <a:pt x="3523816" y="0"/>
                </a:lnTo>
                <a:lnTo>
                  <a:pt x="3523816" y="3421305"/>
                </a:lnTo>
                <a:lnTo>
                  <a:pt x="0" y="34213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5" name="Google Shape;625;p36"/>
          <p:cNvSpPr txBox="1"/>
          <p:nvPr/>
        </p:nvSpPr>
        <p:spPr>
          <a:xfrm>
            <a:off x="10420621" y="2375915"/>
            <a:ext cx="5400074" cy="94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¡GRACIAS!</a:t>
            </a:r>
            <a:endParaRPr lang="es-ES_tradnl" dirty="0"/>
          </a:p>
        </p:txBody>
      </p:sp>
      <p:sp>
        <p:nvSpPr>
          <p:cNvPr id="626" name="Google Shape;626;p36"/>
          <p:cNvSpPr txBox="1"/>
          <p:nvPr/>
        </p:nvSpPr>
        <p:spPr>
          <a:xfrm>
            <a:off x="10420621" y="3458464"/>
            <a:ext cx="5400074" cy="100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¿Tienes alguna pregunta?</a:t>
            </a:r>
            <a:endParaRPr lang="es-ES_tradnl"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Escríbenos.</a:t>
            </a:r>
            <a:endParaRPr lang="es-ES_tradnl" dirty="0"/>
          </a:p>
        </p:txBody>
      </p:sp>
      <p:sp>
        <p:nvSpPr>
          <p:cNvPr id="627" name="Google Shape;627;p36"/>
          <p:cNvSpPr txBox="1"/>
          <p:nvPr/>
        </p:nvSpPr>
        <p:spPr>
          <a:xfrm>
            <a:off x="10420621" y="4999100"/>
            <a:ext cx="4018140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  <a:endParaRPr lang="es-ES_tradnl" dirty="0"/>
          </a:p>
        </p:txBody>
      </p:sp>
      <p:sp>
        <p:nvSpPr>
          <p:cNvPr id="628" name="Google Shape;628;p36"/>
          <p:cNvSpPr txBox="1"/>
          <p:nvPr/>
        </p:nvSpPr>
        <p:spPr>
          <a:xfrm>
            <a:off x="10425776" y="5591423"/>
            <a:ext cx="401814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HOLA@</a:t>
            </a:r>
            <a:r>
              <a:rPr lang="es-ES_tradnl" sz="1599" b="1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RAPIDEXPPRESS</a:t>
            </a: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.ES</a:t>
            </a:r>
            <a:endParaRPr lang="es-ES_tradnl" dirty="0"/>
          </a:p>
        </p:txBody>
      </p:sp>
      <p:sp>
        <p:nvSpPr>
          <p:cNvPr id="629" name="Google Shape;629;p36"/>
          <p:cNvSpPr txBox="1"/>
          <p:nvPr/>
        </p:nvSpPr>
        <p:spPr>
          <a:xfrm>
            <a:off x="10425776" y="6180784"/>
            <a:ext cx="4018140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Web</a:t>
            </a:r>
            <a:endParaRPr lang="es-ES_tradnl" dirty="0"/>
          </a:p>
        </p:txBody>
      </p:sp>
      <p:sp>
        <p:nvSpPr>
          <p:cNvPr id="630" name="Google Shape;630;p36"/>
          <p:cNvSpPr txBox="1"/>
          <p:nvPr/>
        </p:nvSpPr>
        <p:spPr>
          <a:xfrm>
            <a:off x="10430931" y="6773107"/>
            <a:ext cx="401814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WWW.RAPIE</a:t>
            </a:r>
            <a:r>
              <a:rPr lang="es-ES_tradnl" sz="1599" b="1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XPRESS</a:t>
            </a: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.ES</a:t>
            </a:r>
            <a:endParaRPr lang="es-ES_tradnl" dirty="0"/>
          </a:p>
        </p:txBody>
      </p:sp>
      <p:sp>
        <p:nvSpPr>
          <p:cNvPr id="631" name="Google Shape;631;p36"/>
          <p:cNvSpPr txBox="1"/>
          <p:nvPr/>
        </p:nvSpPr>
        <p:spPr>
          <a:xfrm>
            <a:off x="10420621" y="7333893"/>
            <a:ext cx="4023295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  <a:endParaRPr lang="es-ES_tradnl" dirty="0"/>
          </a:p>
        </p:txBody>
      </p:sp>
      <p:sp>
        <p:nvSpPr>
          <p:cNvPr id="632" name="Google Shape;632;p36"/>
          <p:cNvSpPr txBox="1"/>
          <p:nvPr/>
        </p:nvSpPr>
        <p:spPr>
          <a:xfrm>
            <a:off x="10425776" y="7926216"/>
            <a:ext cx="4023295" cy="248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911-234-567</a:t>
            </a:r>
            <a:endParaRPr lang="es-ES_tradnl" dirty="0"/>
          </a:p>
        </p:txBody>
      </p:sp>
      <p:grpSp>
        <p:nvGrpSpPr>
          <p:cNvPr id="633" name="Google Shape;633;p3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634" name="Google Shape;634;p3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0E9F9"/>
        </a:solidFill>
        <a:effectLst/>
      </p:bgPr>
    </p:bg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7"/>
          <p:cNvSpPr/>
          <p:nvPr/>
        </p:nvSpPr>
        <p:spPr>
          <a:xfrm>
            <a:off x="1410669" y="2257524"/>
            <a:ext cx="1431424" cy="1285679"/>
          </a:xfrm>
          <a:custGeom>
            <a:avLst/>
            <a:gdLst/>
            <a:ahLst/>
            <a:cxnLst/>
            <a:rect l="l" t="t" r="r" b="b"/>
            <a:pathLst>
              <a:path w="1431424" h="1285679" extrusionOk="0">
                <a:moveTo>
                  <a:pt x="0" y="0"/>
                </a:moveTo>
                <a:lnTo>
                  <a:pt x="1431424" y="0"/>
                </a:lnTo>
                <a:lnTo>
                  <a:pt x="1431424" y="1285679"/>
                </a:lnTo>
                <a:lnTo>
                  <a:pt x="0" y="12856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41" name="Google Shape;641;p37"/>
          <p:cNvSpPr/>
          <p:nvPr/>
        </p:nvSpPr>
        <p:spPr>
          <a:xfrm>
            <a:off x="3473337" y="2186987"/>
            <a:ext cx="1252948" cy="1426752"/>
          </a:xfrm>
          <a:custGeom>
            <a:avLst/>
            <a:gdLst/>
            <a:ahLst/>
            <a:cxnLst/>
            <a:rect l="l" t="t" r="r" b="b"/>
            <a:pathLst>
              <a:path w="1252948" h="1426752" extrusionOk="0">
                <a:moveTo>
                  <a:pt x="0" y="0"/>
                </a:moveTo>
                <a:lnTo>
                  <a:pt x="1252948" y="0"/>
                </a:lnTo>
                <a:lnTo>
                  <a:pt x="1252948" y="1426752"/>
                </a:lnTo>
                <a:lnTo>
                  <a:pt x="0" y="1426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42" name="Google Shape;642;p37"/>
          <p:cNvSpPr/>
          <p:nvPr/>
        </p:nvSpPr>
        <p:spPr>
          <a:xfrm>
            <a:off x="5296414" y="2168187"/>
            <a:ext cx="1604370" cy="1464352"/>
          </a:xfrm>
          <a:custGeom>
            <a:avLst/>
            <a:gdLst/>
            <a:ahLst/>
            <a:cxnLst/>
            <a:rect l="l" t="t" r="r" b="b"/>
            <a:pathLst>
              <a:path w="1604370" h="1464352" extrusionOk="0">
                <a:moveTo>
                  <a:pt x="0" y="0"/>
                </a:moveTo>
                <a:lnTo>
                  <a:pt x="1604370" y="0"/>
                </a:lnTo>
                <a:lnTo>
                  <a:pt x="1604370" y="1464352"/>
                </a:lnTo>
                <a:lnTo>
                  <a:pt x="0" y="146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43" name="Google Shape;643;p37"/>
          <p:cNvSpPr/>
          <p:nvPr/>
        </p:nvSpPr>
        <p:spPr>
          <a:xfrm>
            <a:off x="7405558" y="2186987"/>
            <a:ext cx="1469502" cy="1426752"/>
          </a:xfrm>
          <a:custGeom>
            <a:avLst/>
            <a:gdLst/>
            <a:ahLst/>
            <a:cxnLst/>
            <a:rect l="l" t="t" r="r" b="b"/>
            <a:pathLst>
              <a:path w="1469502" h="1426752" extrusionOk="0">
                <a:moveTo>
                  <a:pt x="0" y="0"/>
                </a:moveTo>
                <a:lnTo>
                  <a:pt x="1469502" y="0"/>
                </a:lnTo>
                <a:lnTo>
                  <a:pt x="1469502" y="1426752"/>
                </a:lnTo>
                <a:lnTo>
                  <a:pt x="0" y="1426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44" name="Google Shape;644;p37"/>
          <p:cNvSpPr/>
          <p:nvPr/>
        </p:nvSpPr>
        <p:spPr>
          <a:xfrm>
            <a:off x="9713266" y="2168187"/>
            <a:ext cx="1315254" cy="1464352"/>
          </a:xfrm>
          <a:custGeom>
            <a:avLst/>
            <a:gdLst/>
            <a:ahLst/>
            <a:cxnLst/>
            <a:rect l="l" t="t" r="r" b="b"/>
            <a:pathLst>
              <a:path w="1315254" h="1464352" extrusionOk="0">
                <a:moveTo>
                  <a:pt x="0" y="0"/>
                </a:moveTo>
                <a:lnTo>
                  <a:pt x="1315254" y="0"/>
                </a:lnTo>
                <a:lnTo>
                  <a:pt x="1315254" y="1464352"/>
                </a:lnTo>
                <a:lnTo>
                  <a:pt x="0" y="1464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45" name="Google Shape;645;p37"/>
          <p:cNvSpPr/>
          <p:nvPr/>
        </p:nvSpPr>
        <p:spPr>
          <a:xfrm>
            <a:off x="11745112" y="2186987"/>
            <a:ext cx="1566295" cy="1426752"/>
          </a:xfrm>
          <a:custGeom>
            <a:avLst/>
            <a:gdLst/>
            <a:ahLst/>
            <a:cxnLst/>
            <a:rect l="l" t="t" r="r" b="b"/>
            <a:pathLst>
              <a:path w="1566295" h="1426752" extrusionOk="0">
                <a:moveTo>
                  <a:pt x="0" y="0"/>
                </a:moveTo>
                <a:lnTo>
                  <a:pt x="1566295" y="0"/>
                </a:lnTo>
                <a:lnTo>
                  <a:pt x="1566295" y="1426752"/>
                </a:lnTo>
                <a:lnTo>
                  <a:pt x="0" y="1426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46" name="Google Shape;646;p37"/>
          <p:cNvSpPr/>
          <p:nvPr/>
        </p:nvSpPr>
        <p:spPr>
          <a:xfrm>
            <a:off x="13879848" y="2158787"/>
            <a:ext cx="1067869" cy="1483152"/>
          </a:xfrm>
          <a:custGeom>
            <a:avLst/>
            <a:gdLst/>
            <a:ahLst/>
            <a:cxnLst/>
            <a:rect l="l" t="t" r="r" b="b"/>
            <a:pathLst>
              <a:path w="1067869" h="1483152" extrusionOk="0">
                <a:moveTo>
                  <a:pt x="0" y="0"/>
                </a:moveTo>
                <a:lnTo>
                  <a:pt x="1067870" y="0"/>
                </a:lnTo>
                <a:lnTo>
                  <a:pt x="1067870" y="1483152"/>
                </a:lnTo>
                <a:lnTo>
                  <a:pt x="0" y="1483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47" name="Google Shape;647;p37"/>
          <p:cNvSpPr/>
          <p:nvPr/>
        </p:nvSpPr>
        <p:spPr>
          <a:xfrm>
            <a:off x="1384041" y="4019897"/>
            <a:ext cx="1484679" cy="1085166"/>
          </a:xfrm>
          <a:custGeom>
            <a:avLst/>
            <a:gdLst/>
            <a:ahLst/>
            <a:cxnLst/>
            <a:rect l="l" t="t" r="r" b="b"/>
            <a:pathLst>
              <a:path w="1484679" h="1085166" extrusionOk="0">
                <a:moveTo>
                  <a:pt x="0" y="0"/>
                </a:moveTo>
                <a:lnTo>
                  <a:pt x="1484680" y="0"/>
                </a:lnTo>
                <a:lnTo>
                  <a:pt x="1484680" y="1085165"/>
                </a:lnTo>
                <a:lnTo>
                  <a:pt x="0" y="108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48" name="Google Shape;648;p37"/>
          <p:cNvSpPr/>
          <p:nvPr/>
        </p:nvSpPr>
        <p:spPr>
          <a:xfrm>
            <a:off x="3518084" y="3905499"/>
            <a:ext cx="1163453" cy="1313961"/>
          </a:xfrm>
          <a:custGeom>
            <a:avLst/>
            <a:gdLst/>
            <a:ahLst/>
            <a:cxnLst/>
            <a:rect l="l" t="t" r="r" b="b"/>
            <a:pathLst>
              <a:path w="1163453" h="1313961" extrusionOk="0">
                <a:moveTo>
                  <a:pt x="0" y="0"/>
                </a:moveTo>
                <a:lnTo>
                  <a:pt x="1163453" y="0"/>
                </a:lnTo>
                <a:lnTo>
                  <a:pt x="1163453" y="1313961"/>
                </a:lnTo>
                <a:lnTo>
                  <a:pt x="0" y="1313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49" name="Google Shape;649;p37"/>
          <p:cNvSpPr/>
          <p:nvPr/>
        </p:nvSpPr>
        <p:spPr>
          <a:xfrm>
            <a:off x="5697323" y="4045613"/>
            <a:ext cx="802553" cy="1033733"/>
          </a:xfrm>
          <a:custGeom>
            <a:avLst/>
            <a:gdLst/>
            <a:ahLst/>
            <a:cxnLst/>
            <a:rect l="l" t="t" r="r" b="b"/>
            <a:pathLst>
              <a:path w="802553" h="1033733" extrusionOk="0">
                <a:moveTo>
                  <a:pt x="0" y="0"/>
                </a:moveTo>
                <a:lnTo>
                  <a:pt x="802552" y="0"/>
                </a:lnTo>
                <a:lnTo>
                  <a:pt x="802552" y="1033733"/>
                </a:lnTo>
                <a:lnTo>
                  <a:pt x="0" y="10337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50" name="Google Shape;650;p37"/>
          <p:cNvSpPr/>
          <p:nvPr/>
        </p:nvSpPr>
        <p:spPr>
          <a:xfrm>
            <a:off x="7420272" y="3869935"/>
            <a:ext cx="1440073" cy="1385089"/>
          </a:xfrm>
          <a:custGeom>
            <a:avLst/>
            <a:gdLst/>
            <a:ahLst/>
            <a:cxnLst/>
            <a:rect l="l" t="t" r="r" b="b"/>
            <a:pathLst>
              <a:path w="1440073" h="1385089" extrusionOk="0">
                <a:moveTo>
                  <a:pt x="0" y="0"/>
                </a:moveTo>
                <a:lnTo>
                  <a:pt x="1440074" y="0"/>
                </a:lnTo>
                <a:lnTo>
                  <a:pt x="1440074" y="1385089"/>
                </a:lnTo>
                <a:lnTo>
                  <a:pt x="0" y="1385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51" name="Google Shape;651;p37"/>
          <p:cNvSpPr/>
          <p:nvPr/>
        </p:nvSpPr>
        <p:spPr>
          <a:xfrm>
            <a:off x="9703030" y="3978403"/>
            <a:ext cx="1335726" cy="1168153"/>
          </a:xfrm>
          <a:custGeom>
            <a:avLst/>
            <a:gdLst/>
            <a:ahLst/>
            <a:cxnLst/>
            <a:rect l="l" t="t" r="r" b="b"/>
            <a:pathLst>
              <a:path w="1335726" h="1168153" extrusionOk="0">
                <a:moveTo>
                  <a:pt x="0" y="0"/>
                </a:moveTo>
                <a:lnTo>
                  <a:pt x="1335726" y="0"/>
                </a:lnTo>
                <a:lnTo>
                  <a:pt x="1335726" y="1168153"/>
                </a:lnTo>
                <a:lnTo>
                  <a:pt x="0" y="1168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52" name="Google Shape;652;p37"/>
          <p:cNvSpPr/>
          <p:nvPr/>
        </p:nvSpPr>
        <p:spPr>
          <a:xfrm>
            <a:off x="11819226" y="3877940"/>
            <a:ext cx="1418068" cy="1369080"/>
          </a:xfrm>
          <a:custGeom>
            <a:avLst/>
            <a:gdLst/>
            <a:ahLst/>
            <a:cxnLst/>
            <a:rect l="l" t="t" r="r" b="b"/>
            <a:pathLst>
              <a:path w="1418068" h="1369080" extrusionOk="0">
                <a:moveTo>
                  <a:pt x="0" y="0"/>
                </a:moveTo>
                <a:lnTo>
                  <a:pt x="1418067" y="0"/>
                </a:lnTo>
                <a:lnTo>
                  <a:pt x="1418067" y="1369079"/>
                </a:lnTo>
                <a:lnTo>
                  <a:pt x="0" y="1369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53" name="Google Shape;653;p37"/>
          <p:cNvSpPr/>
          <p:nvPr/>
        </p:nvSpPr>
        <p:spPr>
          <a:xfrm>
            <a:off x="13607591" y="3924855"/>
            <a:ext cx="1612385" cy="1275250"/>
          </a:xfrm>
          <a:custGeom>
            <a:avLst/>
            <a:gdLst/>
            <a:ahLst/>
            <a:cxnLst/>
            <a:rect l="l" t="t" r="r" b="b"/>
            <a:pathLst>
              <a:path w="1612385" h="1275250" extrusionOk="0">
                <a:moveTo>
                  <a:pt x="0" y="0"/>
                </a:moveTo>
                <a:lnTo>
                  <a:pt x="1612384" y="0"/>
                </a:lnTo>
                <a:lnTo>
                  <a:pt x="1612384" y="1275249"/>
                </a:lnTo>
                <a:lnTo>
                  <a:pt x="0" y="1275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54" name="Google Shape;654;p37"/>
          <p:cNvSpPr/>
          <p:nvPr/>
        </p:nvSpPr>
        <p:spPr>
          <a:xfrm>
            <a:off x="1521799" y="5745308"/>
            <a:ext cx="1209164" cy="1132217"/>
          </a:xfrm>
          <a:custGeom>
            <a:avLst/>
            <a:gdLst/>
            <a:ahLst/>
            <a:cxnLst/>
            <a:rect l="l" t="t" r="r" b="b"/>
            <a:pathLst>
              <a:path w="1209164" h="1132217" extrusionOk="0">
                <a:moveTo>
                  <a:pt x="0" y="0"/>
                </a:moveTo>
                <a:lnTo>
                  <a:pt x="1209164" y="0"/>
                </a:lnTo>
                <a:lnTo>
                  <a:pt x="1209164" y="1132218"/>
                </a:lnTo>
                <a:lnTo>
                  <a:pt x="0" y="11322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55" name="Google Shape;655;p37"/>
          <p:cNvSpPr/>
          <p:nvPr/>
        </p:nvSpPr>
        <p:spPr>
          <a:xfrm>
            <a:off x="3518084" y="5654437"/>
            <a:ext cx="1163453" cy="1313961"/>
          </a:xfrm>
          <a:custGeom>
            <a:avLst/>
            <a:gdLst/>
            <a:ahLst/>
            <a:cxnLst/>
            <a:rect l="l" t="t" r="r" b="b"/>
            <a:pathLst>
              <a:path w="1163453" h="1313961" extrusionOk="0">
                <a:moveTo>
                  <a:pt x="0" y="0"/>
                </a:moveTo>
                <a:lnTo>
                  <a:pt x="1163453" y="0"/>
                </a:lnTo>
                <a:lnTo>
                  <a:pt x="1163453" y="1313961"/>
                </a:lnTo>
                <a:lnTo>
                  <a:pt x="0" y="1313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56" name="Google Shape;656;p37"/>
          <p:cNvSpPr/>
          <p:nvPr/>
        </p:nvSpPr>
        <p:spPr>
          <a:xfrm>
            <a:off x="5519091" y="5583725"/>
            <a:ext cx="1159015" cy="1455384"/>
          </a:xfrm>
          <a:custGeom>
            <a:avLst/>
            <a:gdLst/>
            <a:ahLst/>
            <a:cxnLst/>
            <a:rect l="l" t="t" r="r" b="b"/>
            <a:pathLst>
              <a:path w="1159015" h="1455384" extrusionOk="0">
                <a:moveTo>
                  <a:pt x="0" y="0"/>
                </a:moveTo>
                <a:lnTo>
                  <a:pt x="1159016" y="0"/>
                </a:lnTo>
                <a:lnTo>
                  <a:pt x="1159016" y="1455384"/>
                </a:lnTo>
                <a:lnTo>
                  <a:pt x="0" y="1455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57" name="Google Shape;657;p37"/>
          <p:cNvSpPr/>
          <p:nvPr/>
        </p:nvSpPr>
        <p:spPr>
          <a:xfrm>
            <a:off x="7426197" y="5508224"/>
            <a:ext cx="1428224" cy="1606386"/>
          </a:xfrm>
          <a:custGeom>
            <a:avLst/>
            <a:gdLst/>
            <a:ahLst/>
            <a:cxnLst/>
            <a:rect l="l" t="t" r="r" b="b"/>
            <a:pathLst>
              <a:path w="1428224" h="1606386" extrusionOk="0">
                <a:moveTo>
                  <a:pt x="0" y="0"/>
                </a:moveTo>
                <a:lnTo>
                  <a:pt x="1428224" y="0"/>
                </a:lnTo>
                <a:lnTo>
                  <a:pt x="1428224" y="1606386"/>
                </a:lnTo>
                <a:lnTo>
                  <a:pt x="0" y="160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58" name="Google Shape;658;p37"/>
          <p:cNvSpPr/>
          <p:nvPr/>
        </p:nvSpPr>
        <p:spPr>
          <a:xfrm>
            <a:off x="9522852" y="5663822"/>
            <a:ext cx="1696082" cy="1295190"/>
          </a:xfrm>
          <a:custGeom>
            <a:avLst/>
            <a:gdLst/>
            <a:ahLst/>
            <a:cxnLst/>
            <a:rect l="l" t="t" r="r" b="b"/>
            <a:pathLst>
              <a:path w="1696082" h="1295190" extrusionOk="0">
                <a:moveTo>
                  <a:pt x="0" y="0"/>
                </a:moveTo>
                <a:lnTo>
                  <a:pt x="1696082" y="0"/>
                </a:lnTo>
                <a:lnTo>
                  <a:pt x="1696082" y="1295190"/>
                </a:lnTo>
                <a:lnTo>
                  <a:pt x="0" y="1295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59" name="Google Shape;659;p37"/>
          <p:cNvSpPr/>
          <p:nvPr/>
        </p:nvSpPr>
        <p:spPr>
          <a:xfrm>
            <a:off x="11893062" y="5745308"/>
            <a:ext cx="1270395" cy="1191861"/>
          </a:xfrm>
          <a:custGeom>
            <a:avLst/>
            <a:gdLst/>
            <a:ahLst/>
            <a:cxnLst/>
            <a:rect l="l" t="t" r="r" b="b"/>
            <a:pathLst>
              <a:path w="1270395" h="1191861" extrusionOk="0">
                <a:moveTo>
                  <a:pt x="0" y="0"/>
                </a:moveTo>
                <a:lnTo>
                  <a:pt x="1270395" y="0"/>
                </a:lnTo>
                <a:lnTo>
                  <a:pt x="1270395" y="1191862"/>
                </a:lnTo>
                <a:lnTo>
                  <a:pt x="0" y="1191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60" name="Google Shape;660;p37"/>
          <p:cNvSpPr/>
          <p:nvPr/>
        </p:nvSpPr>
        <p:spPr>
          <a:xfrm>
            <a:off x="13815768" y="5619264"/>
            <a:ext cx="1196030" cy="1339748"/>
          </a:xfrm>
          <a:custGeom>
            <a:avLst/>
            <a:gdLst/>
            <a:ahLst/>
            <a:cxnLst/>
            <a:rect l="l" t="t" r="r" b="b"/>
            <a:pathLst>
              <a:path w="1196030" h="1339748" extrusionOk="0">
                <a:moveTo>
                  <a:pt x="0" y="0"/>
                </a:moveTo>
                <a:lnTo>
                  <a:pt x="1196030" y="0"/>
                </a:lnTo>
                <a:lnTo>
                  <a:pt x="1196030" y="1339748"/>
                </a:lnTo>
                <a:lnTo>
                  <a:pt x="0" y="133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61" name="Google Shape;661;p37"/>
          <p:cNvSpPr/>
          <p:nvPr/>
        </p:nvSpPr>
        <p:spPr>
          <a:xfrm>
            <a:off x="1529083" y="7551357"/>
            <a:ext cx="1194597" cy="1368809"/>
          </a:xfrm>
          <a:custGeom>
            <a:avLst/>
            <a:gdLst/>
            <a:ahLst/>
            <a:cxnLst/>
            <a:rect l="l" t="t" r="r" b="b"/>
            <a:pathLst>
              <a:path w="1194597" h="1368809" extrusionOk="0">
                <a:moveTo>
                  <a:pt x="0" y="0"/>
                </a:moveTo>
                <a:lnTo>
                  <a:pt x="1194596" y="0"/>
                </a:lnTo>
                <a:lnTo>
                  <a:pt x="1194596" y="1368808"/>
                </a:lnTo>
                <a:lnTo>
                  <a:pt x="0" y="1368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62" name="Google Shape;662;p37"/>
          <p:cNvSpPr/>
          <p:nvPr/>
        </p:nvSpPr>
        <p:spPr>
          <a:xfrm>
            <a:off x="3406031" y="7669385"/>
            <a:ext cx="1387559" cy="1132752"/>
          </a:xfrm>
          <a:custGeom>
            <a:avLst/>
            <a:gdLst/>
            <a:ahLst/>
            <a:cxnLst/>
            <a:rect l="l" t="t" r="r" b="b"/>
            <a:pathLst>
              <a:path w="1387559" h="1132752" extrusionOk="0">
                <a:moveTo>
                  <a:pt x="0" y="0"/>
                </a:moveTo>
                <a:lnTo>
                  <a:pt x="1387559" y="0"/>
                </a:lnTo>
                <a:lnTo>
                  <a:pt x="1387559" y="1132752"/>
                </a:lnTo>
                <a:lnTo>
                  <a:pt x="0" y="113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63" name="Google Shape;663;p37"/>
          <p:cNvSpPr/>
          <p:nvPr/>
        </p:nvSpPr>
        <p:spPr>
          <a:xfrm>
            <a:off x="5466903" y="7767157"/>
            <a:ext cx="1263392" cy="937207"/>
          </a:xfrm>
          <a:custGeom>
            <a:avLst/>
            <a:gdLst/>
            <a:ahLst/>
            <a:cxnLst/>
            <a:rect l="l" t="t" r="r" b="b"/>
            <a:pathLst>
              <a:path w="1263392" h="937207" extrusionOk="0">
                <a:moveTo>
                  <a:pt x="0" y="0"/>
                </a:moveTo>
                <a:lnTo>
                  <a:pt x="1263392" y="0"/>
                </a:lnTo>
                <a:lnTo>
                  <a:pt x="1263392" y="937207"/>
                </a:lnTo>
                <a:lnTo>
                  <a:pt x="0" y="9372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64" name="Google Shape;664;p37"/>
          <p:cNvSpPr/>
          <p:nvPr/>
        </p:nvSpPr>
        <p:spPr>
          <a:xfrm>
            <a:off x="7680387" y="7457205"/>
            <a:ext cx="919845" cy="1246095"/>
          </a:xfrm>
          <a:custGeom>
            <a:avLst/>
            <a:gdLst/>
            <a:ahLst/>
            <a:cxnLst/>
            <a:rect l="l" t="t" r="r" b="b"/>
            <a:pathLst>
              <a:path w="919845" h="1246095" extrusionOk="0">
                <a:moveTo>
                  <a:pt x="0" y="0"/>
                </a:moveTo>
                <a:lnTo>
                  <a:pt x="919845" y="0"/>
                </a:lnTo>
                <a:lnTo>
                  <a:pt x="919845" y="1246095"/>
                </a:lnTo>
                <a:lnTo>
                  <a:pt x="0" y="1246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65" name="Google Shape;665;p37"/>
          <p:cNvSpPr/>
          <p:nvPr/>
        </p:nvSpPr>
        <p:spPr>
          <a:xfrm>
            <a:off x="10021029" y="7457205"/>
            <a:ext cx="699728" cy="1436008"/>
          </a:xfrm>
          <a:custGeom>
            <a:avLst/>
            <a:gdLst/>
            <a:ahLst/>
            <a:cxnLst/>
            <a:rect l="l" t="t" r="r" b="b"/>
            <a:pathLst>
              <a:path w="699728" h="1436008" extrusionOk="0">
                <a:moveTo>
                  <a:pt x="0" y="0"/>
                </a:moveTo>
                <a:lnTo>
                  <a:pt x="699728" y="0"/>
                </a:lnTo>
                <a:lnTo>
                  <a:pt x="699728" y="1436008"/>
                </a:lnTo>
                <a:lnTo>
                  <a:pt x="0" y="1436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66" name="Google Shape;666;p37"/>
          <p:cNvSpPr/>
          <p:nvPr/>
        </p:nvSpPr>
        <p:spPr>
          <a:xfrm>
            <a:off x="11820699" y="7366129"/>
            <a:ext cx="1415121" cy="1436008"/>
          </a:xfrm>
          <a:custGeom>
            <a:avLst/>
            <a:gdLst/>
            <a:ahLst/>
            <a:cxnLst/>
            <a:rect l="l" t="t" r="r" b="b"/>
            <a:pathLst>
              <a:path w="1415121" h="1436008" extrusionOk="0">
                <a:moveTo>
                  <a:pt x="0" y="0"/>
                </a:moveTo>
                <a:lnTo>
                  <a:pt x="1415121" y="0"/>
                </a:lnTo>
                <a:lnTo>
                  <a:pt x="1415121" y="1436008"/>
                </a:lnTo>
                <a:lnTo>
                  <a:pt x="0" y="1436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67" name="Google Shape;667;p37"/>
          <p:cNvSpPr/>
          <p:nvPr/>
        </p:nvSpPr>
        <p:spPr>
          <a:xfrm>
            <a:off x="13815768" y="7768222"/>
            <a:ext cx="1196030" cy="935078"/>
          </a:xfrm>
          <a:custGeom>
            <a:avLst/>
            <a:gdLst/>
            <a:ahLst/>
            <a:cxnLst/>
            <a:rect l="l" t="t" r="r" b="b"/>
            <a:pathLst>
              <a:path w="1196030" h="935078" extrusionOk="0">
                <a:moveTo>
                  <a:pt x="0" y="0"/>
                </a:moveTo>
                <a:lnTo>
                  <a:pt x="1196030" y="0"/>
                </a:lnTo>
                <a:lnTo>
                  <a:pt x="1196030" y="935078"/>
                </a:lnTo>
                <a:lnTo>
                  <a:pt x="0" y="935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68" name="Google Shape;668;p37"/>
          <p:cNvSpPr/>
          <p:nvPr/>
        </p:nvSpPr>
        <p:spPr>
          <a:xfrm>
            <a:off x="15361112" y="2219203"/>
            <a:ext cx="1661367" cy="1362321"/>
          </a:xfrm>
          <a:custGeom>
            <a:avLst/>
            <a:gdLst/>
            <a:ahLst/>
            <a:cxnLst/>
            <a:rect l="l" t="t" r="r" b="b"/>
            <a:pathLst>
              <a:path w="1661367" h="1362321" extrusionOk="0">
                <a:moveTo>
                  <a:pt x="0" y="0"/>
                </a:moveTo>
                <a:lnTo>
                  <a:pt x="1661367" y="0"/>
                </a:lnTo>
                <a:lnTo>
                  <a:pt x="1661367" y="1362320"/>
                </a:lnTo>
                <a:lnTo>
                  <a:pt x="0" y="1362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69" name="Google Shape;669;p37"/>
          <p:cNvSpPr/>
          <p:nvPr/>
        </p:nvSpPr>
        <p:spPr>
          <a:xfrm>
            <a:off x="15825450" y="3930850"/>
            <a:ext cx="732691" cy="1263260"/>
          </a:xfrm>
          <a:custGeom>
            <a:avLst/>
            <a:gdLst/>
            <a:ahLst/>
            <a:cxnLst/>
            <a:rect l="l" t="t" r="r" b="b"/>
            <a:pathLst>
              <a:path w="732691" h="1263260" extrusionOk="0">
                <a:moveTo>
                  <a:pt x="0" y="0"/>
                </a:moveTo>
                <a:lnTo>
                  <a:pt x="732691" y="0"/>
                </a:lnTo>
                <a:lnTo>
                  <a:pt x="732691" y="1263259"/>
                </a:lnTo>
                <a:lnTo>
                  <a:pt x="0" y="12632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70" name="Google Shape;670;p37"/>
          <p:cNvSpPr/>
          <p:nvPr/>
        </p:nvSpPr>
        <p:spPr>
          <a:xfrm>
            <a:off x="15782563" y="5641543"/>
            <a:ext cx="818464" cy="1339748"/>
          </a:xfrm>
          <a:custGeom>
            <a:avLst/>
            <a:gdLst/>
            <a:ahLst/>
            <a:cxnLst/>
            <a:rect l="l" t="t" r="r" b="b"/>
            <a:pathLst>
              <a:path w="818464" h="1339748" extrusionOk="0">
                <a:moveTo>
                  <a:pt x="0" y="0"/>
                </a:moveTo>
                <a:lnTo>
                  <a:pt x="818465" y="0"/>
                </a:lnTo>
                <a:lnTo>
                  <a:pt x="818465" y="1339748"/>
                </a:lnTo>
                <a:lnTo>
                  <a:pt x="0" y="133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71" name="Google Shape;671;p37"/>
          <p:cNvSpPr/>
          <p:nvPr/>
        </p:nvSpPr>
        <p:spPr>
          <a:xfrm>
            <a:off x="15611245" y="7570547"/>
            <a:ext cx="1161100" cy="1330427"/>
          </a:xfrm>
          <a:custGeom>
            <a:avLst/>
            <a:gdLst/>
            <a:ahLst/>
            <a:cxnLst/>
            <a:rect l="l" t="t" r="r" b="b"/>
            <a:pathLst>
              <a:path w="1161100" h="1330427" extrusionOk="0">
                <a:moveTo>
                  <a:pt x="0" y="0"/>
                </a:moveTo>
                <a:lnTo>
                  <a:pt x="1161100" y="0"/>
                </a:lnTo>
                <a:lnTo>
                  <a:pt x="1161100" y="1330427"/>
                </a:lnTo>
                <a:lnTo>
                  <a:pt x="0" y="1330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72" name="Google Shape;672;p37"/>
          <p:cNvSpPr txBox="1"/>
          <p:nvPr/>
        </p:nvSpPr>
        <p:spPr>
          <a:xfrm>
            <a:off x="1028700" y="990600"/>
            <a:ext cx="8617385" cy="58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ELEMENTOS GRÁFICOS</a:t>
            </a:r>
            <a:endParaRPr lang="es-ES_tradn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</TotalTime>
  <Words>2276</Words>
  <Application>Microsoft Macintosh PowerPoint</Application>
  <PresentationFormat>Personalizado</PresentationFormat>
  <Paragraphs>276</Paragraphs>
  <Slides>29</Slides>
  <Notes>29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Calibri</vt:lpstr>
      <vt:lpstr>Poppins Black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cp:lastModifiedBy>Emilio T</cp:lastModifiedBy>
  <cp:revision>5</cp:revision>
  <dcterms:modified xsi:type="dcterms:W3CDTF">2026-05-07T11:34:17Z</dcterms:modified>
</cp:coreProperties>
</file>