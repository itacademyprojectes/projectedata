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Albert Sans Medium"/>
      <p:regular r:id="rId33"/>
      <p:bold r:id="rId34"/>
      <p:italic r:id="rId35"/>
      <p:boldItalic r:id="rId36"/>
    </p:embeddedFont>
    <p:embeddedFont>
      <p:font typeface="Albert Sans Light"/>
      <p:regular r:id="rId37"/>
      <p:bold r:id="rId38"/>
      <p:italic r:id="rId39"/>
      <p:boldItalic r:id="rId40"/>
    </p:embeddedFont>
    <p:embeddedFont>
      <p:font typeface="Albert Sans ExtraLight"/>
      <p:regular r:id="rId41"/>
      <p:bold r:id="rId42"/>
      <p:italic r:id="rId43"/>
      <p:boldItalic r:id="rId44"/>
    </p:embeddedFont>
    <p:embeddedFont>
      <p:font typeface="Albert Sans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32C4F56-C7B0-4627-B254-02706719AAB3}">
  <a:tblStyle styleId="{232C4F56-C7B0-4627-B254-02706719AA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lbertSansLight-boldItalic.fntdata"/><Relationship Id="rId20" Type="http://schemas.openxmlformats.org/officeDocument/2006/relationships/slide" Target="slides/slide15.xml"/><Relationship Id="rId42" Type="http://schemas.openxmlformats.org/officeDocument/2006/relationships/font" Target="fonts/AlbertSansExtraLight-bold.fntdata"/><Relationship Id="rId41" Type="http://schemas.openxmlformats.org/officeDocument/2006/relationships/font" Target="fonts/AlbertSansExtraLight-regular.fntdata"/><Relationship Id="rId22" Type="http://schemas.openxmlformats.org/officeDocument/2006/relationships/slide" Target="slides/slide17.xml"/><Relationship Id="rId44" Type="http://schemas.openxmlformats.org/officeDocument/2006/relationships/font" Target="fonts/AlbertSansExtraLight-boldItalic.fntdata"/><Relationship Id="rId21" Type="http://schemas.openxmlformats.org/officeDocument/2006/relationships/slide" Target="slides/slide16.xml"/><Relationship Id="rId43" Type="http://schemas.openxmlformats.org/officeDocument/2006/relationships/font" Target="fonts/AlbertSansExtraLight-italic.fntdata"/><Relationship Id="rId24" Type="http://schemas.openxmlformats.org/officeDocument/2006/relationships/slide" Target="slides/slide19.xml"/><Relationship Id="rId46" Type="http://schemas.openxmlformats.org/officeDocument/2006/relationships/font" Target="fonts/AlbertSans-bold.fntdata"/><Relationship Id="rId23" Type="http://schemas.openxmlformats.org/officeDocument/2006/relationships/slide" Target="slides/slide18.xml"/><Relationship Id="rId45" Type="http://schemas.openxmlformats.org/officeDocument/2006/relationships/font" Target="fonts/AlbertSans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schemas.openxmlformats.org/officeDocument/2006/relationships/font" Target="fonts/AlbertSans-boldItalic.fntdata"/><Relationship Id="rId25" Type="http://schemas.openxmlformats.org/officeDocument/2006/relationships/slide" Target="slides/slide20.xml"/><Relationship Id="rId47" Type="http://schemas.openxmlformats.org/officeDocument/2006/relationships/font" Target="fonts/AlbertSans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AlbertSansMedium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AlbertSansMedium-italic.fntdata"/><Relationship Id="rId12" Type="http://schemas.openxmlformats.org/officeDocument/2006/relationships/slide" Target="slides/slide7.xml"/><Relationship Id="rId34" Type="http://schemas.openxmlformats.org/officeDocument/2006/relationships/font" Target="fonts/AlbertSansMedium-bold.fntdata"/><Relationship Id="rId15" Type="http://schemas.openxmlformats.org/officeDocument/2006/relationships/slide" Target="slides/slide10.xml"/><Relationship Id="rId37" Type="http://schemas.openxmlformats.org/officeDocument/2006/relationships/font" Target="fonts/AlbertSansLight-regular.fntdata"/><Relationship Id="rId14" Type="http://schemas.openxmlformats.org/officeDocument/2006/relationships/slide" Target="slides/slide9.xml"/><Relationship Id="rId36" Type="http://schemas.openxmlformats.org/officeDocument/2006/relationships/font" Target="fonts/AlbertSansMedium-boldItalic.fntdata"/><Relationship Id="rId17" Type="http://schemas.openxmlformats.org/officeDocument/2006/relationships/slide" Target="slides/slide12.xml"/><Relationship Id="rId39" Type="http://schemas.openxmlformats.org/officeDocument/2006/relationships/font" Target="fonts/AlbertSansLight-italic.fntdata"/><Relationship Id="rId16" Type="http://schemas.openxmlformats.org/officeDocument/2006/relationships/slide" Target="slides/slide11.xml"/><Relationship Id="rId38" Type="http://schemas.openxmlformats.org/officeDocument/2006/relationships/font" Target="fonts/AlbertSansLight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5c398b60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95c398b60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5c002fcd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95c002fc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5c002fcdb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95c002fcdb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5c002fcdb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95c002fcdb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95c002fcdb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95c002fcdb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cd64dc6d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cd64dc6d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cd64dc6d7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cd64dc6d7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95c002fcdb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95c002fcdb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95c002fcdb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95c002fcdb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95c002fcdb_4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95c002fcdb_4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95c002fcdb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95c002fcdb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95c002fcdb_4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95c002fcdb_4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95c002fcdb_4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95c002fcdb_4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95c002fcdb_4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95c002fcdb_4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95c002fcdb_4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95c002fcdb_4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95c398b60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95c398b60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95c002fcdb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95c002fcdb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95c002fcdb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95c002fcdb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cd2efdee73_0_47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cd2efdee73_0_47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95c002fcdb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95c002fcdb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95c002fcdb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95c002fcdb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95cd02b389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95cd02b38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95c002fcdb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95c002fcdb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95c002fcdb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95c002fcdb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95c002fcd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95c002fcd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95cd02b389_2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95cd02b389_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95cd02b389_2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95cd02b389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681633" y="1578180"/>
            <a:ext cx="28671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0"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2" name="Google Shape;52;p13"/>
          <p:cNvSpPr txBox="1"/>
          <p:nvPr>
            <p:ph idx="1" type="subTitle"/>
          </p:nvPr>
        </p:nvSpPr>
        <p:spPr>
          <a:xfrm>
            <a:off x="1681633" y="1944319"/>
            <a:ext cx="2867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2" type="title"/>
          </p:nvPr>
        </p:nvSpPr>
        <p:spPr>
          <a:xfrm flipH="1">
            <a:off x="5477605" y="1578180"/>
            <a:ext cx="28671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0"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4" name="Google Shape;54;p13"/>
          <p:cNvSpPr txBox="1"/>
          <p:nvPr>
            <p:ph idx="3" type="subTitle"/>
          </p:nvPr>
        </p:nvSpPr>
        <p:spPr>
          <a:xfrm flipH="1">
            <a:off x="5477605" y="1944319"/>
            <a:ext cx="28668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hasCustomPrompt="1" idx="4" type="title"/>
          </p:nvPr>
        </p:nvSpPr>
        <p:spPr>
          <a:xfrm>
            <a:off x="799295" y="1885187"/>
            <a:ext cx="734700" cy="34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/>
          <p:nvPr>
            <p:ph hasCustomPrompt="1" idx="5" type="title"/>
          </p:nvPr>
        </p:nvSpPr>
        <p:spPr>
          <a:xfrm flipH="1">
            <a:off x="4595942" y="1885187"/>
            <a:ext cx="734700" cy="34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/>
          <p:nvPr>
            <p:ph idx="6" type="title"/>
          </p:nvPr>
        </p:nvSpPr>
        <p:spPr>
          <a:xfrm>
            <a:off x="720000" y="539500"/>
            <a:ext cx="7704000" cy="457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7" type="title"/>
          </p:nvPr>
        </p:nvSpPr>
        <p:spPr>
          <a:xfrm>
            <a:off x="1681633" y="3350410"/>
            <a:ext cx="28671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0"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9" name="Google Shape;59;p13"/>
          <p:cNvSpPr txBox="1"/>
          <p:nvPr>
            <p:ph idx="8" type="subTitle"/>
          </p:nvPr>
        </p:nvSpPr>
        <p:spPr>
          <a:xfrm>
            <a:off x="1681633" y="3717787"/>
            <a:ext cx="28677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9" type="title"/>
          </p:nvPr>
        </p:nvSpPr>
        <p:spPr>
          <a:xfrm flipH="1">
            <a:off x="5477605" y="3350410"/>
            <a:ext cx="28671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0"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1" name="Google Shape;61;p13"/>
          <p:cNvSpPr txBox="1"/>
          <p:nvPr>
            <p:ph idx="13" type="subTitle"/>
          </p:nvPr>
        </p:nvSpPr>
        <p:spPr>
          <a:xfrm flipH="1">
            <a:off x="5477605" y="3717787"/>
            <a:ext cx="28668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hasCustomPrompt="1" idx="14" type="title"/>
          </p:nvPr>
        </p:nvSpPr>
        <p:spPr>
          <a:xfrm>
            <a:off x="799295" y="3619447"/>
            <a:ext cx="7347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/>
          <p:nvPr>
            <p:ph hasCustomPrompt="1" idx="15" type="title"/>
          </p:nvPr>
        </p:nvSpPr>
        <p:spPr>
          <a:xfrm flipH="1">
            <a:off x="4595942" y="3619447"/>
            <a:ext cx="7347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/>
          <p:nvPr/>
        </p:nvSpPr>
        <p:spPr>
          <a:xfrm rot="5400000">
            <a:off x="7858325" y="3471500"/>
            <a:ext cx="2356000" cy="977350"/>
          </a:xfrm>
          <a:custGeom>
            <a:rect b="b" l="l" r="r" t="t"/>
            <a:pathLst>
              <a:path extrusionOk="0" h="39094" w="94240">
                <a:moveTo>
                  <a:pt x="37689" y="25742"/>
                </a:moveTo>
                <a:lnTo>
                  <a:pt x="37911" y="26482"/>
                </a:lnTo>
                <a:lnTo>
                  <a:pt x="38170" y="27221"/>
                </a:lnTo>
                <a:lnTo>
                  <a:pt x="38429" y="27924"/>
                </a:lnTo>
                <a:lnTo>
                  <a:pt x="38762" y="28627"/>
                </a:lnTo>
                <a:lnTo>
                  <a:pt x="39095" y="29329"/>
                </a:lnTo>
                <a:lnTo>
                  <a:pt x="39464" y="29995"/>
                </a:lnTo>
                <a:lnTo>
                  <a:pt x="39871" y="30661"/>
                </a:lnTo>
                <a:lnTo>
                  <a:pt x="40315" y="31290"/>
                </a:lnTo>
                <a:lnTo>
                  <a:pt x="40056" y="31623"/>
                </a:lnTo>
                <a:lnTo>
                  <a:pt x="39354" y="32510"/>
                </a:lnTo>
                <a:lnTo>
                  <a:pt x="38577" y="33361"/>
                </a:lnTo>
                <a:lnTo>
                  <a:pt x="37726" y="34138"/>
                </a:lnTo>
                <a:lnTo>
                  <a:pt x="36875" y="34877"/>
                </a:lnTo>
                <a:lnTo>
                  <a:pt x="35914" y="34064"/>
                </a:lnTo>
                <a:lnTo>
                  <a:pt x="35026" y="33213"/>
                </a:lnTo>
                <a:lnTo>
                  <a:pt x="34176" y="32288"/>
                </a:lnTo>
                <a:lnTo>
                  <a:pt x="33436" y="31327"/>
                </a:lnTo>
                <a:lnTo>
                  <a:pt x="37689" y="25742"/>
                </a:lnTo>
                <a:close/>
                <a:moveTo>
                  <a:pt x="33177" y="31660"/>
                </a:moveTo>
                <a:lnTo>
                  <a:pt x="33917" y="32584"/>
                </a:lnTo>
                <a:lnTo>
                  <a:pt x="34730" y="33509"/>
                </a:lnTo>
                <a:lnTo>
                  <a:pt x="35581" y="34322"/>
                </a:lnTo>
                <a:lnTo>
                  <a:pt x="36543" y="35136"/>
                </a:lnTo>
                <a:lnTo>
                  <a:pt x="35729" y="35691"/>
                </a:lnTo>
                <a:lnTo>
                  <a:pt x="34878" y="36209"/>
                </a:lnTo>
                <a:lnTo>
                  <a:pt x="34028" y="36690"/>
                </a:lnTo>
                <a:lnTo>
                  <a:pt x="33140" y="37096"/>
                </a:lnTo>
                <a:lnTo>
                  <a:pt x="32289" y="36690"/>
                </a:lnTo>
                <a:lnTo>
                  <a:pt x="31439" y="36209"/>
                </a:lnTo>
                <a:lnTo>
                  <a:pt x="30625" y="35691"/>
                </a:lnTo>
                <a:lnTo>
                  <a:pt x="29811" y="35136"/>
                </a:lnTo>
                <a:lnTo>
                  <a:pt x="30662" y="34396"/>
                </a:lnTo>
                <a:lnTo>
                  <a:pt x="31513" y="33620"/>
                </a:lnTo>
                <a:lnTo>
                  <a:pt x="32289" y="32769"/>
                </a:lnTo>
                <a:lnTo>
                  <a:pt x="32992" y="31881"/>
                </a:lnTo>
                <a:lnTo>
                  <a:pt x="33177" y="31660"/>
                </a:lnTo>
                <a:close/>
                <a:moveTo>
                  <a:pt x="40574" y="31660"/>
                </a:moveTo>
                <a:lnTo>
                  <a:pt x="41314" y="32584"/>
                </a:lnTo>
                <a:lnTo>
                  <a:pt x="42127" y="33509"/>
                </a:lnTo>
                <a:lnTo>
                  <a:pt x="42978" y="34322"/>
                </a:lnTo>
                <a:lnTo>
                  <a:pt x="43940" y="35136"/>
                </a:lnTo>
                <a:lnTo>
                  <a:pt x="43126" y="35691"/>
                </a:lnTo>
                <a:lnTo>
                  <a:pt x="42275" y="36209"/>
                </a:lnTo>
                <a:lnTo>
                  <a:pt x="41425" y="36690"/>
                </a:lnTo>
                <a:lnTo>
                  <a:pt x="40537" y="37096"/>
                </a:lnTo>
                <a:lnTo>
                  <a:pt x="39686" y="36690"/>
                </a:lnTo>
                <a:lnTo>
                  <a:pt x="38836" y="36209"/>
                </a:lnTo>
                <a:lnTo>
                  <a:pt x="38022" y="35691"/>
                </a:lnTo>
                <a:lnTo>
                  <a:pt x="37208" y="35136"/>
                </a:lnTo>
                <a:lnTo>
                  <a:pt x="38059" y="34396"/>
                </a:lnTo>
                <a:lnTo>
                  <a:pt x="38910" y="33620"/>
                </a:lnTo>
                <a:lnTo>
                  <a:pt x="39686" y="32769"/>
                </a:lnTo>
                <a:lnTo>
                  <a:pt x="40389" y="31881"/>
                </a:lnTo>
                <a:lnTo>
                  <a:pt x="40574" y="31660"/>
                </a:lnTo>
                <a:close/>
                <a:moveTo>
                  <a:pt x="29478" y="35395"/>
                </a:moveTo>
                <a:lnTo>
                  <a:pt x="30218" y="35950"/>
                </a:lnTo>
                <a:lnTo>
                  <a:pt x="31032" y="36431"/>
                </a:lnTo>
                <a:lnTo>
                  <a:pt x="31808" y="36911"/>
                </a:lnTo>
                <a:lnTo>
                  <a:pt x="32659" y="37318"/>
                </a:lnTo>
                <a:lnTo>
                  <a:pt x="31845" y="37614"/>
                </a:lnTo>
                <a:lnTo>
                  <a:pt x="31069" y="37873"/>
                </a:lnTo>
                <a:lnTo>
                  <a:pt x="30255" y="38132"/>
                </a:lnTo>
                <a:lnTo>
                  <a:pt x="29441" y="38317"/>
                </a:lnTo>
                <a:lnTo>
                  <a:pt x="28628" y="38132"/>
                </a:lnTo>
                <a:lnTo>
                  <a:pt x="27814" y="37873"/>
                </a:lnTo>
                <a:lnTo>
                  <a:pt x="27037" y="37614"/>
                </a:lnTo>
                <a:lnTo>
                  <a:pt x="26261" y="37318"/>
                </a:lnTo>
                <a:lnTo>
                  <a:pt x="27111" y="36911"/>
                </a:lnTo>
                <a:lnTo>
                  <a:pt x="27925" y="36431"/>
                </a:lnTo>
                <a:lnTo>
                  <a:pt x="28702" y="35950"/>
                </a:lnTo>
                <a:lnTo>
                  <a:pt x="29478" y="35395"/>
                </a:lnTo>
                <a:close/>
                <a:moveTo>
                  <a:pt x="36875" y="35395"/>
                </a:moveTo>
                <a:lnTo>
                  <a:pt x="37615" y="35950"/>
                </a:lnTo>
                <a:lnTo>
                  <a:pt x="38429" y="36431"/>
                </a:lnTo>
                <a:lnTo>
                  <a:pt x="39206" y="36911"/>
                </a:lnTo>
                <a:lnTo>
                  <a:pt x="40056" y="37318"/>
                </a:lnTo>
                <a:lnTo>
                  <a:pt x="39243" y="37614"/>
                </a:lnTo>
                <a:lnTo>
                  <a:pt x="38466" y="37873"/>
                </a:lnTo>
                <a:lnTo>
                  <a:pt x="37652" y="38132"/>
                </a:lnTo>
                <a:lnTo>
                  <a:pt x="36839" y="38317"/>
                </a:lnTo>
                <a:lnTo>
                  <a:pt x="36025" y="38132"/>
                </a:lnTo>
                <a:lnTo>
                  <a:pt x="35211" y="37873"/>
                </a:lnTo>
                <a:lnTo>
                  <a:pt x="34434" y="37614"/>
                </a:lnTo>
                <a:lnTo>
                  <a:pt x="33658" y="37318"/>
                </a:lnTo>
                <a:lnTo>
                  <a:pt x="34508" y="36911"/>
                </a:lnTo>
                <a:lnTo>
                  <a:pt x="35322" y="36431"/>
                </a:lnTo>
                <a:lnTo>
                  <a:pt x="36099" y="35950"/>
                </a:lnTo>
                <a:lnTo>
                  <a:pt x="36875" y="35395"/>
                </a:lnTo>
                <a:close/>
                <a:moveTo>
                  <a:pt x="44273" y="35395"/>
                </a:moveTo>
                <a:lnTo>
                  <a:pt x="45012" y="35950"/>
                </a:lnTo>
                <a:lnTo>
                  <a:pt x="45826" y="36431"/>
                </a:lnTo>
                <a:lnTo>
                  <a:pt x="46603" y="36911"/>
                </a:lnTo>
                <a:lnTo>
                  <a:pt x="47453" y="37318"/>
                </a:lnTo>
                <a:lnTo>
                  <a:pt x="46640" y="37614"/>
                </a:lnTo>
                <a:lnTo>
                  <a:pt x="45863" y="37873"/>
                </a:lnTo>
                <a:lnTo>
                  <a:pt x="45049" y="38132"/>
                </a:lnTo>
                <a:lnTo>
                  <a:pt x="44236" y="38317"/>
                </a:lnTo>
                <a:lnTo>
                  <a:pt x="43422" y="38132"/>
                </a:lnTo>
                <a:lnTo>
                  <a:pt x="42608" y="37873"/>
                </a:lnTo>
                <a:lnTo>
                  <a:pt x="41832" y="37614"/>
                </a:lnTo>
                <a:lnTo>
                  <a:pt x="41055" y="37318"/>
                </a:lnTo>
                <a:lnTo>
                  <a:pt x="41906" y="36911"/>
                </a:lnTo>
                <a:lnTo>
                  <a:pt x="42719" y="36431"/>
                </a:lnTo>
                <a:lnTo>
                  <a:pt x="43496" y="35950"/>
                </a:lnTo>
                <a:lnTo>
                  <a:pt x="44273" y="35395"/>
                </a:lnTo>
                <a:close/>
                <a:moveTo>
                  <a:pt x="25743" y="37577"/>
                </a:moveTo>
                <a:lnTo>
                  <a:pt x="26409" y="37836"/>
                </a:lnTo>
                <a:lnTo>
                  <a:pt x="27074" y="38058"/>
                </a:lnTo>
                <a:lnTo>
                  <a:pt x="27740" y="38280"/>
                </a:lnTo>
                <a:lnTo>
                  <a:pt x="28406" y="38502"/>
                </a:lnTo>
                <a:lnTo>
                  <a:pt x="28184" y="38502"/>
                </a:lnTo>
                <a:lnTo>
                  <a:pt x="27518" y="38576"/>
                </a:lnTo>
                <a:lnTo>
                  <a:pt x="26889" y="38650"/>
                </a:lnTo>
                <a:lnTo>
                  <a:pt x="26261" y="38687"/>
                </a:lnTo>
                <a:lnTo>
                  <a:pt x="24966" y="38687"/>
                </a:lnTo>
                <a:lnTo>
                  <a:pt x="24337" y="38613"/>
                </a:lnTo>
                <a:lnTo>
                  <a:pt x="23709" y="38576"/>
                </a:lnTo>
                <a:lnTo>
                  <a:pt x="23080" y="38502"/>
                </a:lnTo>
                <a:lnTo>
                  <a:pt x="23746" y="38280"/>
                </a:lnTo>
                <a:lnTo>
                  <a:pt x="24448" y="38058"/>
                </a:lnTo>
                <a:lnTo>
                  <a:pt x="25114" y="37836"/>
                </a:lnTo>
                <a:lnTo>
                  <a:pt x="25743" y="37577"/>
                </a:lnTo>
                <a:close/>
                <a:moveTo>
                  <a:pt x="33140" y="37577"/>
                </a:moveTo>
                <a:lnTo>
                  <a:pt x="33806" y="37836"/>
                </a:lnTo>
                <a:lnTo>
                  <a:pt x="34471" y="38058"/>
                </a:lnTo>
                <a:lnTo>
                  <a:pt x="35137" y="38280"/>
                </a:lnTo>
                <a:lnTo>
                  <a:pt x="35803" y="38502"/>
                </a:lnTo>
                <a:lnTo>
                  <a:pt x="35581" y="38502"/>
                </a:lnTo>
                <a:lnTo>
                  <a:pt x="34915" y="38576"/>
                </a:lnTo>
                <a:lnTo>
                  <a:pt x="34287" y="38650"/>
                </a:lnTo>
                <a:lnTo>
                  <a:pt x="33658" y="38687"/>
                </a:lnTo>
                <a:lnTo>
                  <a:pt x="32363" y="38687"/>
                </a:lnTo>
                <a:lnTo>
                  <a:pt x="31735" y="38613"/>
                </a:lnTo>
                <a:lnTo>
                  <a:pt x="31106" y="38576"/>
                </a:lnTo>
                <a:lnTo>
                  <a:pt x="30477" y="38502"/>
                </a:lnTo>
                <a:lnTo>
                  <a:pt x="31143" y="38280"/>
                </a:lnTo>
                <a:lnTo>
                  <a:pt x="31845" y="38058"/>
                </a:lnTo>
                <a:lnTo>
                  <a:pt x="32511" y="37836"/>
                </a:lnTo>
                <a:lnTo>
                  <a:pt x="33140" y="37577"/>
                </a:lnTo>
                <a:close/>
                <a:moveTo>
                  <a:pt x="40537" y="37577"/>
                </a:moveTo>
                <a:lnTo>
                  <a:pt x="41203" y="37836"/>
                </a:lnTo>
                <a:lnTo>
                  <a:pt x="41869" y="38058"/>
                </a:lnTo>
                <a:lnTo>
                  <a:pt x="42534" y="38280"/>
                </a:lnTo>
                <a:lnTo>
                  <a:pt x="43200" y="38502"/>
                </a:lnTo>
                <a:lnTo>
                  <a:pt x="42978" y="38502"/>
                </a:lnTo>
                <a:lnTo>
                  <a:pt x="42312" y="38576"/>
                </a:lnTo>
                <a:lnTo>
                  <a:pt x="41684" y="38650"/>
                </a:lnTo>
                <a:lnTo>
                  <a:pt x="41055" y="38687"/>
                </a:lnTo>
                <a:lnTo>
                  <a:pt x="39760" y="38687"/>
                </a:lnTo>
                <a:lnTo>
                  <a:pt x="39132" y="38613"/>
                </a:lnTo>
                <a:lnTo>
                  <a:pt x="38503" y="38576"/>
                </a:lnTo>
                <a:lnTo>
                  <a:pt x="37874" y="38502"/>
                </a:lnTo>
                <a:lnTo>
                  <a:pt x="38540" y="38280"/>
                </a:lnTo>
                <a:lnTo>
                  <a:pt x="39243" y="38058"/>
                </a:lnTo>
                <a:lnTo>
                  <a:pt x="39908" y="37836"/>
                </a:lnTo>
                <a:lnTo>
                  <a:pt x="40537" y="37577"/>
                </a:lnTo>
                <a:close/>
                <a:moveTo>
                  <a:pt x="47934" y="37577"/>
                </a:moveTo>
                <a:lnTo>
                  <a:pt x="48600" y="37836"/>
                </a:lnTo>
                <a:lnTo>
                  <a:pt x="49266" y="38058"/>
                </a:lnTo>
                <a:lnTo>
                  <a:pt x="49931" y="38280"/>
                </a:lnTo>
                <a:lnTo>
                  <a:pt x="50597" y="38502"/>
                </a:lnTo>
                <a:lnTo>
                  <a:pt x="50375" y="38502"/>
                </a:lnTo>
                <a:lnTo>
                  <a:pt x="49709" y="38576"/>
                </a:lnTo>
                <a:lnTo>
                  <a:pt x="49081" y="38650"/>
                </a:lnTo>
                <a:lnTo>
                  <a:pt x="48452" y="38687"/>
                </a:lnTo>
                <a:lnTo>
                  <a:pt x="47157" y="38687"/>
                </a:lnTo>
                <a:lnTo>
                  <a:pt x="46529" y="38613"/>
                </a:lnTo>
                <a:lnTo>
                  <a:pt x="45900" y="38576"/>
                </a:lnTo>
                <a:lnTo>
                  <a:pt x="45271" y="38502"/>
                </a:lnTo>
                <a:lnTo>
                  <a:pt x="45937" y="38280"/>
                </a:lnTo>
                <a:lnTo>
                  <a:pt x="46640" y="38058"/>
                </a:lnTo>
                <a:lnTo>
                  <a:pt x="47305" y="37836"/>
                </a:lnTo>
                <a:lnTo>
                  <a:pt x="47934" y="37577"/>
                </a:lnTo>
                <a:close/>
                <a:moveTo>
                  <a:pt x="11023" y="0"/>
                </a:moveTo>
                <a:lnTo>
                  <a:pt x="3736" y="9579"/>
                </a:lnTo>
                <a:lnTo>
                  <a:pt x="3219" y="10319"/>
                </a:lnTo>
                <a:lnTo>
                  <a:pt x="2701" y="11096"/>
                </a:lnTo>
                <a:lnTo>
                  <a:pt x="2257" y="11872"/>
                </a:lnTo>
                <a:lnTo>
                  <a:pt x="1850" y="12686"/>
                </a:lnTo>
                <a:lnTo>
                  <a:pt x="1480" y="13500"/>
                </a:lnTo>
                <a:lnTo>
                  <a:pt x="1147" y="14313"/>
                </a:lnTo>
                <a:lnTo>
                  <a:pt x="852" y="15164"/>
                </a:lnTo>
                <a:lnTo>
                  <a:pt x="593" y="16015"/>
                </a:lnTo>
                <a:lnTo>
                  <a:pt x="371" y="16902"/>
                </a:lnTo>
                <a:lnTo>
                  <a:pt x="223" y="17753"/>
                </a:lnTo>
                <a:lnTo>
                  <a:pt x="112" y="18678"/>
                </a:lnTo>
                <a:lnTo>
                  <a:pt x="38" y="19565"/>
                </a:lnTo>
                <a:lnTo>
                  <a:pt x="1" y="20453"/>
                </a:lnTo>
                <a:lnTo>
                  <a:pt x="1" y="21378"/>
                </a:lnTo>
                <a:lnTo>
                  <a:pt x="75" y="22265"/>
                </a:lnTo>
                <a:lnTo>
                  <a:pt x="186" y="23190"/>
                </a:lnTo>
                <a:lnTo>
                  <a:pt x="334" y="24114"/>
                </a:lnTo>
                <a:lnTo>
                  <a:pt x="519" y="25002"/>
                </a:lnTo>
                <a:lnTo>
                  <a:pt x="741" y="25890"/>
                </a:lnTo>
                <a:lnTo>
                  <a:pt x="1000" y="26740"/>
                </a:lnTo>
                <a:lnTo>
                  <a:pt x="1332" y="27591"/>
                </a:lnTo>
                <a:lnTo>
                  <a:pt x="1665" y="28405"/>
                </a:lnTo>
                <a:lnTo>
                  <a:pt x="2072" y="29218"/>
                </a:lnTo>
                <a:lnTo>
                  <a:pt x="2479" y="29995"/>
                </a:lnTo>
                <a:lnTo>
                  <a:pt x="2960" y="30772"/>
                </a:lnTo>
                <a:lnTo>
                  <a:pt x="3478" y="31512"/>
                </a:lnTo>
                <a:lnTo>
                  <a:pt x="3995" y="32214"/>
                </a:lnTo>
                <a:lnTo>
                  <a:pt x="4587" y="32880"/>
                </a:lnTo>
                <a:lnTo>
                  <a:pt x="5179" y="33546"/>
                </a:lnTo>
                <a:lnTo>
                  <a:pt x="5845" y="34175"/>
                </a:lnTo>
                <a:lnTo>
                  <a:pt x="6510" y="34803"/>
                </a:lnTo>
                <a:lnTo>
                  <a:pt x="7250" y="35358"/>
                </a:lnTo>
                <a:lnTo>
                  <a:pt x="7842" y="35802"/>
                </a:lnTo>
                <a:lnTo>
                  <a:pt x="8471" y="36209"/>
                </a:lnTo>
                <a:lnTo>
                  <a:pt x="9099" y="36616"/>
                </a:lnTo>
                <a:lnTo>
                  <a:pt x="9765" y="36985"/>
                </a:lnTo>
                <a:lnTo>
                  <a:pt x="10431" y="37318"/>
                </a:lnTo>
                <a:lnTo>
                  <a:pt x="11097" y="37614"/>
                </a:lnTo>
                <a:lnTo>
                  <a:pt x="11799" y="37910"/>
                </a:lnTo>
                <a:lnTo>
                  <a:pt x="12465" y="38132"/>
                </a:lnTo>
                <a:lnTo>
                  <a:pt x="13168" y="38354"/>
                </a:lnTo>
                <a:lnTo>
                  <a:pt x="13907" y="38576"/>
                </a:lnTo>
                <a:lnTo>
                  <a:pt x="14610" y="38724"/>
                </a:lnTo>
                <a:lnTo>
                  <a:pt x="15350" y="38872"/>
                </a:lnTo>
                <a:lnTo>
                  <a:pt x="16090" y="38983"/>
                </a:lnTo>
                <a:lnTo>
                  <a:pt x="16829" y="39057"/>
                </a:lnTo>
                <a:lnTo>
                  <a:pt x="17569" y="39094"/>
                </a:lnTo>
                <a:lnTo>
                  <a:pt x="18309" y="39094"/>
                </a:lnTo>
                <a:lnTo>
                  <a:pt x="19566" y="39057"/>
                </a:lnTo>
                <a:lnTo>
                  <a:pt x="20824" y="38946"/>
                </a:lnTo>
                <a:lnTo>
                  <a:pt x="22007" y="38724"/>
                </a:lnTo>
                <a:lnTo>
                  <a:pt x="22932" y="38872"/>
                </a:lnTo>
                <a:lnTo>
                  <a:pt x="23857" y="39020"/>
                </a:lnTo>
                <a:lnTo>
                  <a:pt x="24781" y="39094"/>
                </a:lnTo>
                <a:lnTo>
                  <a:pt x="25706" y="39094"/>
                </a:lnTo>
                <a:lnTo>
                  <a:pt x="26963" y="39057"/>
                </a:lnTo>
                <a:lnTo>
                  <a:pt x="28221" y="38946"/>
                </a:lnTo>
                <a:lnTo>
                  <a:pt x="29404" y="38724"/>
                </a:lnTo>
                <a:lnTo>
                  <a:pt x="30329" y="38872"/>
                </a:lnTo>
                <a:lnTo>
                  <a:pt x="31254" y="39020"/>
                </a:lnTo>
                <a:lnTo>
                  <a:pt x="32178" y="39094"/>
                </a:lnTo>
                <a:lnTo>
                  <a:pt x="33103" y="39094"/>
                </a:lnTo>
                <a:lnTo>
                  <a:pt x="34360" y="39057"/>
                </a:lnTo>
                <a:lnTo>
                  <a:pt x="35618" y="38946"/>
                </a:lnTo>
                <a:lnTo>
                  <a:pt x="36802" y="38724"/>
                </a:lnTo>
                <a:lnTo>
                  <a:pt x="37726" y="38872"/>
                </a:lnTo>
                <a:lnTo>
                  <a:pt x="38651" y="39020"/>
                </a:lnTo>
                <a:lnTo>
                  <a:pt x="39575" y="39094"/>
                </a:lnTo>
                <a:lnTo>
                  <a:pt x="40500" y="39094"/>
                </a:lnTo>
                <a:lnTo>
                  <a:pt x="41758" y="39057"/>
                </a:lnTo>
                <a:lnTo>
                  <a:pt x="43015" y="38946"/>
                </a:lnTo>
                <a:lnTo>
                  <a:pt x="44199" y="38724"/>
                </a:lnTo>
                <a:lnTo>
                  <a:pt x="45123" y="38872"/>
                </a:lnTo>
                <a:lnTo>
                  <a:pt x="46048" y="39020"/>
                </a:lnTo>
                <a:lnTo>
                  <a:pt x="46973" y="39094"/>
                </a:lnTo>
                <a:lnTo>
                  <a:pt x="47897" y="39094"/>
                </a:lnTo>
                <a:lnTo>
                  <a:pt x="49155" y="39057"/>
                </a:lnTo>
                <a:lnTo>
                  <a:pt x="50412" y="38946"/>
                </a:lnTo>
                <a:lnTo>
                  <a:pt x="51596" y="38724"/>
                </a:lnTo>
                <a:lnTo>
                  <a:pt x="52520" y="38872"/>
                </a:lnTo>
                <a:lnTo>
                  <a:pt x="53445" y="39020"/>
                </a:lnTo>
                <a:lnTo>
                  <a:pt x="54370" y="39094"/>
                </a:lnTo>
                <a:lnTo>
                  <a:pt x="55294" y="39094"/>
                </a:lnTo>
                <a:lnTo>
                  <a:pt x="56552" y="39057"/>
                </a:lnTo>
                <a:lnTo>
                  <a:pt x="57809" y="38946"/>
                </a:lnTo>
                <a:lnTo>
                  <a:pt x="58734" y="38798"/>
                </a:lnTo>
                <a:lnTo>
                  <a:pt x="59622" y="38613"/>
                </a:lnTo>
                <a:lnTo>
                  <a:pt x="60509" y="38354"/>
                </a:lnTo>
                <a:lnTo>
                  <a:pt x="61360" y="38095"/>
                </a:lnTo>
                <a:lnTo>
                  <a:pt x="62211" y="37799"/>
                </a:lnTo>
                <a:lnTo>
                  <a:pt x="63024" y="37429"/>
                </a:lnTo>
                <a:lnTo>
                  <a:pt x="63838" y="37022"/>
                </a:lnTo>
                <a:lnTo>
                  <a:pt x="64615" y="36616"/>
                </a:lnTo>
                <a:lnTo>
                  <a:pt x="65391" y="36135"/>
                </a:lnTo>
                <a:lnTo>
                  <a:pt x="66131" y="35654"/>
                </a:lnTo>
                <a:lnTo>
                  <a:pt x="66834" y="35099"/>
                </a:lnTo>
                <a:lnTo>
                  <a:pt x="67536" y="34507"/>
                </a:lnTo>
                <a:lnTo>
                  <a:pt x="68202" y="33916"/>
                </a:lnTo>
                <a:lnTo>
                  <a:pt x="68831" y="33250"/>
                </a:lnTo>
                <a:lnTo>
                  <a:pt x="69423" y="32584"/>
                </a:lnTo>
                <a:lnTo>
                  <a:pt x="69978" y="31881"/>
                </a:lnTo>
                <a:lnTo>
                  <a:pt x="94240" y="0"/>
                </a:lnTo>
                <a:lnTo>
                  <a:pt x="93722" y="0"/>
                </a:lnTo>
                <a:lnTo>
                  <a:pt x="69645" y="31623"/>
                </a:lnTo>
                <a:lnTo>
                  <a:pt x="69090" y="32325"/>
                </a:lnTo>
                <a:lnTo>
                  <a:pt x="68498" y="32991"/>
                </a:lnTo>
                <a:lnTo>
                  <a:pt x="67906" y="33620"/>
                </a:lnTo>
                <a:lnTo>
                  <a:pt x="67241" y="34212"/>
                </a:lnTo>
                <a:lnTo>
                  <a:pt x="66575" y="34766"/>
                </a:lnTo>
                <a:lnTo>
                  <a:pt x="65872" y="35284"/>
                </a:lnTo>
                <a:lnTo>
                  <a:pt x="65169" y="35802"/>
                </a:lnTo>
                <a:lnTo>
                  <a:pt x="64430" y="36246"/>
                </a:lnTo>
                <a:lnTo>
                  <a:pt x="63653" y="36653"/>
                </a:lnTo>
                <a:lnTo>
                  <a:pt x="62876" y="37059"/>
                </a:lnTo>
                <a:lnTo>
                  <a:pt x="62063" y="37392"/>
                </a:lnTo>
                <a:lnTo>
                  <a:pt x="61249" y="37688"/>
                </a:lnTo>
                <a:lnTo>
                  <a:pt x="60398" y="37984"/>
                </a:lnTo>
                <a:lnTo>
                  <a:pt x="59548" y="38206"/>
                </a:lnTo>
                <a:lnTo>
                  <a:pt x="58660" y="38391"/>
                </a:lnTo>
                <a:lnTo>
                  <a:pt x="57772" y="38502"/>
                </a:lnTo>
                <a:lnTo>
                  <a:pt x="57107" y="38576"/>
                </a:lnTo>
                <a:lnTo>
                  <a:pt x="56478" y="38650"/>
                </a:lnTo>
                <a:lnTo>
                  <a:pt x="55849" y="38687"/>
                </a:lnTo>
                <a:lnTo>
                  <a:pt x="54555" y="38687"/>
                </a:lnTo>
                <a:lnTo>
                  <a:pt x="53926" y="38613"/>
                </a:lnTo>
                <a:lnTo>
                  <a:pt x="53297" y="38576"/>
                </a:lnTo>
                <a:lnTo>
                  <a:pt x="52668" y="38502"/>
                </a:lnTo>
                <a:lnTo>
                  <a:pt x="53408" y="38280"/>
                </a:lnTo>
                <a:lnTo>
                  <a:pt x="54111" y="38058"/>
                </a:lnTo>
                <a:lnTo>
                  <a:pt x="54813" y="37762"/>
                </a:lnTo>
                <a:lnTo>
                  <a:pt x="55516" y="37466"/>
                </a:lnTo>
                <a:lnTo>
                  <a:pt x="56219" y="37170"/>
                </a:lnTo>
                <a:lnTo>
                  <a:pt x="56885" y="36800"/>
                </a:lnTo>
                <a:lnTo>
                  <a:pt x="57550" y="36431"/>
                </a:lnTo>
                <a:lnTo>
                  <a:pt x="58179" y="36024"/>
                </a:lnTo>
                <a:lnTo>
                  <a:pt x="58808" y="35580"/>
                </a:lnTo>
                <a:lnTo>
                  <a:pt x="59400" y="35136"/>
                </a:lnTo>
                <a:lnTo>
                  <a:pt x="59991" y="34655"/>
                </a:lnTo>
                <a:lnTo>
                  <a:pt x="60546" y="34138"/>
                </a:lnTo>
                <a:lnTo>
                  <a:pt x="61101" y="33620"/>
                </a:lnTo>
                <a:lnTo>
                  <a:pt x="61619" y="33065"/>
                </a:lnTo>
                <a:lnTo>
                  <a:pt x="62100" y="32473"/>
                </a:lnTo>
                <a:lnTo>
                  <a:pt x="62580" y="31881"/>
                </a:lnTo>
                <a:lnTo>
                  <a:pt x="86843" y="0"/>
                </a:lnTo>
                <a:lnTo>
                  <a:pt x="86325" y="0"/>
                </a:lnTo>
                <a:lnTo>
                  <a:pt x="62248" y="31623"/>
                </a:lnTo>
                <a:lnTo>
                  <a:pt x="61767" y="32251"/>
                </a:lnTo>
                <a:lnTo>
                  <a:pt x="61212" y="32843"/>
                </a:lnTo>
                <a:lnTo>
                  <a:pt x="60657" y="33435"/>
                </a:lnTo>
                <a:lnTo>
                  <a:pt x="60102" y="33990"/>
                </a:lnTo>
                <a:lnTo>
                  <a:pt x="59474" y="34544"/>
                </a:lnTo>
                <a:lnTo>
                  <a:pt x="58845" y="35025"/>
                </a:lnTo>
                <a:lnTo>
                  <a:pt x="58216" y="35506"/>
                </a:lnTo>
                <a:lnTo>
                  <a:pt x="57550" y="35950"/>
                </a:lnTo>
                <a:lnTo>
                  <a:pt x="56848" y="36357"/>
                </a:lnTo>
                <a:lnTo>
                  <a:pt x="56145" y="36727"/>
                </a:lnTo>
                <a:lnTo>
                  <a:pt x="55442" y="37059"/>
                </a:lnTo>
                <a:lnTo>
                  <a:pt x="54703" y="37392"/>
                </a:lnTo>
                <a:lnTo>
                  <a:pt x="53963" y="37651"/>
                </a:lnTo>
                <a:lnTo>
                  <a:pt x="53186" y="37910"/>
                </a:lnTo>
                <a:lnTo>
                  <a:pt x="52409" y="38132"/>
                </a:lnTo>
                <a:lnTo>
                  <a:pt x="51633" y="38317"/>
                </a:lnTo>
                <a:lnTo>
                  <a:pt x="50819" y="38132"/>
                </a:lnTo>
                <a:lnTo>
                  <a:pt x="50005" y="37873"/>
                </a:lnTo>
                <a:lnTo>
                  <a:pt x="49229" y="37614"/>
                </a:lnTo>
                <a:lnTo>
                  <a:pt x="48452" y="37318"/>
                </a:lnTo>
                <a:lnTo>
                  <a:pt x="49414" y="36837"/>
                </a:lnTo>
                <a:lnTo>
                  <a:pt x="50375" y="36283"/>
                </a:lnTo>
                <a:lnTo>
                  <a:pt x="51263" y="35691"/>
                </a:lnTo>
                <a:lnTo>
                  <a:pt x="52151" y="35025"/>
                </a:lnTo>
                <a:lnTo>
                  <a:pt x="52964" y="34322"/>
                </a:lnTo>
                <a:lnTo>
                  <a:pt x="53741" y="33546"/>
                </a:lnTo>
                <a:lnTo>
                  <a:pt x="54481" y="32732"/>
                </a:lnTo>
                <a:lnTo>
                  <a:pt x="55183" y="31881"/>
                </a:lnTo>
                <a:lnTo>
                  <a:pt x="79446" y="0"/>
                </a:lnTo>
                <a:lnTo>
                  <a:pt x="78928" y="0"/>
                </a:lnTo>
                <a:lnTo>
                  <a:pt x="54850" y="31623"/>
                </a:lnTo>
                <a:lnTo>
                  <a:pt x="54148" y="32510"/>
                </a:lnTo>
                <a:lnTo>
                  <a:pt x="53408" y="33324"/>
                </a:lnTo>
                <a:lnTo>
                  <a:pt x="52594" y="34101"/>
                </a:lnTo>
                <a:lnTo>
                  <a:pt x="51744" y="34803"/>
                </a:lnTo>
                <a:lnTo>
                  <a:pt x="50856" y="35469"/>
                </a:lnTo>
                <a:lnTo>
                  <a:pt x="49931" y="36061"/>
                </a:lnTo>
                <a:lnTo>
                  <a:pt x="48933" y="36616"/>
                </a:lnTo>
                <a:lnTo>
                  <a:pt x="47934" y="37096"/>
                </a:lnTo>
                <a:lnTo>
                  <a:pt x="47083" y="36690"/>
                </a:lnTo>
                <a:lnTo>
                  <a:pt x="46233" y="36209"/>
                </a:lnTo>
                <a:lnTo>
                  <a:pt x="45419" y="35691"/>
                </a:lnTo>
                <a:lnTo>
                  <a:pt x="44605" y="35136"/>
                </a:lnTo>
                <a:lnTo>
                  <a:pt x="45456" y="34396"/>
                </a:lnTo>
                <a:lnTo>
                  <a:pt x="46307" y="33620"/>
                </a:lnTo>
                <a:lnTo>
                  <a:pt x="47083" y="32769"/>
                </a:lnTo>
                <a:lnTo>
                  <a:pt x="47786" y="31881"/>
                </a:lnTo>
                <a:lnTo>
                  <a:pt x="72049" y="0"/>
                </a:lnTo>
                <a:lnTo>
                  <a:pt x="71531" y="0"/>
                </a:lnTo>
                <a:lnTo>
                  <a:pt x="47453" y="31623"/>
                </a:lnTo>
                <a:lnTo>
                  <a:pt x="46751" y="32510"/>
                </a:lnTo>
                <a:lnTo>
                  <a:pt x="45974" y="33361"/>
                </a:lnTo>
                <a:lnTo>
                  <a:pt x="45123" y="34138"/>
                </a:lnTo>
                <a:lnTo>
                  <a:pt x="44273" y="34877"/>
                </a:lnTo>
                <a:lnTo>
                  <a:pt x="43311" y="34064"/>
                </a:lnTo>
                <a:lnTo>
                  <a:pt x="42423" y="33213"/>
                </a:lnTo>
                <a:lnTo>
                  <a:pt x="41573" y="32288"/>
                </a:lnTo>
                <a:lnTo>
                  <a:pt x="40833" y="31327"/>
                </a:lnTo>
                <a:lnTo>
                  <a:pt x="64652" y="0"/>
                </a:lnTo>
                <a:lnTo>
                  <a:pt x="64134" y="0"/>
                </a:lnTo>
                <a:lnTo>
                  <a:pt x="40574" y="30957"/>
                </a:lnTo>
                <a:lnTo>
                  <a:pt x="40130" y="30291"/>
                </a:lnTo>
                <a:lnTo>
                  <a:pt x="39760" y="29625"/>
                </a:lnTo>
                <a:lnTo>
                  <a:pt x="39391" y="28960"/>
                </a:lnTo>
                <a:lnTo>
                  <a:pt x="39058" y="28257"/>
                </a:lnTo>
                <a:lnTo>
                  <a:pt x="38725" y="27554"/>
                </a:lnTo>
                <a:lnTo>
                  <a:pt x="38466" y="26814"/>
                </a:lnTo>
                <a:lnTo>
                  <a:pt x="38207" y="26075"/>
                </a:lnTo>
                <a:lnTo>
                  <a:pt x="37985" y="25298"/>
                </a:lnTo>
                <a:lnTo>
                  <a:pt x="57255" y="0"/>
                </a:lnTo>
                <a:lnTo>
                  <a:pt x="56737" y="0"/>
                </a:lnTo>
                <a:lnTo>
                  <a:pt x="37874" y="24780"/>
                </a:lnTo>
                <a:lnTo>
                  <a:pt x="37689" y="23967"/>
                </a:lnTo>
                <a:lnTo>
                  <a:pt x="37578" y="23153"/>
                </a:lnTo>
                <a:lnTo>
                  <a:pt x="37467" y="22228"/>
                </a:lnTo>
                <a:lnTo>
                  <a:pt x="37430" y="21341"/>
                </a:lnTo>
                <a:lnTo>
                  <a:pt x="37393" y="20453"/>
                </a:lnTo>
                <a:lnTo>
                  <a:pt x="37430" y="19565"/>
                </a:lnTo>
                <a:lnTo>
                  <a:pt x="37504" y="18715"/>
                </a:lnTo>
                <a:lnTo>
                  <a:pt x="37615" y="17827"/>
                </a:lnTo>
                <a:lnTo>
                  <a:pt x="37763" y="16976"/>
                </a:lnTo>
                <a:lnTo>
                  <a:pt x="37985" y="16126"/>
                </a:lnTo>
                <a:lnTo>
                  <a:pt x="38207" y="15275"/>
                </a:lnTo>
                <a:lnTo>
                  <a:pt x="38503" y="14461"/>
                </a:lnTo>
                <a:lnTo>
                  <a:pt x="38836" y="13648"/>
                </a:lnTo>
                <a:lnTo>
                  <a:pt x="39206" y="12834"/>
                </a:lnTo>
                <a:lnTo>
                  <a:pt x="39612" y="12057"/>
                </a:lnTo>
                <a:lnTo>
                  <a:pt x="40056" y="11318"/>
                </a:lnTo>
                <a:lnTo>
                  <a:pt x="40537" y="10578"/>
                </a:lnTo>
                <a:lnTo>
                  <a:pt x="41055" y="9838"/>
                </a:lnTo>
                <a:lnTo>
                  <a:pt x="48526" y="0"/>
                </a:lnTo>
                <a:lnTo>
                  <a:pt x="48008" y="0"/>
                </a:lnTo>
                <a:lnTo>
                  <a:pt x="40722" y="9579"/>
                </a:lnTo>
                <a:lnTo>
                  <a:pt x="40204" y="10319"/>
                </a:lnTo>
                <a:lnTo>
                  <a:pt x="39686" y="11096"/>
                </a:lnTo>
                <a:lnTo>
                  <a:pt x="39243" y="11872"/>
                </a:lnTo>
                <a:lnTo>
                  <a:pt x="38836" y="12686"/>
                </a:lnTo>
                <a:lnTo>
                  <a:pt x="38466" y="13500"/>
                </a:lnTo>
                <a:lnTo>
                  <a:pt x="38133" y="14313"/>
                </a:lnTo>
                <a:lnTo>
                  <a:pt x="37837" y="15164"/>
                </a:lnTo>
                <a:lnTo>
                  <a:pt x="37578" y="16015"/>
                </a:lnTo>
                <a:lnTo>
                  <a:pt x="37356" y="16902"/>
                </a:lnTo>
                <a:lnTo>
                  <a:pt x="37208" y="17753"/>
                </a:lnTo>
                <a:lnTo>
                  <a:pt x="37097" y="18678"/>
                </a:lnTo>
                <a:lnTo>
                  <a:pt x="37023" y="19565"/>
                </a:lnTo>
                <a:lnTo>
                  <a:pt x="36986" y="20453"/>
                </a:lnTo>
                <a:lnTo>
                  <a:pt x="36986" y="21378"/>
                </a:lnTo>
                <a:lnTo>
                  <a:pt x="37060" y="22265"/>
                </a:lnTo>
                <a:lnTo>
                  <a:pt x="37171" y="23190"/>
                </a:lnTo>
                <a:lnTo>
                  <a:pt x="37319" y="24225"/>
                </a:lnTo>
                <a:lnTo>
                  <a:pt x="37541" y="25224"/>
                </a:lnTo>
                <a:lnTo>
                  <a:pt x="33177" y="30957"/>
                </a:lnTo>
                <a:lnTo>
                  <a:pt x="32622" y="30069"/>
                </a:lnTo>
                <a:lnTo>
                  <a:pt x="32104" y="29181"/>
                </a:lnTo>
                <a:lnTo>
                  <a:pt x="31624" y="28220"/>
                </a:lnTo>
                <a:lnTo>
                  <a:pt x="31217" y="27258"/>
                </a:lnTo>
                <a:lnTo>
                  <a:pt x="30884" y="26260"/>
                </a:lnTo>
                <a:lnTo>
                  <a:pt x="30588" y="25261"/>
                </a:lnTo>
                <a:lnTo>
                  <a:pt x="30329" y="24188"/>
                </a:lnTo>
                <a:lnTo>
                  <a:pt x="30181" y="23153"/>
                </a:lnTo>
                <a:lnTo>
                  <a:pt x="30070" y="22228"/>
                </a:lnTo>
                <a:lnTo>
                  <a:pt x="30033" y="21341"/>
                </a:lnTo>
                <a:lnTo>
                  <a:pt x="29996" y="20453"/>
                </a:lnTo>
                <a:lnTo>
                  <a:pt x="30033" y="19565"/>
                </a:lnTo>
                <a:lnTo>
                  <a:pt x="30107" y="18715"/>
                </a:lnTo>
                <a:lnTo>
                  <a:pt x="30218" y="17827"/>
                </a:lnTo>
                <a:lnTo>
                  <a:pt x="30366" y="16976"/>
                </a:lnTo>
                <a:lnTo>
                  <a:pt x="30588" y="16126"/>
                </a:lnTo>
                <a:lnTo>
                  <a:pt x="30810" y="15275"/>
                </a:lnTo>
                <a:lnTo>
                  <a:pt x="31106" y="14461"/>
                </a:lnTo>
                <a:lnTo>
                  <a:pt x="31439" y="13648"/>
                </a:lnTo>
                <a:lnTo>
                  <a:pt x="31808" y="12834"/>
                </a:lnTo>
                <a:lnTo>
                  <a:pt x="32215" y="12057"/>
                </a:lnTo>
                <a:lnTo>
                  <a:pt x="32659" y="11318"/>
                </a:lnTo>
                <a:lnTo>
                  <a:pt x="33140" y="10578"/>
                </a:lnTo>
                <a:lnTo>
                  <a:pt x="33658" y="9838"/>
                </a:lnTo>
                <a:lnTo>
                  <a:pt x="41129" y="0"/>
                </a:lnTo>
                <a:lnTo>
                  <a:pt x="40611" y="0"/>
                </a:lnTo>
                <a:lnTo>
                  <a:pt x="33325" y="9579"/>
                </a:lnTo>
                <a:lnTo>
                  <a:pt x="32807" y="10319"/>
                </a:lnTo>
                <a:lnTo>
                  <a:pt x="32289" y="11096"/>
                </a:lnTo>
                <a:lnTo>
                  <a:pt x="31845" y="11872"/>
                </a:lnTo>
                <a:lnTo>
                  <a:pt x="31439" y="12686"/>
                </a:lnTo>
                <a:lnTo>
                  <a:pt x="31069" y="13500"/>
                </a:lnTo>
                <a:lnTo>
                  <a:pt x="30736" y="14313"/>
                </a:lnTo>
                <a:lnTo>
                  <a:pt x="30440" y="15164"/>
                </a:lnTo>
                <a:lnTo>
                  <a:pt x="30181" y="16015"/>
                </a:lnTo>
                <a:lnTo>
                  <a:pt x="29959" y="16902"/>
                </a:lnTo>
                <a:lnTo>
                  <a:pt x="29811" y="17753"/>
                </a:lnTo>
                <a:lnTo>
                  <a:pt x="29700" y="18678"/>
                </a:lnTo>
                <a:lnTo>
                  <a:pt x="29626" y="19565"/>
                </a:lnTo>
                <a:lnTo>
                  <a:pt x="29589" y="20453"/>
                </a:lnTo>
                <a:lnTo>
                  <a:pt x="29589" y="21378"/>
                </a:lnTo>
                <a:lnTo>
                  <a:pt x="29663" y="22265"/>
                </a:lnTo>
                <a:lnTo>
                  <a:pt x="29774" y="23190"/>
                </a:lnTo>
                <a:lnTo>
                  <a:pt x="29959" y="24299"/>
                </a:lnTo>
                <a:lnTo>
                  <a:pt x="30181" y="25372"/>
                </a:lnTo>
                <a:lnTo>
                  <a:pt x="30477" y="26445"/>
                </a:lnTo>
                <a:lnTo>
                  <a:pt x="30847" y="27480"/>
                </a:lnTo>
                <a:lnTo>
                  <a:pt x="31291" y="28479"/>
                </a:lnTo>
                <a:lnTo>
                  <a:pt x="31771" y="29440"/>
                </a:lnTo>
                <a:lnTo>
                  <a:pt x="32326" y="30402"/>
                </a:lnTo>
                <a:lnTo>
                  <a:pt x="32918" y="31290"/>
                </a:lnTo>
                <a:lnTo>
                  <a:pt x="32659" y="31623"/>
                </a:lnTo>
                <a:lnTo>
                  <a:pt x="31956" y="32510"/>
                </a:lnTo>
                <a:lnTo>
                  <a:pt x="31180" y="33361"/>
                </a:lnTo>
                <a:lnTo>
                  <a:pt x="30329" y="34138"/>
                </a:lnTo>
                <a:lnTo>
                  <a:pt x="29478" y="34877"/>
                </a:lnTo>
                <a:lnTo>
                  <a:pt x="28776" y="34322"/>
                </a:lnTo>
                <a:lnTo>
                  <a:pt x="28147" y="33731"/>
                </a:lnTo>
                <a:lnTo>
                  <a:pt x="27555" y="33102"/>
                </a:lnTo>
                <a:lnTo>
                  <a:pt x="26963" y="32473"/>
                </a:lnTo>
                <a:lnTo>
                  <a:pt x="26409" y="31807"/>
                </a:lnTo>
                <a:lnTo>
                  <a:pt x="25891" y="31105"/>
                </a:lnTo>
                <a:lnTo>
                  <a:pt x="25410" y="30402"/>
                </a:lnTo>
                <a:lnTo>
                  <a:pt x="24966" y="29662"/>
                </a:lnTo>
                <a:lnTo>
                  <a:pt x="24559" y="28923"/>
                </a:lnTo>
                <a:lnTo>
                  <a:pt x="24189" y="28146"/>
                </a:lnTo>
                <a:lnTo>
                  <a:pt x="23857" y="27369"/>
                </a:lnTo>
                <a:lnTo>
                  <a:pt x="23561" y="26556"/>
                </a:lnTo>
                <a:lnTo>
                  <a:pt x="23302" y="25705"/>
                </a:lnTo>
                <a:lnTo>
                  <a:pt x="23080" y="24854"/>
                </a:lnTo>
                <a:lnTo>
                  <a:pt x="22895" y="24004"/>
                </a:lnTo>
                <a:lnTo>
                  <a:pt x="22784" y="23153"/>
                </a:lnTo>
                <a:lnTo>
                  <a:pt x="22673" y="22228"/>
                </a:lnTo>
                <a:lnTo>
                  <a:pt x="22636" y="21341"/>
                </a:lnTo>
                <a:lnTo>
                  <a:pt x="22599" y="20453"/>
                </a:lnTo>
                <a:lnTo>
                  <a:pt x="22636" y="19565"/>
                </a:lnTo>
                <a:lnTo>
                  <a:pt x="22710" y="18715"/>
                </a:lnTo>
                <a:lnTo>
                  <a:pt x="22821" y="17827"/>
                </a:lnTo>
                <a:lnTo>
                  <a:pt x="22969" y="16976"/>
                </a:lnTo>
                <a:lnTo>
                  <a:pt x="23191" y="16126"/>
                </a:lnTo>
                <a:lnTo>
                  <a:pt x="23413" y="15275"/>
                </a:lnTo>
                <a:lnTo>
                  <a:pt x="23709" y="14461"/>
                </a:lnTo>
                <a:lnTo>
                  <a:pt x="24042" y="13648"/>
                </a:lnTo>
                <a:lnTo>
                  <a:pt x="24411" y="12834"/>
                </a:lnTo>
                <a:lnTo>
                  <a:pt x="24818" y="12057"/>
                </a:lnTo>
                <a:lnTo>
                  <a:pt x="25262" y="11318"/>
                </a:lnTo>
                <a:lnTo>
                  <a:pt x="25743" y="10578"/>
                </a:lnTo>
                <a:lnTo>
                  <a:pt x="26261" y="9838"/>
                </a:lnTo>
                <a:lnTo>
                  <a:pt x="33732" y="0"/>
                </a:lnTo>
                <a:lnTo>
                  <a:pt x="33214" y="0"/>
                </a:lnTo>
                <a:lnTo>
                  <a:pt x="25928" y="9579"/>
                </a:lnTo>
                <a:lnTo>
                  <a:pt x="25410" y="10319"/>
                </a:lnTo>
                <a:lnTo>
                  <a:pt x="24892" y="11096"/>
                </a:lnTo>
                <a:lnTo>
                  <a:pt x="24448" y="11872"/>
                </a:lnTo>
                <a:lnTo>
                  <a:pt x="24042" y="12686"/>
                </a:lnTo>
                <a:lnTo>
                  <a:pt x="23672" y="13500"/>
                </a:lnTo>
                <a:lnTo>
                  <a:pt x="23339" y="14313"/>
                </a:lnTo>
                <a:lnTo>
                  <a:pt x="23043" y="15164"/>
                </a:lnTo>
                <a:lnTo>
                  <a:pt x="22784" y="16015"/>
                </a:lnTo>
                <a:lnTo>
                  <a:pt x="22562" y="16902"/>
                </a:lnTo>
                <a:lnTo>
                  <a:pt x="22414" y="17753"/>
                </a:lnTo>
                <a:lnTo>
                  <a:pt x="22303" y="18678"/>
                </a:lnTo>
                <a:lnTo>
                  <a:pt x="22229" y="19565"/>
                </a:lnTo>
                <a:lnTo>
                  <a:pt x="22192" y="20453"/>
                </a:lnTo>
                <a:lnTo>
                  <a:pt x="22192" y="21378"/>
                </a:lnTo>
                <a:lnTo>
                  <a:pt x="22266" y="22265"/>
                </a:lnTo>
                <a:lnTo>
                  <a:pt x="22377" y="23190"/>
                </a:lnTo>
                <a:lnTo>
                  <a:pt x="22488" y="24078"/>
                </a:lnTo>
                <a:lnTo>
                  <a:pt x="22673" y="24965"/>
                </a:lnTo>
                <a:lnTo>
                  <a:pt x="22895" y="25816"/>
                </a:lnTo>
                <a:lnTo>
                  <a:pt x="23154" y="26666"/>
                </a:lnTo>
                <a:lnTo>
                  <a:pt x="23450" y="27480"/>
                </a:lnTo>
                <a:lnTo>
                  <a:pt x="23820" y="28294"/>
                </a:lnTo>
                <a:lnTo>
                  <a:pt x="24189" y="29071"/>
                </a:lnTo>
                <a:lnTo>
                  <a:pt x="24596" y="29847"/>
                </a:lnTo>
                <a:lnTo>
                  <a:pt x="25040" y="30587"/>
                </a:lnTo>
                <a:lnTo>
                  <a:pt x="25521" y="31327"/>
                </a:lnTo>
                <a:lnTo>
                  <a:pt x="26039" y="31992"/>
                </a:lnTo>
                <a:lnTo>
                  <a:pt x="26594" y="32695"/>
                </a:lnTo>
                <a:lnTo>
                  <a:pt x="27185" y="33324"/>
                </a:lnTo>
                <a:lnTo>
                  <a:pt x="27777" y="33953"/>
                </a:lnTo>
                <a:lnTo>
                  <a:pt x="28443" y="34544"/>
                </a:lnTo>
                <a:lnTo>
                  <a:pt x="29146" y="35136"/>
                </a:lnTo>
                <a:lnTo>
                  <a:pt x="28332" y="35691"/>
                </a:lnTo>
                <a:lnTo>
                  <a:pt x="27481" y="36209"/>
                </a:lnTo>
                <a:lnTo>
                  <a:pt x="26631" y="36690"/>
                </a:lnTo>
                <a:lnTo>
                  <a:pt x="25743" y="37096"/>
                </a:lnTo>
                <a:lnTo>
                  <a:pt x="24855" y="36653"/>
                </a:lnTo>
                <a:lnTo>
                  <a:pt x="23968" y="36172"/>
                </a:lnTo>
                <a:lnTo>
                  <a:pt x="23117" y="35617"/>
                </a:lnTo>
                <a:lnTo>
                  <a:pt x="22266" y="35025"/>
                </a:lnTo>
                <a:lnTo>
                  <a:pt x="21563" y="34470"/>
                </a:lnTo>
                <a:lnTo>
                  <a:pt x="20935" y="33879"/>
                </a:lnTo>
                <a:lnTo>
                  <a:pt x="20269" y="33250"/>
                </a:lnTo>
                <a:lnTo>
                  <a:pt x="19677" y="32621"/>
                </a:lnTo>
                <a:lnTo>
                  <a:pt x="19122" y="31955"/>
                </a:lnTo>
                <a:lnTo>
                  <a:pt x="18605" y="31253"/>
                </a:lnTo>
                <a:lnTo>
                  <a:pt x="18087" y="30550"/>
                </a:lnTo>
                <a:lnTo>
                  <a:pt x="17643" y="29773"/>
                </a:lnTo>
                <a:lnTo>
                  <a:pt x="17236" y="29034"/>
                </a:lnTo>
                <a:lnTo>
                  <a:pt x="16829" y="28220"/>
                </a:lnTo>
                <a:lnTo>
                  <a:pt x="16496" y="27443"/>
                </a:lnTo>
                <a:lnTo>
                  <a:pt x="16201" y="26593"/>
                </a:lnTo>
                <a:lnTo>
                  <a:pt x="15942" y="25779"/>
                </a:lnTo>
                <a:lnTo>
                  <a:pt x="15720" y="24891"/>
                </a:lnTo>
                <a:lnTo>
                  <a:pt x="15535" y="24041"/>
                </a:lnTo>
                <a:lnTo>
                  <a:pt x="15387" y="23153"/>
                </a:lnTo>
                <a:lnTo>
                  <a:pt x="15276" y="22228"/>
                </a:lnTo>
                <a:lnTo>
                  <a:pt x="15239" y="21341"/>
                </a:lnTo>
                <a:lnTo>
                  <a:pt x="15202" y="20453"/>
                </a:lnTo>
                <a:lnTo>
                  <a:pt x="15239" y="19565"/>
                </a:lnTo>
                <a:lnTo>
                  <a:pt x="15313" y="18715"/>
                </a:lnTo>
                <a:lnTo>
                  <a:pt x="15424" y="17827"/>
                </a:lnTo>
                <a:lnTo>
                  <a:pt x="15572" y="16976"/>
                </a:lnTo>
                <a:lnTo>
                  <a:pt x="15794" y="16126"/>
                </a:lnTo>
                <a:lnTo>
                  <a:pt x="16016" y="15275"/>
                </a:lnTo>
                <a:lnTo>
                  <a:pt x="16312" y="14461"/>
                </a:lnTo>
                <a:lnTo>
                  <a:pt x="16644" y="13648"/>
                </a:lnTo>
                <a:lnTo>
                  <a:pt x="17014" y="12834"/>
                </a:lnTo>
                <a:lnTo>
                  <a:pt x="17421" y="12057"/>
                </a:lnTo>
                <a:lnTo>
                  <a:pt x="17865" y="11318"/>
                </a:lnTo>
                <a:lnTo>
                  <a:pt x="18346" y="10578"/>
                </a:lnTo>
                <a:lnTo>
                  <a:pt x="18864" y="9838"/>
                </a:lnTo>
                <a:lnTo>
                  <a:pt x="26335" y="0"/>
                </a:lnTo>
                <a:lnTo>
                  <a:pt x="25817" y="0"/>
                </a:lnTo>
                <a:lnTo>
                  <a:pt x="18531" y="9579"/>
                </a:lnTo>
                <a:lnTo>
                  <a:pt x="18013" y="10319"/>
                </a:lnTo>
                <a:lnTo>
                  <a:pt x="17495" y="11096"/>
                </a:lnTo>
                <a:lnTo>
                  <a:pt x="17051" y="11872"/>
                </a:lnTo>
                <a:lnTo>
                  <a:pt x="16644" y="12686"/>
                </a:lnTo>
                <a:lnTo>
                  <a:pt x="16275" y="13500"/>
                </a:lnTo>
                <a:lnTo>
                  <a:pt x="15942" y="14313"/>
                </a:lnTo>
                <a:lnTo>
                  <a:pt x="15646" y="15164"/>
                </a:lnTo>
                <a:lnTo>
                  <a:pt x="15387" y="16015"/>
                </a:lnTo>
                <a:lnTo>
                  <a:pt x="15165" y="16902"/>
                </a:lnTo>
                <a:lnTo>
                  <a:pt x="15017" y="17753"/>
                </a:lnTo>
                <a:lnTo>
                  <a:pt x="14906" y="18678"/>
                </a:lnTo>
                <a:lnTo>
                  <a:pt x="14832" y="19565"/>
                </a:lnTo>
                <a:lnTo>
                  <a:pt x="14795" y="20453"/>
                </a:lnTo>
                <a:lnTo>
                  <a:pt x="14795" y="21378"/>
                </a:lnTo>
                <a:lnTo>
                  <a:pt x="14869" y="22265"/>
                </a:lnTo>
                <a:lnTo>
                  <a:pt x="14980" y="23190"/>
                </a:lnTo>
                <a:lnTo>
                  <a:pt x="15128" y="24114"/>
                </a:lnTo>
                <a:lnTo>
                  <a:pt x="15313" y="25002"/>
                </a:lnTo>
                <a:lnTo>
                  <a:pt x="15535" y="25890"/>
                </a:lnTo>
                <a:lnTo>
                  <a:pt x="15794" y="26740"/>
                </a:lnTo>
                <a:lnTo>
                  <a:pt x="16127" y="27591"/>
                </a:lnTo>
                <a:lnTo>
                  <a:pt x="16459" y="28405"/>
                </a:lnTo>
                <a:lnTo>
                  <a:pt x="16866" y="29218"/>
                </a:lnTo>
                <a:lnTo>
                  <a:pt x="17273" y="29995"/>
                </a:lnTo>
                <a:lnTo>
                  <a:pt x="17754" y="30772"/>
                </a:lnTo>
                <a:lnTo>
                  <a:pt x="18272" y="31512"/>
                </a:lnTo>
                <a:lnTo>
                  <a:pt x="18790" y="32214"/>
                </a:lnTo>
                <a:lnTo>
                  <a:pt x="19381" y="32880"/>
                </a:lnTo>
                <a:lnTo>
                  <a:pt x="19973" y="33546"/>
                </a:lnTo>
                <a:lnTo>
                  <a:pt x="20639" y="34175"/>
                </a:lnTo>
                <a:lnTo>
                  <a:pt x="21305" y="34803"/>
                </a:lnTo>
                <a:lnTo>
                  <a:pt x="22044" y="35358"/>
                </a:lnTo>
                <a:lnTo>
                  <a:pt x="22784" y="35913"/>
                </a:lnTo>
                <a:lnTo>
                  <a:pt x="23598" y="36431"/>
                </a:lnTo>
                <a:lnTo>
                  <a:pt x="24411" y="36911"/>
                </a:lnTo>
                <a:lnTo>
                  <a:pt x="25262" y="37318"/>
                </a:lnTo>
                <a:lnTo>
                  <a:pt x="24448" y="37614"/>
                </a:lnTo>
                <a:lnTo>
                  <a:pt x="23672" y="37873"/>
                </a:lnTo>
                <a:lnTo>
                  <a:pt x="22858" y="38132"/>
                </a:lnTo>
                <a:lnTo>
                  <a:pt x="22044" y="38317"/>
                </a:lnTo>
                <a:lnTo>
                  <a:pt x="21083" y="38058"/>
                </a:lnTo>
                <a:lnTo>
                  <a:pt x="20121" y="37799"/>
                </a:lnTo>
                <a:lnTo>
                  <a:pt x="19196" y="37466"/>
                </a:lnTo>
                <a:lnTo>
                  <a:pt x="18309" y="37059"/>
                </a:lnTo>
                <a:lnTo>
                  <a:pt x="17421" y="36653"/>
                </a:lnTo>
                <a:lnTo>
                  <a:pt x="16533" y="36172"/>
                </a:lnTo>
                <a:lnTo>
                  <a:pt x="15683" y="35617"/>
                </a:lnTo>
                <a:lnTo>
                  <a:pt x="14869" y="35025"/>
                </a:lnTo>
                <a:lnTo>
                  <a:pt x="14166" y="34470"/>
                </a:lnTo>
                <a:lnTo>
                  <a:pt x="13538" y="33879"/>
                </a:lnTo>
                <a:lnTo>
                  <a:pt x="12872" y="33250"/>
                </a:lnTo>
                <a:lnTo>
                  <a:pt x="12280" y="32621"/>
                </a:lnTo>
                <a:lnTo>
                  <a:pt x="11725" y="31955"/>
                </a:lnTo>
                <a:lnTo>
                  <a:pt x="11208" y="31253"/>
                </a:lnTo>
                <a:lnTo>
                  <a:pt x="10690" y="30550"/>
                </a:lnTo>
                <a:lnTo>
                  <a:pt x="10246" y="29773"/>
                </a:lnTo>
                <a:lnTo>
                  <a:pt x="9839" y="29034"/>
                </a:lnTo>
                <a:lnTo>
                  <a:pt x="9432" y="28220"/>
                </a:lnTo>
                <a:lnTo>
                  <a:pt x="9099" y="27443"/>
                </a:lnTo>
                <a:lnTo>
                  <a:pt x="8803" y="26593"/>
                </a:lnTo>
                <a:lnTo>
                  <a:pt x="8545" y="25779"/>
                </a:lnTo>
                <a:lnTo>
                  <a:pt x="8323" y="24891"/>
                </a:lnTo>
                <a:lnTo>
                  <a:pt x="8138" y="24041"/>
                </a:lnTo>
                <a:lnTo>
                  <a:pt x="7990" y="23153"/>
                </a:lnTo>
                <a:lnTo>
                  <a:pt x="7879" y="22228"/>
                </a:lnTo>
                <a:lnTo>
                  <a:pt x="7842" y="21341"/>
                </a:lnTo>
                <a:lnTo>
                  <a:pt x="7805" y="20453"/>
                </a:lnTo>
                <a:lnTo>
                  <a:pt x="7842" y="19565"/>
                </a:lnTo>
                <a:lnTo>
                  <a:pt x="7916" y="18715"/>
                </a:lnTo>
                <a:lnTo>
                  <a:pt x="8027" y="17827"/>
                </a:lnTo>
                <a:lnTo>
                  <a:pt x="8175" y="16976"/>
                </a:lnTo>
                <a:lnTo>
                  <a:pt x="8397" y="16126"/>
                </a:lnTo>
                <a:lnTo>
                  <a:pt x="8619" y="15275"/>
                </a:lnTo>
                <a:lnTo>
                  <a:pt x="8914" y="14461"/>
                </a:lnTo>
                <a:lnTo>
                  <a:pt x="9247" y="13648"/>
                </a:lnTo>
                <a:lnTo>
                  <a:pt x="9617" y="12834"/>
                </a:lnTo>
                <a:lnTo>
                  <a:pt x="10024" y="12057"/>
                </a:lnTo>
                <a:lnTo>
                  <a:pt x="10468" y="11318"/>
                </a:lnTo>
                <a:lnTo>
                  <a:pt x="10949" y="10578"/>
                </a:lnTo>
                <a:lnTo>
                  <a:pt x="11466" y="9838"/>
                </a:lnTo>
                <a:lnTo>
                  <a:pt x="18938" y="0"/>
                </a:lnTo>
                <a:lnTo>
                  <a:pt x="18420" y="0"/>
                </a:lnTo>
                <a:lnTo>
                  <a:pt x="11134" y="9579"/>
                </a:lnTo>
                <a:lnTo>
                  <a:pt x="10616" y="10319"/>
                </a:lnTo>
                <a:lnTo>
                  <a:pt x="10098" y="11096"/>
                </a:lnTo>
                <a:lnTo>
                  <a:pt x="9654" y="11872"/>
                </a:lnTo>
                <a:lnTo>
                  <a:pt x="9247" y="12686"/>
                </a:lnTo>
                <a:lnTo>
                  <a:pt x="8877" y="13500"/>
                </a:lnTo>
                <a:lnTo>
                  <a:pt x="8545" y="14313"/>
                </a:lnTo>
                <a:lnTo>
                  <a:pt x="8249" y="15164"/>
                </a:lnTo>
                <a:lnTo>
                  <a:pt x="7990" y="16015"/>
                </a:lnTo>
                <a:lnTo>
                  <a:pt x="7768" y="16902"/>
                </a:lnTo>
                <a:lnTo>
                  <a:pt x="7620" y="17753"/>
                </a:lnTo>
                <a:lnTo>
                  <a:pt x="7509" y="18678"/>
                </a:lnTo>
                <a:lnTo>
                  <a:pt x="7435" y="19565"/>
                </a:lnTo>
                <a:lnTo>
                  <a:pt x="7398" y="20453"/>
                </a:lnTo>
                <a:lnTo>
                  <a:pt x="7398" y="21378"/>
                </a:lnTo>
                <a:lnTo>
                  <a:pt x="7472" y="22265"/>
                </a:lnTo>
                <a:lnTo>
                  <a:pt x="7583" y="23190"/>
                </a:lnTo>
                <a:lnTo>
                  <a:pt x="7731" y="24114"/>
                </a:lnTo>
                <a:lnTo>
                  <a:pt x="7916" y="25002"/>
                </a:lnTo>
                <a:lnTo>
                  <a:pt x="8138" y="25890"/>
                </a:lnTo>
                <a:lnTo>
                  <a:pt x="8397" y="26740"/>
                </a:lnTo>
                <a:lnTo>
                  <a:pt x="8730" y="27591"/>
                </a:lnTo>
                <a:lnTo>
                  <a:pt x="9062" y="28405"/>
                </a:lnTo>
                <a:lnTo>
                  <a:pt x="9469" y="29218"/>
                </a:lnTo>
                <a:lnTo>
                  <a:pt x="9876" y="29995"/>
                </a:lnTo>
                <a:lnTo>
                  <a:pt x="10357" y="30772"/>
                </a:lnTo>
                <a:lnTo>
                  <a:pt x="10875" y="31512"/>
                </a:lnTo>
                <a:lnTo>
                  <a:pt x="11392" y="32214"/>
                </a:lnTo>
                <a:lnTo>
                  <a:pt x="11984" y="32880"/>
                </a:lnTo>
                <a:lnTo>
                  <a:pt x="12576" y="33546"/>
                </a:lnTo>
                <a:lnTo>
                  <a:pt x="13242" y="34175"/>
                </a:lnTo>
                <a:lnTo>
                  <a:pt x="13907" y="34803"/>
                </a:lnTo>
                <a:lnTo>
                  <a:pt x="14647" y="35358"/>
                </a:lnTo>
                <a:lnTo>
                  <a:pt x="15350" y="35876"/>
                </a:lnTo>
                <a:lnTo>
                  <a:pt x="16127" y="36394"/>
                </a:lnTo>
                <a:lnTo>
                  <a:pt x="16903" y="36837"/>
                </a:lnTo>
                <a:lnTo>
                  <a:pt x="17680" y="37244"/>
                </a:lnTo>
                <a:lnTo>
                  <a:pt x="18494" y="37614"/>
                </a:lnTo>
                <a:lnTo>
                  <a:pt x="19307" y="37947"/>
                </a:lnTo>
                <a:lnTo>
                  <a:pt x="20158" y="38243"/>
                </a:lnTo>
                <a:lnTo>
                  <a:pt x="21009" y="38502"/>
                </a:lnTo>
                <a:lnTo>
                  <a:pt x="20787" y="38502"/>
                </a:lnTo>
                <a:lnTo>
                  <a:pt x="19899" y="38613"/>
                </a:lnTo>
                <a:lnTo>
                  <a:pt x="19011" y="38687"/>
                </a:lnTo>
                <a:lnTo>
                  <a:pt x="18124" y="38687"/>
                </a:lnTo>
                <a:lnTo>
                  <a:pt x="17236" y="38650"/>
                </a:lnTo>
                <a:lnTo>
                  <a:pt x="16349" y="38576"/>
                </a:lnTo>
                <a:lnTo>
                  <a:pt x="15498" y="38465"/>
                </a:lnTo>
                <a:lnTo>
                  <a:pt x="14610" y="38317"/>
                </a:lnTo>
                <a:lnTo>
                  <a:pt x="13760" y="38095"/>
                </a:lnTo>
                <a:lnTo>
                  <a:pt x="12946" y="37873"/>
                </a:lnTo>
                <a:lnTo>
                  <a:pt x="12095" y="37577"/>
                </a:lnTo>
                <a:lnTo>
                  <a:pt x="11282" y="37244"/>
                </a:lnTo>
                <a:lnTo>
                  <a:pt x="10505" y="36874"/>
                </a:lnTo>
                <a:lnTo>
                  <a:pt x="9728" y="36468"/>
                </a:lnTo>
                <a:lnTo>
                  <a:pt x="8951" y="36024"/>
                </a:lnTo>
                <a:lnTo>
                  <a:pt x="8212" y="35543"/>
                </a:lnTo>
                <a:lnTo>
                  <a:pt x="7472" y="35025"/>
                </a:lnTo>
                <a:lnTo>
                  <a:pt x="6769" y="34470"/>
                </a:lnTo>
                <a:lnTo>
                  <a:pt x="6141" y="33879"/>
                </a:lnTo>
                <a:lnTo>
                  <a:pt x="5475" y="33250"/>
                </a:lnTo>
                <a:lnTo>
                  <a:pt x="4883" y="32621"/>
                </a:lnTo>
                <a:lnTo>
                  <a:pt x="4328" y="31955"/>
                </a:lnTo>
                <a:lnTo>
                  <a:pt x="3810" y="31253"/>
                </a:lnTo>
                <a:lnTo>
                  <a:pt x="3293" y="30550"/>
                </a:lnTo>
                <a:lnTo>
                  <a:pt x="2849" y="29773"/>
                </a:lnTo>
                <a:lnTo>
                  <a:pt x="2442" y="29034"/>
                </a:lnTo>
                <a:lnTo>
                  <a:pt x="2035" y="28220"/>
                </a:lnTo>
                <a:lnTo>
                  <a:pt x="1702" y="27443"/>
                </a:lnTo>
                <a:lnTo>
                  <a:pt x="1406" y="26593"/>
                </a:lnTo>
                <a:lnTo>
                  <a:pt x="1147" y="25779"/>
                </a:lnTo>
                <a:lnTo>
                  <a:pt x="926" y="24891"/>
                </a:lnTo>
                <a:lnTo>
                  <a:pt x="741" y="24041"/>
                </a:lnTo>
                <a:lnTo>
                  <a:pt x="593" y="23153"/>
                </a:lnTo>
                <a:lnTo>
                  <a:pt x="482" y="22228"/>
                </a:lnTo>
                <a:lnTo>
                  <a:pt x="445" y="21341"/>
                </a:lnTo>
                <a:lnTo>
                  <a:pt x="408" y="20453"/>
                </a:lnTo>
                <a:lnTo>
                  <a:pt x="445" y="19565"/>
                </a:lnTo>
                <a:lnTo>
                  <a:pt x="519" y="18715"/>
                </a:lnTo>
                <a:lnTo>
                  <a:pt x="630" y="17827"/>
                </a:lnTo>
                <a:lnTo>
                  <a:pt x="778" y="16976"/>
                </a:lnTo>
                <a:lnTo>
                  <a:pt x="1000" y="16126"/>
                </a:lnTo>
                <a:lnTo>
                  <a:pt x="1221" y="15275"/>
                </a:lnTo>
                <a:lnTo>
                  <a:pt x="1517" y="14461"/>
                </a:lnTo>
                <a:lnTo>
                  <a:pt x="1850" y="13648"/>
                </a:lnTo>
                <a:lnTo>
                  <a:pt x="2220" y="12834"/>
                </a:lnTo>
                <a:lnTo>
                  <a:pt x="2627" y="12057"/>
                </a:lnTo>
                <a:lnTo>
                  <a:pt x="3071" y="11318"/>
                </a:lnTo>
                <a:lnTo>
                  <a:pt x="3552" y="10578"/>
                </a:lnTo>
                <a:lnTo>
                  <a:pt x="4069" y="9838"/>
                </a:lnTo>
                <a:lnTo>
                  <a:pt x="11540" y="0"/>
                </a:lnTo>
                <a:close/>
              </a:path>
            </a:pathLst>
          </a:custGeom>
          <a:solidFill>
            <a:srgbClr val="EC8BCE"/>
          </a:solidFill>
          <a:ln cap="flat" cmpd="sng" w="9525">
            <a:solidFill>
              <a:srgbClr val="EC8B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/>
          <p:nvPr/>
        </p:nvSpPr>
        <p:spPr>
          <a:xfrm rot="-5400000">
            <a:off x="-1146525" y="444050"/>
            <a:ext cx="2356000" cy="977350"/>
          </a:xfrm>
          <a:custGeom>
            <a:rect b="b" l="l" r="r" t="t"/>
            <a:pathLst>
              <a:path extrusionOk="0" h="39094" w="94240">
                <a:moveTo>
                  <a:pt x="37689" y="25742"/>
                </a:moveTo>
                <a:lnTo>
                  <a:pt x="37911" y="26482"/>
                </a:lnTo>
                <a:lnTo>
                  <a:pt x="38170" y="27221"/>
                </a:lnTo>
                <a:lnTo>
                  <a:pt x="38429" y="27924"/>
                </a:lnTo>
                <a:lnTo>
                  <a:pt x="38762" y="28627"/>
                </a:lnTo>
                <a:lnTo>
                  <a:pt x="39095" y="29329"/>
                </a:lnTo>
                <a:lnTo>
                  <a:pt x="39464" y="29995"/>
                </a:lnTo>
                <a:lnTo>
                  <a:pt x="39871" y="30661"/>
                </a:lnTo>
                <a:lnTo>
                  <a:pt x="40315" y="31290"/>
                </a:lnTo>
                <a:lnTo>
                  <a:pt x="40056" y="31623"/>
                </a:lnTo>
                <a:lnTo>
                  <a:pt x="39354" y="32510"/>
                </a:lnTo>
                <a:lnTo>
                  <a:pt x="38577" y="33361"/>
                </a:lnTo>
                <a:lnTo>
                  <a:pt x="37726" y="34138"/>
                </a:lnTo>
                <a:lnTo>
                  <a:pt x="36875" y="34877"/>
                </a:lnTo>
                <a:lnTo>
                  <a:pt x="35914" y="34064"/>
                </a:lnTo>
                <a:lnTo>
                  <a:pt x="35026" y="33213"/>
                </a:lnTo>
                <a:lnTo>
                  <a:pt x="34176" y="32288"/>
                </a:lnTo>
                <a:lnTo>
                  <a:pt x="33436" y="31327"/>
                </a:lnTo>
                <a:lnTo>
                  <a:pt x="37689" y="25742"/>
                </a:lnTo>
                <a:close/>
                <a:moveTo>
                  <a:pt x="33177" y="31660"/>
                </a:moveTo>
                <a:lnTo>
                  <a:pt x="33917" y="32584"/>
                </a:lnTo>
                <a:lnTo>
                  <a:pt x="34730" y="33509"/>
                </a:lnTo>
                <a:lnTo>
                  <a:pt x="35581" y="34322"/>
                </a:lnTo>
                <a:lnTo>
                  <a:pt x="36543" y="35136"/>
                </a:lnTo>
                <a:lnTo>
                  <a:pt x="35729" y="35691"/>
                </a:lnTo>
                <a:lnTo>
                  <a:pt x="34878" y="36209"/>
                </a:lnTo>
                <a:lnTo>
                  <a:pt x="34028" y="36690"/>
                </a:lnTo>
                <a:lnTo>
                  <a:pt x="33140" y="37096"/>
                </a:lnTo>
                <a:lnTo>
                  <a:pt x="32289" y="36690"/>
                </a:lnTo>
                <a:lnTo>
                  <a:pt x="31439" y="36209"/>
                </a:lnTo>
                <a:lnTo>
                  <a:pt x="30625" y="35691"/>
                </a:lnTo>
                <a:lnTo>
                  <a:pt x="29811" y="35136"/>
                </a:lnTo>
                <a:lnTo>
                  <a:pt x="30662" y="34396"/>
                </a:lnTo>
                <a:lnTo>
                  <a:pt x="31513" y="33620"/>
                </a:lnTo>
                <a:lnTo>
                  <a:pt x="32289" y="32769"/>
                </a:lnTo>
                <a:lnTo>
                  <a:pt x="32992" y="31881"/>
                </a:lnTo>
                <a:lnTo>
                  <a:pt x="33177" y="31660"/>
                </a:lnTo>
                <a:close/>
                <a:moveTo>
                  <a:pt x="40574" y="31660"/>
                </a:moveTo>
                <a:lnTo>
                  <a:pt x="41314" y="32584"/>
                </a:lnTo>
                <a:lnTo>
                  <a:pt x="42127" y="33509"/>
                </a:lnTo>
                <a:lnTo>
                  <a:pt x="42978" y="34322"/>
                </a:lnTo>
                <a:lnTo>
                  <a:pt x="43940" y="35136"/>
                </a:lnTo>
                <a:lnTo>
                  <a:pt x="43126" y="35691"/>
                </a:lnTo>
                <a:lnTo>
                  <a:pt x="42275" y="36209"/>
                </a:lnTo>
                <a:lnTo>
                  <a:pt x="41425" y="36690"/>
                </a:lnTo>
                <a:lnTo>
                  <a:pt x="40537" y="37096"/>
                </a:lnTo>
                <a:lnTo>
                  <a:pt x="39686" y="36690"/>
                </a:lnTo>
                <a:lnTo>
                  <a:pt x="38836" y="36209"/>
                </a:lnTo>
                <a:lnTo>
                  <a:pt x="38022" y="35691"/>
                </a:lnTo>
                <a:lnTo>
                  <a:pt x="37208" y="35136"/>
                </a:lnTo>
                <a:lnTo>
                  <a:pt x="38059" y="34396"/>
                </a:lnTo>
                <a:lnTo>
                  <a:pt x="38910" y="33620"/>
                </a:lnTo>
                <a:lnTo>
                  <a:pt x="39686" y="32769"/>
                </a:lnTo>
                <a:lnTo>
                  <a:pt x="40389" y="31881"/>
                </a:lnTo>
                <a:lnTo>
                  <a:pt x="40574" y="31660"/>
                </a:lnTo>
                <a:close/>
                <a:moveTo>
                  <a:pt x="29478" y="35395"/>
                </a:moveTo>
                <a:lnTo>
                  <a:pt x="30218" y="35950"/>
                </a:lnTo>
                <a:lnTo>
                  <a:pt x="31032" y="36431"/>
                </a:lnTo>
                <a:lnTo>
                  <a:pt x="31808" y="36911"/>
                </a:lnTo>
                <a:lnTo>
                  <a:pt x="32659" y="37318"/>
                </a:lnTo>
                <a:lnTo>
                  <a:pt x="31845" y="37614"/>
                </a:lnTo>
                <a:lnTo>
                  <a:pt x="31069" y="37873"/>
                </a:lnTo>
                <a:lnTo>
                  <a:pt x="30255" y="38132"/>
                </a:lnTo>
                <a:lnTo>
                  <a:pt x="29441" y="38317"/>
                </a:lnTo>
                <a:lnTo>
                  <a:pt x="28628" y="38132"/>
                </a:lnTo>
                <a:lnTo>
                  <a:pt x="27814" y="37873"/>
                </a:lnTo>
                <a:lnTo>
                  <a:pt x="27037" y="37614"/>
                </a:lnTo>
                <a:lnTo>
                  <a:pt x="26261" y="37318"/>
                </a:lnTo>
                <a:lnTo>
                  <a:pt x="27111" y="36911"/>
                </a:lnTo>
                <a:lnTo>
                  <a:pt x="27925" y="36431"/>
                </a:lnTo>
                <a:lnTo>
                  <a:pt x="28702" y="35950"/>
                </a:lnTo>
                <a:lnTo>
                  <a:pt x="29478" y="35395"/>
                </a:lnTo>
                <a:close/>
                <a:moveTo>
                  <a:pt x="36875" y="35395"/>
                </a:moveTo>
                <a:lnTo>
                  <a:pt x="37615" y="35950"/>
                </a:lnTo>
                <a:lnTo>
                  <a:pt x="38429" y="36431"/>
                </a:lnTo>
                <a:lnTo>
                  <a:pt x="39206" y="36911"/>
                </a:lnTo>
                <a:lnTo>
                  <a:pt x="40056" y="37318"/>
                </a:lnTo>
                <a:lnTo>
                  <a:pt x="39243" y="37614"/>
                </a:lnTo>
                <a:lnTo>
                  <a:pt x="38466" y="37873"/>
                </a:lnTo>
                <a:lnTo>
                  <a:pt x="37652" y="38132"/>
                </a:lnTo>
                <a:lnTo>
                  <a:pt x="36839" y="38317"/>
                </a:lnTo>
                <a:lnTo>
                  <a:pt x="36025" y="38132"/>
                </a:lnTo>
                <a:lnTo>
                  <a:pt x="35211" y="37873"/>
                </a:lnTo>
                <a:lnTo>
                  <a:pt x="34434" y="37614"/>
                </a:lnTo>
                <a:lnTo>
                  <a:pt x="33658" y="37318"/>
                </a:lnTo>
                <a:lnTo>
                  <a:pt x="34508" y="36911"/>
                </a:lnTo>
                <a:lnTo>
                  <a:pt x="35322" y="36431"/>
                </a:lnTo>
                <a:lnTo>
                  <a:pt x="36099" y="35950"/>
                </a:lnTo>
                <a:lnTo>
                  <a:pt x="36875" y="35395"/>
                </a:lnTo>
                <a:close/>
                <a:moveTo>
                  <a:pt x="44273" y="35395"/>
                </a:moveTo>
                <a:lnTo>
                  <a:pt x="45012" y="35950"/>
                </a:lnTo>
                <a:lnTo>
                  <a:pt x="45826" y="36431"/>
                </a:lnTo>
                <a:lnTo>
                  <a:pt x="46603" y="36911"/>
                </a:lnTo>
                <a:lnTo>
                  <a:pt x="47453" y="37318"/>
                </a:lnTo>
                <a:lnTo>
                  <a:pt x="46640" y="37614"/>
                </a:lnTo>
                <a:lnTo>
                  <a:pt x="45863" y="37873"/>
                </a:lnTo>
                <a:lnTo>
                  <a:pt x="45049" y="38132"/>
                </a:lnTo>
                <a:lnTo>
                  <a:pt x="44236" y="38317"/>
                </a:lnTo>
                <a:lnTo>
                  <a:pt x="43422" y="38132"/>
                </a:lnTo>
                <a:lnTo>
                  <a:pt x="42608" y="37873"/>
                </a:lnTo>
                <a:lnTo>
                  <a:pt x="41832" y="37614"/>
                </a:lnTo>
                <a:lnTo>
                  <a:pt x="41055" y="37318"/>
                </a:lnTo>
                <a:lnTo>
                  <a:pt x="41906" y="36911"/>
                </a:lnTo>
                <a:lnTo>
                  <a:pt x="42719" y="36431"/>
                </a:lnTo>
                <a:lnTo>
                  <a:pt x="43496" y="35950"/>
                </a:lnTo>
                <a:lnTo>
                  <a:pt x="44273" y="35395"/>
                </a:lnTo>
                <a:close/>
                <a:moveTo>
                  <a:pt x="25743" y="37577"/>
                </a:moveTo>
                <a:lnTo>
                  <a:pt x="26409" y="37836"/>
                </a:lnTo>
                <a:lnTo>
                  <a:pt x="27074" y="38058"/>
                </a:lnTo>
                <a:lnTo>
                  <a:pt x="27740" y="38280"/>
                </a:lnTo>
                <a:lnTo>
                  <a:pt x="28406" y="38502"/>
                </a:lnTo>
                <a:lnTo>
                  <a:pt x="28184" y="38502"/>
                </a:lnTo>
                <a:lnTo>
                  <a:pt x="27518" y="38576"/>
                </a:lnTo>
                <a:lnTo>
                  <a:pt x="26889" y="38650"/>
                </a:lnTo>
                <a:lnTo>
                  <a:pt x="26261" y="38687"/>
                </a:lnTo>
                <a:lnTo>
                  <a:pt x="24966" y="38687"/>
                </a:lnTo>
                <a:lnTo>
                  <a:pt x="24337" y="38613"/>
                </a:lnTo>
                <a:lnTo>
                  <a:pt x="23709" y="38576"/>
                </a:lnTo>
                <a:lnTo>
                  <a:pt x="23080" y="38502"/>
                </a:lnTo>
                <a:lnTo>
                  <a:pt x="23746" y="38280"/>
                </a:lnTo>
                <a:lnTo>
                  <a:pt x="24448" y="38058"/>
                </a:lnTo>
                <a:lnTo>
                  <a:pt x="25114" y="37836"/>
                </a:lnTo>
                <a:lnTo>
                  <a:pt x="25743" y="37577"/>
                </a:lnTo>
                <a:close/>
                <a:moveTo>
                  <a:pt x="33140" y="37577"/>
                </a:moveTo>
                <a:lnTo>
                  <a:pt x="33806" y="37836"/>
                </a:lnTo>
                <a:lnTo>
                  <a:pt x="34471" y="38058"/>
                </a:lnTo>
                <a:lnTo>
                  <a:pt x="35137" y="38280"/>
                </a:lnTo>
                <a:lnTo>
                  <a:pt x="35803" y="38502"/>
                </a:lnTo>
                <a:lnTo>
                  <a:pt x="35581" y="38502"/>
                </a:lnTo>
                <a:lnTo>
                  <a:pt x="34915" y="38576"/>
                </a:lnTo>
                <a:lnTo>
                  <a:pt x="34287" y="38650"/>
                </a:lnTo>
                <a:lnTo>
                  <a:pt x="33658" y="38687"/>
                </a:lnTo>
                <a:lnTo>
                  <a:pt x="32363" y="38687"/>
                </a:lnTo>
                <a:lnTo>
                  <a:pt x="31735" y="38613"/>
                </a:lnTo>
                <a:lnTo>
                  <a:pt x="31106" y="38576"/>
                </a:lnTo>
                <a:lnTo>
                  <a:pt x="30477" y="38502"/>
                </a:lnTo>
                <a:lnTo>
                  <a:pt x="31143" y="38280"/>
                </a:lnTo>
                <a:lnTo>
                  <a:pt x="31845" y="38058"/>
                </a:lnTo>
                <a:lnTo>
                  <a:pt x="32511" y="37836"/>
                </a:lnTo>
                <a:lnTo>
                  <a:pt x="33140" y="37577"/>
                </a:lnTo>
                <a:close/>
                <a:moveTo>
                  <a:pt x="40537" y="37577"/>
                </a:moveTo>
                <a:lnTo>
                  <a:pt x="41203" y="37836"/>
                </a:lnTo>
                <a:lnTo>
                  <a:pt x="41869" y="38058"/>
                </a:lnTo>
                <a:lnTo>
                  <a:pt x="42534" y="38280"/>
                </a:lnTo>
                <a:lnTo>
                  <a:pt x="43200" y="38502"/>
                </a:lnTo>
                <a:lnTo>
                  <a:pt x="42978" y="38502"/>
                </a:lnTo>
                <a:lnTo>
                  <a:pt x="42312" y="38576"/>
                </a:lnTo>
                <a:lnTo>
                  <a:pt x="41684" y="38650"/>
                </a:lnTo>
                <a:lnTo>
                  <a:pt x="41055" y="38687"/>
                </a:lnTo>
                <a:lnTo>
                  <a:pt x="39760" y="38687"/>
                </a:lnTo>
                <a:lnTo>
                  <a:pt x="39132" y="38613"/>
                </a:lnTo>
                <a:lnTo>
                  <a:pt x="38503" y="38576"/>
                </a:lnTo>
                <a:lnTo>
                  <a:pt x="37874" y="38502"/>
                </a:lnTo>
                <a:lnTo>
                  <a:pt x="38540" y="38280"/>
                </a:lnTo>
                <a:lnTo>
                  <a:pt x="39243" y="38058"/>
                </a:lnTo>
                <a:lnTo>
                  <a:pt x="39908" y="37836"/>
                </a:lnTo>
                <a:lnTo>
                  <a:pt x="40537" y="37577"/>
                </a:lnTo>
                <a:close/>
                <a:moveTo>
                  <a:pt x="47934" y="37577"/>
                </a:moveTo>
                <a:lnTo>
                  <a:pt x="48600" y="37836"/>
                </a:lnTo>
                <a:lnTo>
                  <a:pt x="49266" y="38058"/>
                </a:lnTo>
                <a:lnTo>
                  <a:pt x="49931" y="38280"/>
                </a:lnTo>
                <a:lnTo>
                  <a:pt x="50597" y="38502"/>
                </a:lnTo>
                <a:lnTo>
                  <a:pt x="50375" y="38502"/>
                </a:lnTo>
                <a:lnTo>
                  <a:pt x="49709" y="38576"/>
                </a:lnTo>
                <a:lnTo>
                  <a:pt x="49081" y="38650"/>
                </a:lnTo>
                <a:lnTo>
                  <a:pt x="48452" y="38687"/>
                </a:lnTo>
                <a:lnTo>
                  <a:pt x="47157" y="38687"/>
                </a:lnTo>
                <a:lnTo>
                  <a:pt x="46529" y="38613"/>
                </a:lnTo>
                <a:lnTo>
                  <a:pt x="45900" y="38576"/>
                </a:lnTo>
                <a:lnTo>
                  <a:pt x="45271" y="38502"/>
                </a:lnTo>
                <a:lnTo>
                  <a:pt x="45937" y="38280"/>
                </a:lnTo>
                <a:lnTo>
                  <a:pt x="46640" y="38058"/>
                </a:lnTo>
                <a:lnTo>
                  <a:pt x="47305" y="37836"/>
                </a:lnTo>
                <a:lnTo>
                  <a:pt x="47934" y="37577"/>
                </a:lnTo>
                <a:close/>
                <a:moveTo>
                  <a:pt x="11023" y="0"/>
                </a:moveTo>
                <a:lnTo>
                  <a:pt x="3736" y="9579"/>
                </a:lnTo>
                <a:lnTo>
                  <a:pt x="3219" y="10319"/>
                </a:lnTo>
                <a:lnTo>
                  <a:pt x="2701" y="11096"/>
                </a:lnTo>
                <a:lnTo>
                  <a:pt x="2257" y="11872"/>
                </a:lnTo>
                <a:lnTo>
                  <a:pt x="1850" y="12686"/>
                </a:lnTo>
                <a:lnTo>
                  <a:pt x="1480" y="13500"/>
                </a:lnTo>
                <a:lnTo>
                  <a:pt x="1147" y="14313"/>
                </a:lnTo>
                <a:lnTo>
                  <a:pt x="852" y="15164"/>
                </a:lnTo>
                <a:lnTo>
                  <a:pt x="593" y="16015"/>
                </a:lnTo>
                <a:lnTo>
                  <a:pt x="371" y="16902"/>
                </a:lnTo>
                <a:lnTo>
                  <a:pt x="223" y="17753"/>
                </a:lnTo>
                <a:lnTo>
                  <a:pt x="112" y="18678"/>
                </a:lnTo>
                <a:lnTo>
                  <a:pt x="38" y="19565"/>
                </a:lnTo>
                <a:lnTo>
                  <a:pt x="1" y="20453"/>
                </a:lnTo>
                <a:lnTo>
                  <a:pt x="1" y="21378"/>
                </a:lnTo>
                <a:lnTo>
                  <a:pt x="75" y="22265"/>
                </a:lnTo>
                <a:lnTo>
                  <a:pt x="186" y="23190"/>
                </a:lnTo>
                <a:lnTo>
                  <a:pt x="334" y="24114"/>
                </a:lnTo>
                <a:lnTo>
                  <a:pt x="519" y="25002"/>
                </a:lnTo>
                <a:lnTo>
                  <a:pt x="741" y="25890"/>
                </a:lnTo>
                <a:lnTo>
                  <a:pt x="1000" y="26740"/>
                </a:lnTo>
                <a:lnTo>
                  <a:pt x="1332" y="27591"/>
                </a:lnTo>
                <a:lnTo>
                  <a:pt x="1665" y="28405"/>
                </a:lnTo>
                <a:lnTo>
                  <a:pt x="2072" y="29218"/>
                </a:lnTo>
                <a:lnTo>
                  <a:pt x="2479" y="29995"/>
                </a:lnTo>
                <a:lnTo>
                  <a:pt x="2960" y="30772"/>
                </a:lnTo>
                <a:lnTo>
                  <a:pt x="3478" y="31512"/>
                </a:lnTo>
                <a:lnTo>
                  <a:pt x="3995" y="32214"/>
                </a:lnTo>
                <a:lnTo>
                  <a:pt x="4587" y="32880"/>
                </a:lnTo>
                <a:lnTo>
                  <a:pt x="5179" y="33546"/>
                </a:lnTo>
                <a:lnTo>
                  <a:pt x="5845" y="34175"/>
                </a:lnTo>
                <a:lnTo>
                  <a:pt x="6510" y="34803"/>
                </a:lnTo>
                <a:lnTo>
                  <a:pt x="7250" y="35358"/>
                </a:lnTo>
                <a:lnTo>
                  <a:pt x="7842" y="35802"/>
                </a:lnTo>
                <a:lnTo>
                  <a:pt x="8471" y="36209"/>
                </a:lnTo>
                <a:lnTo>
                  <a:pt x="9099" y="36616"/>
                </a:lnTo>
                <a:lnTo>
                  <a:pt x="9765" y="36985"/>
                </a:lnTo>
                <a:lnTo>
                  <a:pt x="10431" y="37318"/>
                </a:lnTo>
                <a:lnTo>
                  <a:pt x="11097" y="37614"/>
                </a:lnTo>
                <a:lnTo>
                  <a:pt x="11799" y="37910"/>
                </a:lnTo>
                <a:lnTo>
                  <a:pt x="12465" y="38132"/>
                </a:lnTo>
                <a:lnTo>
                  <a:pt x="13168" y="38354"/>
                </a:lnTo>
                <a:lnTo>
                  <a:pt x="13907" y="38576"/>
                </a:lnTo>
                <a:lnTo>
                  <a:pt x="14610" y="38724"/>
                </a:lnTo>
                <a:lnTo>
                  <a:pt x="15350" y="38872"/>
                </a:lnTo>
                <a:lnTo>
                  <a:pt x="16090" y="38983"/>
                </a:lnTo>
                <a:lnTo>
                  <a:pt x="16829" y="39057"/>
                </a:lnTo>
                <a:lnTo>
                  <a:pt x="17569" y="39094"/>
                </a:lnTo>
                <a:lnTo>
                  <a:pt x="18309" y="39094"/>
                </a:lnTo>
                <a:lnTo>
                  <a:pt x="19566" y="39057"/>
                </a:lnTo>
                <a:lnTo>
                  <a:pt x="20824" y="38946"/>
                </a:lnTo>
                <a:lnTo>
                  <a:pt x="22007" y="38724"/>
                </a:lnTo>
                <a:lnTo>
                  <a:pt x="22932" y="38872"/>
                </a:lnTo>
                <a:lnTo>
                  <a:pt x="23857" y="39020"/>
                </a:lnTo>
                <a:lnTo>
                  <a:pt x="24781" y="39094"/>
                </a:lnTo>
                <a:lnTo>
                  <a:pt x="25706" y="39094"/>
                </a:lnTo>
                <a:lnTo>
                  <a:pt x="26963" y="39057"/>
                </a:lnTo>
                <a:lnTo>
                  <a:pt x="28221" y="38946"/>
                </a:lnTo>
                <a:lnTo>
                  <a:pt x="29404" y="38724"/>
                </a:lnTo>
                <a:lnTo>
                  <a:pt x="30329" y="38872"/>
                </a:lnTo>
                <a:lnTo>
                  <a:pt x="31254" y="39020"/>
                </a:lnTo>
                <a:lnTo>
                  <a:pt x="32178" y="39094"/>
                </a:lnTo>
                <a:lnTo>
                  <a:pt x="33103" y="39094"/>
                </a:lnTo>
                <a:lnTo>
                  <a:pt x="34360" y="39057"/>
                </a:lnTo>
                <a:lnTo>
                  <a:pt x="35618" y="38946"/>
                </a:lnTo>
                <a:lnTo>
                  <a:pt x="36802" y="38724"/>
                </a:lnTo>
                <a:lnTo>
                  <a:pt x="37726" y="38872"/>
                </a:lnTo>
                <a:lnTo>
                  <a:pt x="38651" y="39020"/>
                </a:lnTo>
                <a:lnTo>
                  <a:pt x="39575" y="39094"/>
                </a:lnTo>
                <a:lnTo>
                  <a:pt x="40500" y="39094"/>
                </a:lnTo>
                <a:lnTo>
                  <a:pt x="41758" y="39057"/>
                </a:lnTo>
                <a:lnTo>
                  <a:pt x="43015" y="38946"/>
                </a:lnTo>
                <a:lnTo>
                  <a:pt x="44199" y="38724"/>
                </a:lnTo>
                <a:lnTo>
                  <a:pt x="45123" y="38872"/>
                </a:lnTo>
                <a:lnTo>
                  <a:pt x="46048" y="39020"/>
                </a:lnTo>
                <a:lnTo>
                  <a:pt x="46973" y="39094"/>
                </a:lnTo>
                <a:lnTo>
                  <a:pt x="47897" y="39094"/>
                </a:lnTo>
                <a:lnTo>
                  <a:pt x="49155" y="39057"/>
                </a:lnTo>
                <a:lnTo>
                  <a:pt x="50412" y="38946"/>
                </a:lnTo>
                <a:lnTo>
                  <a:pt x="51596" y="38724"/>
                </a:lnTo>
                <a:lnTo>
                  <a:pt x="52520" y="38872"/>
                </a:lnTo>
                <a:lnTo>
                  <a:pt x="53445" y="39020"/>
                </a:lnTo>
                <a:lnTo>
                  <a:pt x="54370" y="39094"/>
                </a:lnTo>
                <a:lnTo>
                  <a:pt x="55294" y="39094"/>
                </a:lnTo>
                <a:lnTo>
                  <a:pt x="56552" y="39057"/>
                </a:lnTo>
                <a:lnTo>
                  <a:pt x="57809" y="38946"/>
                </a:lnTo>
                <a:lnTo>
                  <a:pt x="58734" y="38798"/>
                </a:lnTo>
                <a:lnTo>
                  <a:pt x="59622" y="38613"/>
                </a:lnTo>
                <a:lnTo>
                  <a:pt x="60509" y="38354"/>
                </a:lnTo>
                <a:lnTo>
                  <a:pt x="61360" y="38095"/>
                </a:lnTo>
                <a:lnTo>
                  <a:pt x="62211" y="37799"/>
                </a:lnTo>
                <a:lnTo>
                  <a:pt x="63024" y="37429"/>
                </a:lnTo>
                <a:lnTo>
                  <a:pt x="63838" y="37022"/>
                </a:lnTo>
                <a:lnTo>
                  <a:pt x="64615" y="36616"/>
                </a:lnTo>
                <a:lnTo>
                  <a:pt x="65391" y="36135"/>
                </a:lnTo>
                <a:lnTo>
                  <a:pt x="66131" y="35654"/>
                </a:lnTo>
                <a:lnTo>
                  <a:pt x="66834" y="35099"/>
                </a:lnTo>
                <a:lnTo>
                  <a:pt x="67536" y="34507"/>
                </a:lnTo>
                <a:lnTo>
                  <a:pt x="68202" y="33916"/>
                </a:lnTo>
                <a:lnTo>
                  <a:pt x="68831" y="33250"/>
                </a:lnTo>
                <a:lnTo>
                  <a:pt x="69423" y="32584"/>
                </a:lnTo>
                <a:lnTo>
                  <a:pt x="69978" y="31881"/>
                </a:lnTo>
                <a:lnTo>
                  <a:pt x="94240" y="0"/>
                </a:lnTo>
                <a:lnTo>
                  <a:pt x="93722" y="0"/>
                </a:lnTo>
                <a:lnTo>
                  <a:pt x="69645" y="31623"/>
                </a:lnTo>
                <a:lnTo>
                  <a:pt x="69090" y="32325"/>
                </a:lnTo>
                <a:lnTo>
                  <a:pt x="68498" y="32991"/>
                </a:lnTo>
                <a:lnTo>
                  <a:pt x="67906" y="33620"/>
                </a:lnTo>
                <a:lnTo>
                  <a:pt x="67241" y="34212"/>
                </a:lnTo>
                <a:lnTo>
                  <a:pt x="66575" y="34766"/>
                </a:lnTo>
                <a:lnTo>
                  <a:pt x="65872" y="35284"/>
                </a:lnTo>
                <a:lnTo>
                  <a:pt x="65169" y="35802"/>
                </a:lnTo>
                <a:lnTo>
                  <a:pt x="64430" y="36246"/>
                </a:lnTo>
                <a:lnTo>
                  <a:pt x="63653" y="36653"/>
                </a:lnTo>
                <a:lnTo>
                  <a:pt x="62876" y="37059"/>
                </a:lnTo>
                <a:lnTo>
                  <a:pt x="62063" y="37392"/>
                </a:lnTo>
                <a:lnTo>
                  <a:pt x="61249" y="37688"/>
                </a:lnTo>
                <a:lnTo>
                  <a:pt x="60398" y="37984"/>
                </a:lnTo>
                <a:lnTo>
                  <a:pt x="59548" y="38206"/>
                </a:lnTo>
                <a:lnTo>
                  <a:pt x="58660" y="38391"/>
                </a:lnTo>
                <a:lnTo>
                  <a:pt x="57772" y="38502"/>
                </a:lnTo>
                <a:lnTo>
                  <a:pt x="57107" y="38576"/>
                </a:lnTo>
                <a:lnTo>
                  <a:pt x="56478" y="38650"/>
                </a:lnTo>
                <a:lnTo>
                  <a:pt x="55849" y="38687"/>
                </a:lnTo>
                <a:lnTo>
                  <a:pt x="54555" y="38687"/>
                </a:lnTo>
                <a:lnTo>
                  <a:pt x="53926" y="38613"/>
                </a:lnTo>
                <a:lnTo>
                  <a:pt x="53297" y="38576"/>
                </a:lnTo>
                <a:lnTo>
                  <a:pt x="52668" y="38502"/>
                </a:lnTo>
                <a:lnTo>
                  <a:pt x="53408" y="38280"/>
                </a:lnTo>
                <a:lnTo>
                  <a:pt x="54111" y="38058"/>
                </a:lnTo>
                <a:lnTo>
                  <a:pt x="54813" y="37762"/>
                </a:lnTo>
                <a:lnTo>
                  <a:pt x="55516" y="37466"/>
                </a:lnTo>
                <a:lnTo>
                  <a:pt x="56219" y="37170"/>
                </a:lnTo>
                <a:lnTo>
                  <a:pt x="56885" y="36800"/>
                </a:lnTo>
                <a:lnTo>
                  <a:pt x="57550" y="36431"/>
                </a:lnTo>
                <a:lnTo>
                  <a:pt x="58179" y="36024"/>
                </a:lnTo>
                <a:lnTo>
                  <a:pt x="58808" y="35580"/>
                </a:lnTo>
                <a:lnTo>
                  <a:pt x="59400" y="35136"/>
                </a:lnTo>
                <a:lnTo>
                  <a:pt x="59991" y="34655"/>
                </a:lnTo>
                <a:lnTo>
                  <a:pt x="60546" y="34138"/>
                </a:lnTo>
                <a:lnTo>
                  <a:pt x="61101" y="33620"/>
                </a:lnTo>
                <a:lnTo>
                  <a:pt x="61619" y="33065"/>
                </a:lnTo>
                <a:lnTo>
                  <a:pt x="62100" y="32473"/>
                </a:lnTo>
                <a:lnTo>
                  <a:pt x="62580" y="31881"/>
                </a:lnTo>
                <a:lnTo>
                  <a:pt x="86843" y="0"/>
                </a:lnTo>
                <a:lnTo>
                  <a:pt x="86325" y="0"/>
                </a:lnTo>
                <a:lnTo>
                  <a:pt x="62248" y="31623"/>
                </a:lnTo>
                <a:lnTo>
                  <a:pt x="61767" y="32251"/>
                </a:lnTo>
                <a:lnTo>
                  <a:pt x="61212" y="32843"/>
                </a:lnTo>
                <a:lnTo>
                  <a:pt x="60657" y="33435"/>
                </a:lnTo>
                <a:lnTo>
                  <a:pt x="60102" y="33990"/>
                </a:lnTo>
                <a:lnTo>
                  <a:pt x="59474" y="34544"/>
                </a:lnTo>
                <a:lnTo>
                  <a:pt x="58845" y="35025"/>
                </a:lnTo>
                <a:lnTo>
                  <a:pt x="58216" y="35506"/>
                </a:lnTo>
                <a:lnTo>
                  <a:pt x="57550" y="35950"/>
                </a:lnTo>
                <a:lnTo>
                  <a:pt x="56848" y="36357"/>
                </a:lnTo>
                <a:lnTo>
                  <a:pt x="56145" y="36727"/>
                </a:lnTo>
                <a:lnTo>
                  <a:pt x="55442" y="37059"/>
                </a:lnTo>
                <a:lnTo>
                  <a:pt x="54703" y="37392"/>
                </a:lnTo>
                <a:lnTo>
                  <a:pt x="53963" y="37651"/>
                </a:lnTo>
                <a:lnTo>
                  <a:pt x="53186" y="37910"/>
                </a:lnTo>
                <a:lnTo>
                  <a:pt x="52409" y="38132"/>
                </a:lnTo>
                <a:lnTo>
                  <a:pt x="51633" y="38317"/>
                </a:lnTo>
                <a:lnTo>
                  <a:pt x="50819" y="38132"/>
                </a:lnTo>
                <a:lnTo>
                  <a:pt x="50005" y="37873"/>
                </a:lnTo>
                <a:lnTo>
                  <a:pt x="49229" y="37614"/>
                </a:lnTo>
                <a:lnTo>
                  <a:pt x="48452" y="37318"/>
                </a:lnTo>
                <a:lnTo>
                  <a:pt x="49414" y="36837"/>
                </a:lnTo>
                <a:lnTo>
                  <a:pt x="50375" y="36283"/>
                </a:lnTo>
                <a:lnTo>
                  <a:pt x="51263" y="35691"/>
                </a:lnTo>
                <a:lnTo>
                  <a:pt x="52151" y="35025"/>
                </a:lnTo>
                <a:lnTo>
                  <a:pt x="52964" y="34322"/>
                </a:lnTo>
                <a:lnTo>
                  <a:pt x="53741" y="33546"/>
                </a:lnTo>
                <a:lnTo>
                  <a:pt x="54481" y="32732"/>
                </a:lnTo>
                <a:lnTo>
                  <a:pt x="55183" y="31881"/>
                </a:lnTo>
                <a:lnTo>
                  <a:pt x="79446" y="0"/>
                </a:lnTo>
                <a:lnTo>
                  <a:pt x="78928" y="0"/>
                </a:lnTo>
                <a:lnTo>
                  <a:pt x="54850" y="31623"/>
                </a:lnTo>
                <a:lnTo>
                  <a:pt x="54148" y="32510"/>
                </a:lnTo>
                <a:lnTo>
                  <a:pt x="53408" y="33324"/>
                </a:lnTo>
                <a:lnTo>
                  <a:pt x="52594" y="34101"/>
                </a:lnTo>
                <a:lnTo>
                  <a:pt x="51744" y="34803"/>
                </a:lnTo>
                <a:lnTo>
                  <a:pt x="50856" y="35469"/>
                </a:lnTo>
                <a:lnTo>
                  <a:pt x="49931" y="36061"/>
                </a:lnTo>
                <a:lnTo>
                  <a:pt x="48933" y="36616"/>
                </a:lnTo>
                <a:lnTo>
                  <a:pt x="47934" y="37096"/>
                </a:lnTo>
                <a:lnTo>
                  <a:pt x="47083" y="36690"/>
                </a:lnTo>
                <a:lnTo>
                  <a:pt x="46233" y="36209"/>
                </a:lnTo>
                <a:lnTo>
                  <a:pt x="45419" y="35691"/>
                </a:lnTo>
                <a:lnTo>
                  <a:pt x="44605" y="35136"/>
                </a:lnTo>
                <a:lnTo>
                  <a:pt x="45456" y="34396"/>
                </a:lnTo>
                <a:lnTo>
                  <a:pt x="46307" y="33620"/>
                </a:lnTo>
                <a:lnTo>
                  <a:pt x="47083" y="32769"/>
                </a:lnTo>
                <a:lnTo>
                  <a:pt x="47786" y="31881"/>
                </a:lnTo>
                <a:lnTo>
                  <a:pt x="72049" y="0"/>
                </a:lnTo>
                <a:lnTo>
                  <a:pt x="71531" y="0"/>
                </a:lnTo>
                <a:lnTo>
                  <a:pt x="47453" y="31623"/>
                </a:lnTo>
                <a:lnTo>
                  <a:pt x="46751" y="32510"/>
                </a:lnTo>
                <a:lnTo>
                  <a:pt x="45974" y="33361"/>
                </a:lnTo>
                <a:lnTo>
                  <a:pt x="45123" y="34138"/>
                </a:lnTo>
                <a:lnTo>
                  <a:pt x="44273" y="34877"/>
                </a:lnTo>
                <a:lnTo>
                  <a:pt x="43311" y="34064"/>
                </a:lnTo>
                <a:lnTo>
                  <a:pt x="42423" y="33213"/>
                </a:lnTo>
                <a:lnTo>
                  <a:pt x="41573" y="32288"/>
                </a:lnTo>
                <a:lnTo>
                  <a:pt x="40833" y="31327"/>
                </a:lnTo>
                <a:lnTo>
                  <a:pt x="64652" y="0"/>
                </a:lnTo>
                <a:lnTo>
                  <a:pt x="64134" y="0"/>
                </a:lnTo>
                <a:lnTo>
                  <a:pt x="40574" y="30957"/>
                </a:lnTo>
                <a:lnTo>
                  <a:pt x="40130" y="30291"/>
                </a:lnTo>
                <a:lnTo>
                  <a:pt x="39760" y="29625"/>
                </a:lnTo>
                <a:lnTo>
                  <a:pt x="39391" y="28960"/>
                </a:lnTo>
                <a:lnTo>
                  <a:pt x="39058" y="28257"/>
                </a:lnTo>
                <a:lnTo>
                  <a:pt x="38725" y="27554"/>
                </a:lnTo>
                <a:lnTo>
                  <a:pt x="38466" y="26814"/>
                </a:lnTo>
                <a:lnTo>
                  <a:pt x="38207" y="26075"/>
                </a:lnTo>
                <a:lnTo>
                  <a:pt x="37985" y="25298"/>
                </a:lnTo>
                <a:lnTo>
                  <a:pt x="57255" y="0"/>
                </a:lnTo>
                <a:lnTo>
                  <a:pt x="56737" y="0"/>
                </a:lnTo>
                <a:lnTo>
                  <a:pt x="37874" y="24780"/>
                </a:lnTo>
                <a:lnTo>
                  <a:pt x="37689" y="23967"/>
                </a:lnTo>
                <a:lnTo>
                  <a:pt x="37578" y="23153"/>
                </a:lnTo>
                <a:lnTo>
                  <a:pt x="37467" y="22228"/>
                </a:lnTo>
                <a:lnTo>
                  <a:pt x="37430" y="21341"/>
                </a:lnTo>
                <a:lnTo>
                  <a:pt x="37393" y="20453"/>
                </a:lnTo>
                <a:lnTo>
                  <a:pt x="37430" y="19565"/>
                </a:lnTo>
                <a:lnTo>
                  <a:pt x="37504" y="18715"/>
                </a:lnTo>
                <a:lnTo>
                  <a:pt x="37615" y="17827"/>
                </a:lnTo>
                <a:lnTo>
                  <a:pt x="37763" y="16976"/>
                </a:lnTo>
                <a:lnTo>
                  <a:pt x="37985" y="16126"/>
                </a:lnTo>
                <a:lnTo>
                  <a:pt x="38207" y="15275"/>
                </a:lnTo>
                <a:lnTo>
                  <a:pt x="38503" y="14461"/>
                </a:lnTo>
                <a:lnTo>
                  <a:pt x="38836" y="13648"/>
                </a:lnTo>
                <a:lnTo>
                  <a:pt x="39206" y="12834"/>
                </a:lnTo>
                <a:lnTo>
                  <a:pt x="39612" y="12057"/>
                </a:lnTo>
                <a:lnTo>
                  <a:pt x="40056" y="11318"/>
                </a:lnTo>
                <a:lnTo>
                  <a:pt x="40537" y="10578"/>
                </a:lnTo>
                <a:lnTo>
                  <a:pt x="41055" y="9838"/>
                </a:lnTo>
                <a:lnTo>
                  <a:pt x="48526" y="0"/>
                </a:lnTo>
                <a:lnTo>
                  <a:pt x="48008" y="0"/>
                </a:lnTo>
                <a:lnTo>
                  <a:pt x="40722" y="9579"/>
                </a:lnTo>
                <a:lnTo>
                  <a:pt x="40204" y="10319"/>
                </a:lnTo>
                <a:lnTo>
                  <a:pt x="39686" y="11096"/>
                </a:lnTo>
                <a:lnTo>
                  <a:pt x="39243" y="11872"/>
                </a:lnTo>
                <a:lnTo>
                  <a:pt x="38836" y="12686"/>
                </a:lnTo>
                <a:lnTo>
                  <a:pt x="38466" y="13500"/>
                </a:lnTo>
                <a:lnTo>
                  <a:pt x="38133" y="14313"/>
                </a:lnTo>
                <a:lnTo>
                  <a:pt x="37837" y="15164"/>
                </a:lnTo>
                <a:lnTo>
                  <a:pt x="37578" y="16015"/>
                </a:lnTo>
                <a:lnTo>
                  <a:pt x="37356" y="16902"/>
                </a:lnTo>
                <a:lnTo>
                  <a:pt x="37208" y="17753"/>
                </a:lnTo>
                <a:lnTo>
                  <a:pt x="37097" y="18678"/>
                </a:lnTo>
                <a:lnTo>
                  <a:pt x="37023" y="19565"/>
                </a:lnTo>
                <a:lnTo>
                  <a:pt x="36986" y="20453"/>
                </a:lnTo>
                <a:lnTo>
                  <a:pt x="36986" y="21378"/>
                </a:lnTo>
                <a:lnTo>
                  <a:pt x="37060" y="22265"/>
                </a:lnTo>
                <a:lnTo>
                  <a:pt x="37171" y="23190"/>
                </a:lnTo>
                <a:lnTo>
                  <a:pt x="37319" y="24225"/>
                </a:lnTo>
                <a:lnTo>
                  <a:pt x="37541" y="25224"/>
                </a:lnTo>
                <a:lnTo>
                  <a:pt x="33177" y="30957"/>
                </a:lnTo>
                <a:lnTo>
                  <a:pt x="32622" y="30069"/>
                </a:lnTo>
                <a:lnTo>
                  <a:pt x="32104" y="29181"/>
                </a:lnTo>
                <a:lnTo>
                  <a:pt x="31624" y="28220"/>
                </a:lnTo>
                <a:lnTo>
                  <a:pt x="31217" y="27258"/>
                </a:lnTo>
                <a:lnTo>
                  <a:pt x="30884" y="26260"/>
                </a:lnTo>
                <a:lnTo>
                  <a:pt x="30588" y="25261"/>
                </a:lnTo>
                <a:lnTo>
                  <a:pt x="30329" y="24188"/>
                </a:lnTo>
                <a:lnTo>
                  <a:pt x="30181" y="23153"/>
                </a:lnTo>
                <a:lnTo>
                  <a:pt x="30070" y="22228"/>
                </a:lnTo>
                <a:lnTo>
                  <a:pt x="30033" y="21341"/>
                </a:lnTo>
                <a:lnTo>
                  <a:pt x="29996" y="20453"/>
                </a:lnTo>
                <a:lnTo>
                  <a:pt x="30033" y="19565"/>
                </a:lnTo>
                <a:lnTo>
                  <a:pt x="30107" y="18715"/>
                </a:lnTo>
                <a:lnTo>
                  <a:pt x="30218" y="17827"/>
                </a:lnTo>
                <a:lnTo>
                  <a:pt x="30366" y="16976"/>
                </a:lnTo>
                <a:lnTo>
                  <a:pt x="30588" y="16126"/>
                </a:lnTo>
                <a:lnTo>
                  <a:pt x="30810" y="15275"/>
                </a:lnTo>
                <a:lnTo>
                  <a:pt x="31106" y="14461"/>
                </a:lnTo>
                <a:lnTo>
                  <a:pt x="31439" y="13648"/>
                </a:lnTo>
                <a:lnTo>
                  <a:pt x="31808" y="12834"/>
                </a:lnTo>
                <a:lnTo>
                  <a:pt x="32215" y="12057"/>
                </a:lnTo>
                <a:lnTo>
                  <a:pt x="32659" y="11318"/>
                </a:lnTo>
                <a:lnTo>
                  <a:pt x="33140" y="10578"/>
                </a:lnTo>
                <a:lnTo>
                  <a:pt x="33658" y="9838"/>
                </a:lnTo>
                <a:lnTo>
                  <a:pt x="41129" y="0"/>
                </a:lnTo>
                <a:lnTo>
                  <a:pt x="40611" y="0"/>
                </a:lnTo>
                <a:lnTo>
                  <a:pt x="33325" y="9579"/>
                </a:lnTo>
                <a:lnTo>
                  <a:pt x="32807" y="10319"/>
                </a:lnTo>
                <a:lnTo>
                  <a:pt x="32289" y="11096"/>
                </a:lnTo>
                <a:lnTo>
                  <a:pt x="31845" y="11872"/>
                </a:lnTo>
                <a:lnTo>
                  <a:pt x="31439" y="12686"/>
                </a:lnTo>
                <a:lnTo>
                  <a:pt x="31069" y="13500"/>
                </a:lnTo>
                <a:lnTo>
                  <a:pt x="30736" y="14313"/>
                </a:lnTo>
                <a:lnTo>
                  <a:pt x="30440" y="15164"/>
                </a:lnTo>
                <a:lnTo>
                  <a:pt x="30181" y="16015"/>
                </a:lnTo>
                <a:lnTo>
                  <a:pt x="29959" y="16902"/>
                </a:lnTo>
                <a:lnTo>
                  <a:pt x="29811" y="17753"/>
                </a:lnTo>
                <a:lnTo>
                  <a:pt x="29700" y="18678"/>
                </a:lnTo>
                <a:lnTo>
                  <a:pt x="29626" y="19565"/>
                </a:lnTo>
                <a:lnTo>
                  <a:pt x="29589" y="20453"/>
                </a:lnTo>
                <a:lnTo>
                  <a:pt x="29589" y="21378"/>
                </a:lnTo>
                <a:lnTo>
                  <a:pt x="29663" y="22265"/>
                </a:lnTo>
                <a:lnTo>
                  <a:pt x="29774" y="23190"/>
                </a:lnTo>
                <a:lnTo>
                  <a:pt x="29959" y="24299"/>
                </a:lnTo>
                <a:lnTo>
                  <a:pt x="30181" y="25372"/>
                </a:lnTo>
                <a:lnTo>
                  <a:pt x="30477" y="26445"/>
                </a:lnTo>
                <a:lnTo>
                  <a:pt x="30847" y="27480"/>
                </a:lnTo>
                <a:lnTo>
                  <a:pt x="31291" y="28479"/>
                </a:lnTo>
                <a:lnTo>
                  <a:pt x="31771" y="29440"/>
                </a:lnTo>
                <a:lnTo>
                  <a:pt x="32326" y="30402"/>
                </a:lnTo>
                <a:lnTo>
                  <a:pt x="32918" y="31290"/>
                </a:lnTo>
                <a:lnTo>
                  <a:pt x="32659" y="31623"/>
                </a:lnTo>
                <a:lnTo>
                  <a:pt x="31956" y="32510"/>
                </a:lnTo>
                <a:lnTo>
                  <a:pt x="31180" y="33361"/>
                </a:lnTo>
                <a:lnTo>
                  <a:pt x="30329" y="34138"/>
                </a:lnTo>
                <a:lnTo>
                  <a:pt x="29478" y="34877"/>
                </a:lnTo>
                <a:lnTo>
                  <a:pt x="28776" y="34322"/>
                </a:lnTo>
                <a:lnTo>
                  <a:pt x="28147" y="33731"/>
                </a:lnTo>
                <a:lnTo>
                  <a:pt x="27555" y="33102"/>
                </a:lnTo>
                <a:lnTo>
                  <a:pt x="26963" y="32473"/>
                </a:lnTo>
                <a:lnTo>
                  <a:pt x="26409" y="31807"/>
                </a:lnTo>
                <a:lnTo>
                  <a:pt x="25891" y="31105"/>
                </a:lnTo>
                <a:lnTo>
                  <a:pt x="25410" y="30402"/>
                </a:lnTo>
                <a:lnTo>
                  <a:pt x="24966" y="29662"/>
                </a:lnTo>
                <a:lnTo>
                  <a:pt x="24559" y="28923"/>
                </a:lnTo>
                <a:lnTo>
                  <a:pt x="24189" y="28146"/>
                </a:lnTo>
                <a:lnTo>
                  <a:pt x="23857" y="27369"/>
                </a:lnTo>
                <a:lnTo>
                  <a:pt x="23561" y="26556"/>
                </a:lnTo>
                <a:lnTo>
                  <a:pt x="23302" y="25705"/>
                </a:lnTo>
                <a:lnTo>
                  <a:pt x="23080" y="24854"/>
                </a:lnTo>
                <a:lnTo>
                  <a:pt x="22895" y="24004"/>
                </a:lnTo>
                <a:lnTo>
                  <a:pt x="22784" y="23153"/>
                </a:lnTo>
                <a:lnTo>
                  <a:pt x="22673" y="22228"/>
                </a:lnTo>
                <a:lnTo>
                  <a:pt x="22636" y="21341"/>
                </a:lnTo>
                <a:lnTo>
                  <a:pt x="22599" y="20453"/>
                </a:lnTo>
                <a:lnTo>
                  <a:pt x="22636" y="19565"/>
                </a:lnTo>
                <a:lnTo>
                  <a:pt x="22710" y="18715"/>
                </a:lnTo>
                <a:lnTo>
                  <a:pt x="22821" y="17827"/>
                </a:lnTo>
                <a:lnTo>
                  <a:pt x="22969" y="16976"/>
                </a:lnTo>
                <a:lnTo>
                  <a:pt x="23191" y="16126"/>
                </a:lnTo>
                <a:lnTo>
                  <a:pt x="23413" y="15275"/>
                </a:lnTo>
                <a:lnTo>
                  <a:pt x="23709" y="14461"/>
                </a:lnTo>
                <a:lnTo>
                  <a:pt x="24042" y="13648"/>
                </a:lnTo>
                <a:lnTo>
                  <a:pt x="24411" y="12834"/>
                </a:lnTo>
                <a:lnTo>
                  <a:pt x="24818" y="12057"/>
                </a:lnTo>
                <a:lnTo>
                  <a:pt x="25262" y="11318"/>
                </a:lnTo>
                <a:lnTo>
                  <a:pt x="25743" y="10578"/>
                </a:lnTo>
                <a:lnTo>
                  <a:pt x="26261" y="9838"/>
                </a:lnTo>
                <a:lnTo>
                  <a:pt x="33732" y="0"/>
                </a:lnTo>
                <a:lnTo>
                  <a:pt x="33214" y="0"/>
                </a:lnTo>
                <a:lnTo>
                  <a:pt x="25928" y="9579"/>
                </a:lnTo>
                <a:lnTo>
                  <a:pt x="25410" y="10319"/>
                </a:lnTo>
                <a:lnTo>
                  <a:pt x="24892" y="11096"/>
                </a:lnTo>
                <a:lnTo>
                  <a:pt x="24448" y="11872"/>
                </a:lnTo>
                <a:lnTo>
                  <a:pt x="24042" y="12686"/>
                </a:lnTo>
                <a:lnTo>
                  <a:pt x="23672" y="13500"/>
                </a:lnTo>
                <a:lnTo>
                  <a:pt x="23339" y="14313"/>
                </a:lnTo>
                <a:lnTo>
                  <a:pt x="23043" y="15164"/>
                </a:lnTo>
                <a:lnTo>
                  <a:pt x="22784" y="16015"/>
                </a:lnTo>
                <a:lnTo>
                  <a:pt x="22562" y="16902"/>
                </a:lnTo>
                <a:lnTo>
                  <a:pt x="22414" y="17753"/>
                </a:lnTo>
                <a:lnTo>
                  <a:pt x="22303" y="18678"/>
                </a:lnTo>
                <a:lnTo>
                  <a:pt x="22229" y="19565"/>
                </a:lnTo>
                <a:lnTo>
                  <a:pt x="22192" y="20453"/>
                </a:lnTo>
                <a:lnTo>
                  <a:pt x="22192" y="21378"/>
                </a:lnTo>
                <a:lnTo>
                  <a:pt x="22266" y="22265"/>
                </a:lnTo>
                <a:lnTo>
                  <a:pt x="22377" y="23190"/>
                </a:lnTo>
                <a:lnTo>
                  <a:pt x="22488" y="24078"/>
                </a:lnTo>
                <a:lnTo>
                  <a:pt x="22673" y="24965"/>
                </a:lnTo>
                <a:lnTo>
                  <a:pt x="22895" y="25816"/>
                </a:lnTo>
                <a:lnTo>
                  <a:pt x="23154" y="26666"/>
                </a:lnTo>
                <a:lnTo>
                  <a:pt x="23450" y="27480"/>
                </a:lnTo>
                <a:lnTo>
                  <a:pt x="23820" y="28294"/>
                </a:lnTo>
                <a:lnTo>
                  <a:pt x="24189" y="29071"/>
                </a:lnTo>
                <a:lnTo>
                  <a:pt x="24596" y="29847"/>
                </a:lnTo>
                <a:lnTo>
                  <a:pt x="25040" y="30587"/>
                </a:lnTo>
                <a:lnTo>
                  <a:pt x="25521" y="31327"/>
                </a:lnTo>
                <a:lnTo>
                  <a:pt x="26039" y="31992"/>
                </a:lnTo>
                <a:lnTo>
                  <a:pt x="26594" y="32695"/>
                </a:lnTo>
                <a:lnTo>
                  <a:pt x="27185" y="33324"/>
                </a:lnTo>
                <a:lnTo>
                  <a:pt x="27777" y="33953"/>
                </a:lnTo>
                <a:lnTo>
                  <a:pt x="28443" y="34544"/>
                </a:lnTo>
                <a:lnTo>
                  <a:pt x="29146" y="35136"/>
                </a:lnTo>
                <a:lnTo>
                  <a:pt x="28332" y="35691"/>
                </a:lnTo>
                <a:lnTo>
                  <a:pt x="27481" y="36209"/>
                </a:lnTo>
                <a:lnTo>
                  <a:pt x="26631" y="36690"/>
                </a:lnTo>
                <a:lnTo>
                  <a:pt x="25743" y="37096"/>
                </a:lnTo>
                <a:lnTo>
                  <a:pt x="24855" y="36653"/>
                </a:lnTo>
                <a:lnTo>
                  <a:pt x="23968" y="36172"/>
                </a:lnTo>
                <a:lnTo>
                  <a:pt x="23117" y="35617"/>
                </a:lnTo>
                <a:lnTo>
                  <a:pt x="22266" y="35025"/>
                </a:lnTo>
                <a:lnTo>
                  <a:pt x="21563" y="34470"/>
                </a:lnTo>
                <a:lnTo>
                  <a:pt x="20935" y="33879"/>
                </a:lnTo>
                <a:lnTo>
                  <a:pt x="20269" y="33250"/>
                </a:lnTo>
                <a:lnTo>
                  <a:pt x="19677" y="32621"/>
                </a:lnTo>
                <a:lnTo>
                  <a:pt x="19122" y="31955"/>
                </a:lnTo>
                <a:lnTo>
                  <a:pt x="18605" y="31253"/>
                </a:lnTo>
                <a:lnTo>
                  <a:pt x="18087" y="30550"/>
                </a:lnTo>
                <a:lnTo>
                  <a:pt x="17643" y="29773"/>
                </a:lnTo>
                <a:lnTo>
                  <a:pt x="17236" y="29034"/>
                </a:lnTo>
                <a:lnTo>
                  <a:pt x="16829" y="28220"/>
                </a:lnTo>
                <a:lnTo>
                  <a:pt x="16496" y="27443"/>
                </a:lnTo>
                <a:lnTo>
                  <a:pt x="16201" y="26593"/>
                </a:lnTo>
                <a:lnTo>
                  <a:pt x="15942" y="25779"/>
                </a:lnTo>
                <a:lnTo>
                  <a:pt x="15720" y="24891"/>
                </a:lnTo>
                <a:lnTo>
                  <a:pt x="15535" y="24041"/>
                </a:lnTo>
                <a:lnTo>
                  <a:pt x="15387" y="23153"/>
                </a:lnTo>
                <a:lnTo>
                  <a:pt x="15276" y="22228"/>
                </a:lnTo>
                <a:lnTo>
                  <a:pt x="15239" y="21341"/>
                </a:lnTo>
                <a:lnTo>
                  <a:pt x="15202" y="20453"/>
                </a:lnTo>
                <a:lnTo>
                  <a:pt x="15239" y="19565"/>
                </a:lnTo>
                <a:lnTo>
                  <a:pt x="15313" y="18715"/>
                </a:lnTo>
                <a:lnTo>
                  <a:pt x="15424" y="17827"/>
                </a:lnTo>
                <a:lnTo>
                  <a:pt x="15572" y="16976"/>
                </a:lnTo>
                <a:lnTo>
                  <a:pt x="15794" y="16126"/>
                </a:lnTo>
                <a:lnTo>
                  <a:pt x="16016" y="15275"/>
                </a:lnTo>
                <a:lnTo>
                  <a:pt x="16312" y="14461"/>
                </a:lnTo>
                <a:lnTo>
                  <a:pt x="16644" y="13648"/>
                </a:lnTo>
                <a:lnTo>
                  <a:pt x="17014" y="12834"/>
                </a:lnTo>
                <a:lnTo>
                  <a:pt x="17421" y="12057"/>
                </a:lnTo>
                <a:lnTo>
                  <a:pt x="17865" y="11318"/>
                </a:lnTo>
                <a:lnTo>
                  <a:pt x="18346" y="10578"/>
                </a:lnTo>
                <a:lnTo>
                  <a:pt x="18864" y="9838"/>
                </a:lnTo>
                <a:lnTo>
                  <a:pt x="26335" y="0"/>
                </a:lnTo>
                <a:lnTo>
                  <a:pt x="25817" y="0"/>
                </a:lnTo>
                <a:lnTo>
                  <a:pt x="18531" y="9579"/>
                </a:lnTo>
                <a:lnTo>
                  <a:pt x="18013" y="10319"/>
                </a:lnTo>
                <a:lnTo>
                  <a:pt x="17495" y="11096"/>
                </a:lnTo>
                <a:lnTo>
                  <a:pt x="17051" y="11872"/>
                </a:lnTo>
                <a:lnTo>
                  <a:pt x="16644" y="12686"/>
                </a:lnTo>
                <a:lnTo>
                  <a:pt x="16275" y="13500"/>
                </a:lnTo>
                <a:lnTo>
                  <a:pt x="15942" y="14313"/>
                </a:lnTo>
                <a:lnTo>
                  <a:pt x="15646" y="15164"/>
                </a:lnTo>
                <a:lnTo>
                  <a:pt x="15387" y="16015"/>
                </a:lnTo>
                <a:lnTo>
                  <a:pt x="15165" y="16902"/>
                </a:lnTo>
                <a:lnTo>
                  <a:pt x="15017" y="17753"/>
                </a:lnTo>
                <a:lnTo>
                  <a:pt x="14906" y="18678"/>
                </a:lnTo>
                <a:lnTo>
                  <a:pt x="14832" y="19565"/>
                </a:lnTo>
                <a:lnTo>
                  <a:pt x="14795" y="20453"/>
                </a:lnTo>
                <a:lnTo>
                  <a:pt x="14795" y="21378"/>
                </a:lnTo>
                <a:lnTo>
                  <a:pt x="14869" y="22265"/>
                </a:lnTo>
                <a:lnTo>
                  <a:pt x="14980" y="23190"/>
                </a:lnTo>
                <a:lnTo>
                  <a:pt x="15128" y="24114"/>
                </a:lnTo>
                <a:lnTo>
                  <a:pt x="15313" y="25002"/>
                </a:lnTo>
                <a:lnTo>
                  <a:pt x="15535" y="25890"/>
                </a:lnTo>
                <a:lnTo>
                  <a:pt x="15794" y="26740"/>
                </a:lnTo>
                <a:lnTo>
                  <a:pt x="16127" y="27591"/>
                </a:lnTo>
                <a:lnTo>
                  <a:pt x="16459" y="28405"/>
                </a:lnTo>
                <a:lnTo>
                  <a:pt x="16866" y="29218"/>
                </a:lnTo>
                <a:lnTo>
                  <a:pt x="17273" y="29995"/>
                </a:lnTo>
                <a:lnTo>
                  <a:pt x="17754" y="30772"/>
                </a:lnTo>
                <a:lnTo>
                  <a:pt x="18272" y="31512"/>
                </a:lnTo>
                <a:lnTo>
                  <a:pt x="18790" y="32214"/>
                </a:lnTo>
                <a:lnTo>
                  <a:pt x="19381" y="32880"/>
                </a:lnTo>
                <a:lnTo>
                  <a:pt x="19973" y="33546"/>
                </a:lnTo>
                <a:lnTo>
                  <a:pt x="20639" y="34175"/>
                </a:lnTo>
                <a:lnTo>
                  <a:pt x="21305" y="34803"/>
                </a:lnTo>
                <a:lnTo>
                  <a:pt x="22044" y="35358"/>
                </a:lnTo>
                <a:lnTo>
                  <a:pt x="22784" y="35913"/>
                </a:lnTo>
                <a:lnTo>
                  <a:pt x="23598" y="36431"/>
                </a:lnTo>
                <a:lnTo>
                  <a:pt x="24411" y="36911"/>
                </a:lnTo>
                <a:lnTo>
                  <a:pt x="25262" y="37318"/>
                </a:lnTo>
                <a:lnTo>
                  <a:pt x="24448" y="37614"/>
                </a:lnTo>
                <a:lnTo>
                  <a:pt x="23672" y="37873"/>
                </a:lnTo>
                <a:lnTo>
                  <a:pt x="22858" y="38132"/>
                </a:lnTo>
                <a:lnTo>
                  <a:pt x="22044" y="38317"/>
                </a:lnTo>
                <a:lnTo>
                  <a:pt x="21083" y="38058"/>
                </a:lnTo>
                <a:lnTo>
                  <a:pt x="20121" y="37799"/>
                </a:lnTo>
                <a:lnTo>
                  <a:pt x="19196" y="37466"/>
                </a:lnTo>
                <a:lnTo>
                  <a:pt x="18309" y="37059"/>
                </a:lnTo>
                <a:lnTo>
                  <a:pt x="17421" y="36653"/>
                </a:lnTo>
                <a:lnTo>
                  <a:pt x="16533" y="36172"/>
                </a:lnTo>
                <a:lnTo>
                  <a:pt x="15683" y="35617"/>
                </a:lnTo>
                <a:lnTo>
                  <a:pt x="14869" y="35025"/>
                </a:lnTo>
                <a:lnTo>
                  <a:pt x="14166" y="34470"/>
                </a:lnTo>
                <a:lnTo>
                  <a:pt x="13538" y="33879"/>
                </a:lnTo>
                <a:lnTo>
                  <a:pt x="12872" y="33250"/>
                </a:lnTo>
                <a:lnTo>
                  <a:pt x="12280" y="32621"/>
                </a:lnTo>
                <a:lnTo>
                  <a:pt x="11725" y="31955"/>
                </a:lnTo>
                <a:lnTo>
                  <a:pt x="11208" y="31253"/>
                </a:lnTo>
                <a:lnTo>
                  <a:pt x="10690" y="30550"/>
                </a:lnTo>
                <a:lnTo>
                  <a:pt x="10246" y="29773"/>
                </a:lnTo>
                <a:lnTo>
                  <a:pt x="9839" y="29034"/>
                </a:lnTo>
                <a:lnTo>
                  <a:pt x="9432" y="28220"/>
                </a:lnTo>
                <a:lnTo>
                  <a:pt x="9099" y="27443"/>
                </a:lnTo>
                <a:lnTo>
                  <a:pt x="8803" y="26593"/>
                </a:lnTo>
                <a:lnTo>
                  <a:pt x="8545" y="25779"/>
                </a:lnTo>
                <a:lnTo>
                  <a:pt x="8323" y="24891"/>
                </a:lnTo>
                <a:lnTo>
                  <a:pt x="8138" y="24041"/>
                </a:lnTo>
                <a:lnTo>
                  <a:pt x="7990" y="23153"/>
                </a:lnTo>
                <a:lnTo>
                  <a:pt x="7879" y="22228"/>
                </a:lnTo>
                <a:lnTo>
                  <a:pt x="7842" y="21341"/>
                </a:lnTo>
                <a:lnTo>
                  <a:pt x="7805" y="20453"/>
                </a:lnTo>
                <a:lnTo>
                  <a:pt x="7842" y="19565"/>
                </a:lnTo>
                <a:lnTo>
                  <a:pt x="7916" y="18715"/>
                </a:lnTo>
                <a:lnTo>
                  <a:pt x="8027" y="17827"/>
                </a:lnTo>
                <a:lnTo>
                  <a:pt x="8175" y="16976"/>
                </a:lnTo>
                <a:lnTo>
                  <a:pt x="8397" y="16126"/>
                </a:lnTo>
                <a:lnTo>
                  <a:pt x="8619" y="15275"/>
                </a:lnTo>
                <a:lnTo>
                  <a:pt x="8914" y="14461"/>
                </a:lnTo>
                <a:lnTo>
                  <a:pt x="9247" y="13648"/>
                </a:lnTo>
                <a:lnTo>
                  <a:pt x="9617" y="12834"/>
                </a:lnTo>
                <a:lnTo>
                  <a:pt x="10024" y="12057"/>
                </a:lnTo>
                <a:lnTo>
                  <a:pt x="10468" y="11318"/>
                </a:lnTo>
                <a:lnTo>
                  <a:pt x="10949" y="10578"/>
                </a:lnTo>
                <a:lnTo>
                  <a:pt x="11466" y="9838"/>
                </a:lnTo>
                <a:lnTo>
                  <a:pt x="18938" y="0"/>
                </a:lnTo>
                <a:lnTo>
                  <a:pt x="18420" y="0"/>
                </a:lnTo>
                <a:lnTo>
                  <a:pt x="11134" y="9579"/>
                </a:lnTo>
                <a:lnTo>
                  <a:pt x="10616" y="10319"/>
                </a:lnTo>
                <a:lnTo>
                  <a:pt x="10098" y="11096"/>
                </a:lnTo>
                <a:lnTo>
                  <a:pt x="9654" y="11872"/>
                </a:lnTo>
                <a:lnTo>
                  <a:pt x="9247" y="12686"/>
                </a:lnTo>
                <a:lnTo>
                  <a:pt x="8877" y="13500"/>
                </a:lnTo>
                <a:lnTo>
                  <a:pt x="8545" y="14313"/>
                </a:lnTo>
                <a:lnTo>
                  <a:pt x="8249" y="15164"/>
                </a:lnTo>
                <a:lnTo>
                  <a:pt x="7990" y="16015"/>
                </a:lnTo>
                <a:lnTo>
                  <a:pt x="7768" y="16902"/>
                </a:lnTo>
                <a:lnTo>
                  <a:pt x="7620" y="17753"/>
                </a:lnTo>
                <a:lnTo>
                  <a:pt x="7509" y="18678"/>
                </a:lnTo>
                <a:lnTo>
                  <a:pt x="7435" y="19565"/>
                </a:lnTo>
                <a:lnTo>
                  <a:pt x="7398" y="20453"/>
                </a:lnTo>
                <a:lnTo>
                  <a:pt x="7398" y="21378"/>
                </a:lnTo>
                <a:lnTo>
                  <a:pt x="7472" y="22265"/>
                </a:lnTo>
                <a:lnTo>
                  <a:pt x="7583" y="23190"/>
                </a:lnTo>
                <a:lnTo>
                  <a:pt x="7731" y="24114"/>
                </a:lnTo>
                <a:lnTo>
                  <a:pt x="7916" y="25002"/>
                </a:lnTo>
                <a:lnTo>
                  <a:pt x="8138" y="25890"/>
                </a:lnTo>
                <a:lnTo>
                  <a:pt x="8397" y="26740"/>
                </a:lnTo>
                <a:lnTo>
                  <a:pt x="8730" y="27591"/>
                </a:lnTo>
                <a:lnTo>
                  <a:pt x="9062" y="28405"/>
                </a:lnTo>
                <a:lnTo>
                  <a:pt x="9469" y="29218"/>
                </a:lnTo>
                <a:lnTo>
                  <a:pt x="9876" y="29995"/>
                </a:lnTo>
                <a:lnTo>
                  <a:pt x="10357" y="30772"/>
                </a:lnTo>
                <a:lnTo>
                  <a:pt x="10875" y="31512"/>
                </a:lnTo>
                <a:lnTo>
                  <a:pt x="11392" y="32214"/>
                </a:lnTo>
                <a:lnTo>
                  <a:pt x="11984" y="32880"/>
                </a:lnTo>
                <a:lnTo>
                  <a:pt x="12576" y="33546"/>
                </a:lnTo>
                <a:lnTo>
                  <a:pt x="13242" y="34175"/>
                </a:lnTo>
                <a:lnTo>
                  <a:pt x="13907" y="34803"/>
                </a:lnTo>
                <a:lnTo>
                  <a:pt x="14647" y="35358"/>
                </a:lnTo>
                <a:lnTo>
                  <a:pt x="15350" y="35876"/>
                </a:lnTo>
                <a:lnTo>
                  <a:pt x="16127" y="36394"/>
                </a:lnTo>
                <a:lnTo>
                  <a:pt x="16903" y="36837"/>
                </a:lnTo>
                <a:lnTo>
                  <a:pt x="17680" y="37244"/>
                </a:lnTo>
                <a:lnTo>
                  <a:pt x="18494" y="37614"/>
                </a:lnTo>
                <a:lnTo>
                  <a:pt x="19307" y="37947"/>
                </a:lnTo>
                <a:lnTo>
                  <a:pt x="20158" y="38243"/>
                </a:lnTo>
                <a:lnTo>
                  <a:pt x="21009" y="38502"/>
                </a:lnTo>
                <a:lnTo>
                  <a:pt x="20787" y="38502"/>
                </a:lnTo>
                <a:lnTo>
                  <a:pt x="19899" y="38613"/>
                </a:lnTo>
                <a:lnTo>
                  <a:pt x="19011" y="38687"/>
                </a:lnTo>
                <a:lnTo>
                  <a:pt x="18124" y="38687"/>
                </a:lnTo>
                <a:lnTo>
                  <a:pt x="17236" y="38650"/>
                </a:lnTo>
                <a:lnTo>
                  <a:pt x="16349" y="38576"/>
                </a:lnTo>
                <a:lnTo>
                  <a:pt x="15498" y="38465"/>
                </a:lnTo>
                <a:lnTo>
                  <a:pt x="14610" y="38317"/>
                </a:lnTo>
                <a:lnTo>
                  <a:pt x="13760" y="38095"/>
                </a:lnTo>
                <a:lnTo>
                  <a:pt x="12946" y="37873"/>
                </a:lnTo>
                <a:lnTo>
                  <a:pt x="12095" y="37577"/>
                </a:lnTo>
                <a:lnTo>
                  <a:pt x="11282" y="37244"/>
                </a:lnTo>
                <a:lnTo>
                  <a:pt x="10505" y="36874"/>
                </a:lnTo>
                <a:lnTo>
                  <a:pt x="9728" y="36468"/>
                </a:lnTo>
                <a:lnTo>
                  <a:pt x="8951" y="36024"/>
                </a:lnTo>
                <a:lnTo>
                  <a:pt x="8212" y="35543"/>
                </a:lnTo>
                <a:lnTo>
                  <a:pt x="7472" y="35025"/>
                </a:lnTo>
                <a:lnTo>
                  <a:pt x="6769" y="34470"/>
                </a:lnTo>
                <a:lnTo>
                  <a:pt x="6141" y="33879"/>
                </a:lnTo>
                <a:lnTo>
                  <a:pt x="5475" y="33250"/>
                </a:lnTo>
                <a:lnTo>
                  <a:pt x="4883" y="32621"/>
                </a:lnTo>
                <a:lnTo>
                  <a:pt x="4328" y="31955"/>
                </a:lnTo>
                <a:lnTo>
                  <a:pt x="3810" y="31253"/>
                </a:lnTo>
                <a:lnTo>
                  <a:pt x="3293" y="30550"/>
                </a:lnTo>
                <a:lnTo>
                  <a:pt x="2849" y="29773"/>
                </a:lnTo>
                <a:lnTo>
                  <a:pt x="2442" y="29034"/>
                </a:lnTo>
                <a:lnTo>
                  <a:pt x="2035" y="28220"/>
                </a:lnTo>
                <a:lnTo>
                  <a:pt x="1702" y="27443"/>
                </a:lnTo>
                <a:lnTo>
                  <a:pt x="1406" y="26593"/>
                </a:lnTo>
                <a:lnTo>
                  <a:pt x="1147" y="25779"/>
                </a:lnTo>
                <a:lnTo>
                  <a:pt x="926" y="24891"/>
                </a:lnTo>
                <a:lnTo>
                  <a:pt x="741" y="24041"/>
                </a:lnTo>
                <a:lnTo>
                  <a:pt x="593" y="23153"/>
                </a:lnTo>
                <a:lnTo>
                  <a:pt x="482" y="22228"/>
                </a:lnTo>
                <a:lnTo>
                  <a:pt x="445" y="21341"/>
                </a:lnTo>
                <a:lnTo>
                  <a:pt x="408" y="20453"/>
                </a:lnTo>
                <a:lnTo>
                  <a:pt x="445" y="19565"/>
                </a:lnTo>
                <a:lnTo>
                  <a:pt x="519" y="18715"/>
                </a:lnTo>
                <a:lnTo>
                  <a:pt x="630" y="17827"/>
                </a:lnTo>
                <a:lnTo>
                  <a:pt x="778" y="16976"/>
                </a:lnTo>
                <a:lnTo>
                  <a:pt x="1000" y="16126"/>
                </a:lnTo>
                <a:lnTo>
                  <a:pt x="1221" y="15275"/>
                </a:lnTo>
                <a:lnTo>
                  <a:pt x="1517" y="14461"/>
                </a:lnTo>
                <a:lnTo>
                  <a:pt x="1850" y="13648"/>
                </a:lnTo>
                <a:lnTo>
                  <a:pt x="2220" y="12834"/>
                </a:lnTo>
                <a:lnTo>
                  <a:pt x="2627" y="12057"/>
                </a:lnTo>
                <a:lnTo>
                  <a:pt x="3071" y="11318"/>
                </a:lnTo>
                <a:lnTo>
                  <a:pt x="3552" y="10578"/>
                </a:lnTo>
                <a:lnTo>
                  <a:pt x="4069" y="9838"/>
                </a:lnTo>
                <a:lnTo>
                  <a:pt x="11540" y="0"/>
                </a:lnTo>
                <a:close/>
              </a:path>
            </a:pathLst>
          </a:custGeom>
          <a:solidFill>
            <a:srgbClr val="EC8BCE"/>
          </a:solidFill>
          <a:ln cap="flat" cmpd="sng" w="9525">
            <a:solidFill>
              <a:srgbClr val="EC8B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2370000" y="2757675"/>
            <a:ext cx="4404000" cy="731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hasCustomPrompt="1" idx="2" type="title"/>
          </p:nvPr>
        </p:nvSpPr>
        <p:spPr>
          <a:xfrm>
            <a:off x="4114800" y="1406383"/>
            <a:ext cx="914400" cy="690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5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9" name="Google Shape;69;p14"/>
          <p:cNvSpPr txBox="1"/>
          <p:nvPr>
            <p:ph idx="1" type="subTitle"/>
          </p:nvPr>
        </p:nvSpPr>
        <p:spPr>
          <a:xfrm>
            <a:off x="2370000" y="3649212"/>
            <a:ext cx="4404000" cy="365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0" name="Google Shape;70;p14"/>
          <p:cNvGrpSpPr/>
          <p:nvPr/>
        </p:nvGrpSpPr>
        <p:grpSpPr>
          <a:xfrm flipH="1" rot="10800000">
            <a:off x="-9532" y="9"/>
            <a:ext cx="2278870" cy="2275421"/>
            <a:chOff x="14014" y="1403925"/>
            <a:chExt cx="3749374" cy="3743700"/>
          </a:xfrm>
        </p:grpSpPr>
        <p:sp>
          <p:nvSpPr>
            <p:cNvPr id="71" name="Google Shape;71;p14"/>
            <p:cNvSpPr/>
            <p:nvPr/>
          </p:nvSpPr>
          <p:spPr>
            <a:xfrm>
              <a:off x="19688" y="1403925"/>
              <a:ext cx="3743700" cy="3743700"/>
            </a:xfrm>
            <a:prstGeom prst="rtTriangle">
              <a:avLst/>
            </a:prstGeom>
            <a:gradFill>
              <a:gsLst>
                <a:gs pos="0">
                  <a:srgbClr val="EC8BCE"/>
                </a:gs>
                <a:gs pos="100000">
                  <a:srgbClr val="3429A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2" name="Google Shape;72;p14"/>
            <p:cNvCxnSpPr/>
            <p:nvPr/>
          </p:nvCxnSpPr>
          <p:spPr>
            <a:xfrm rot="10800000">
              <a:off x="19556" y="1643325"/>
              <a:ext cx="3504300" cy="35043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" name="Google Shape;73;p14"/>
            <p:cNvCxnSpPr/>
            <p:nvPr/>
          </p:nvCxnSpPr>
          <p:spPr>
            <a:xfrm rot="10800000">
              <a:off x="19500" y="1816425"/>
              <a:ext cx="3331200" cy="33312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" name="Google Shape;74;p14"/>
            <p:cNvCxnSpPr/>
            <p:nvPr/>
          </p:nvCxnSpPr>
          <p:spPr>
            <a:xfrm rot="10800000">
              <a:off x="19650" y="1977225"/>
              <a:ext cx="3170400" cy="31704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" name="Google Shape;75;p14"/>
            <p:cNvCxnSpPr/>
            <p:nvPr/>
          </p:nvCxnSpPr>
          <p:spPr>
            <a:xfrm rot="10800000">
              <a:off x="19571" y="2132325"/>
              <a:ext cx="3015600" cy="30153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" name="Google Shape;76;p14"/>
            <p:cNvCxnSpPr/>
            <p:nvPr/>
          </p:nvCxnSpPr>
          <p:spPr>
            <a:xfrm rot="10800000">
              <a:off x="19658" y="2284425"/>
              <a:ext cx="2863200" cy="28632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" name="Google Shape;77;p14"/>
            <p:cNvCxnSpPr/>
            <p:nvPr/>
          </p:nvCxnSpPr>
          <p:spPr>
            <a:xfrm rot="10800000">
              <a:off x="19654" y="2461425"/>
              <a:ext cx="2686200" cy="26862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" name="Google Shape;78;p14"/>
            <p:cNvCxnSpPr/>
            <p:nvPr/>
          </p:nvCxnSpPr>
          <p:spPr>
            <a:xfrm rot="10800000">
              <a:off x="19595" y="2606625"/>
              <a:ext cx="2541000" cy="25410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" name="Google Shape;79;p14"/>
            <p:cNvCxnSpPr/>
            <p:nvPr/>
          </p:nvCxnSpPr>
          <p:spPr>
            <a:xfrm rot="10800000">
              <a:off x="19456" y="2780925"/>
              <a:ext cx="2366700" cy="23667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" name="Google Shape;80;p14"/>
            <p:cNvCxnSpPr/>
            <p:nvPr/>
          </p:nvCxnSpPr>
          <p:spPr>
            <a:xfrm rot="10800000">
              <a:off x="19853" y="2928825"/>
              <a:ext cx="2218800" cy="22188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" name="Google Shape;81;p14"/>
            <p:cNvCxnSpPr/>
            <p:nvPr/>
          </p:nvCxnSpPr>
          <p:spPr>
            <a:xfrm rot="10800000">
              <a:off x="14014" y="3097725"/>
              <a:ext cx="2050200" cy="20499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" name="Google Shape;82;p14"/>
            <p:cNvCxnSpPr>
              <a:stCxn id="71" idx="3"/>
              <a:endCxn id="71" idx="1"/>
            </p:cNvCxnSpPr>
            <p:nvPr/>
          </p:nvCxnSpPr>
          <p:spPr>
            <a:xfrm rot="10800000">
              <a:off x="19838" y="3275925"/>
              <a:ext cx="1871700" cy="18717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" name="Google Shape;83;p14"/>
            <p:cNvCxnSpPr/>
            <p:nvPr/>
          </p:nvCxnSpPr>
          <p:spPr>
            <a:xfrm rot="10800000">
              <a:off x="19744" y="3428625"/>
              <a:ext cx="1719000" cy="17190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" name="Google Shape;84;p14"/>
            <p:cNvCxnSpPr/>
            <p:nvPr/>
          </p:nvCxnSpPr>
          <p:spPr>
            <a:xfrm rot="10800000">
              <a:off x="19708" y="3592125"/>
              <a:ext cx="1555500" cy="15555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" name="Google Shape;85;p14"/>
            <p:cNvCxnSpPr/>
            <p:nvPr/>
          </p:nvCxnSpPr>
          <p:spPr>
            <a:xfrm rot="10800000">
              <a:off x="19424" y="3768825"/>
              <a:ext cx="1379100" cy="13788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" name="Google Shape;86;p14"/>
            <p:cNvCxnSpPr/>
            <p:nvPr/>
          </p:nvCxnSpPr>
          <p:spPr>
            <a:xfrm rot="10800000">
              <a:off x="19688" y="3932325"/>
              <a:ext cx="1215300" cy="12153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" name="Google Shape;87;p14"/>
            <p:cNvCxnSpPr/>
            <p:nvPr/>
          </p:nvCxnSpPr>
          <p:spPr>
            <a:xfrm rot="10800000">
              <a:off x="19900" y="4092225"/>
              <a:ext cx="1055400" cy="10554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" name="Google Shape;88;p14"/>
            <p:cNvCxnSpPr/>
            <p:nvPr/>
          </p:nvCxnSpPr>
          <p:spPr>
            <a:xfrm rot="10800000">
              <a:off x="19636" y="4259025"/>
              <a:ext cx="888600" cy="8886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" name="Google Shape;89;p14"/>
            <p:cNvCxnSpPr/>
            <p:nvPr/>
          </p:nvCxnSpPr>
          <p:spPr>
            <a:xfrm rot="10800000">
              <a:off x="19608" y="4399125"/>
              <a:ext cx="748500" cy="7485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" name="Google Shape;90;p14"/>
            <p:cNvCxnSpPr/>
            <p:nvPr/>
          </p:nvCxnSpPr>
          <p:spPr>
            <a:xfrm rot="10800000">
              <a:off x="19689" y="4607325"/>
              <a:ext cx="540300" cy="5403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" name="Google Shape;91;p14"/>
            <p:cNvCxnSpPr/>
            <p:nvPr/>
          </p:nvCxnSpPr>
          <p:spPr>
            <a:xfrm rot="10800000">
              <a:off x="19689" y="4754625"/>
              <a:ext cx="393000" cy="3930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" name="Google Shape;92;p14"/>
            <p:cNvCxnSpPr/>
            <p:nvPr/>
          </p:nvCxnSpPr>
          <p:spPr>
            <a:xfrm rot="10800000">
              <a:off x="19689" y="4908525"/>
              <a:ext cx="239100" cy="2391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" name="Google Shape;93;p14"/>
            <p:cNvCxnSpPr/>
            <p:nvPr/>
          </p:nvCxnSpPr>
          <p:spPr>
            <a:xfrm rot="10800000">
              <a:off x="27321" y="1515106"/>
              <a:ext cx="3648600" cy="36270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4" name="Google Shape;94;p14"/>
          <p:cNvGrpSpPr/>
          <p:nvPr/>
        </p:nvGrpSpPr>
        <p:grpSpPr>
          <a:xfrm flipH="1">
            <a:off x="6874668" y="2872846"/>
            <a:ext cx="2278870" cy="2275421"/>
            <a:chOff x="14014" y="1403925"/>
            <a:chExt cx="3749374" cy="3743700"/>
          </a:xfrm>
        </p:grpSpPr>
        <p:sp>
          <p:nvSpPr>
            <p:cNvPr id="95" name="Google Shape;95;p14"/>
            <p:cNvSpPr/>
            <p:nvPr/>
          </p:nvSpPr>
          <p:spPr>
            <a:xfrm>
              <a:off x="19688" y="1403925"/>
              <a:ext cx="3743700" cy="3743700"/>
            </a:xfrm>
            <a:prstGeom prst="rtTriangle">
              <a:avLst/>
            </a:prstGeom>
            <a:gradFill>
              <a:gsLst>
                <a:gs pos="0">
                  <a:srgbClr val="EC8BCE"/>
                </a:gs>
                <a:gs pos="100000">
                  <a:srgbClr val="3429A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6" name="Google Shape;96;p14"/>
            <p:cNvCxnSpPr/>
            <p:nvPr/>
          </p:nvCxnSpPr>
          <p:spPr>
            <a:xfrm rot="10800000">
              <a:off x="19556" y="1643325"/>
              <a:ext cx="3504300" cy="35043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" name="Google Shape;97;p14"/>
            <p:cNvCxnSpPr/>
            <p:nvPr/>
          </p:nvCxnSpPr>
          <p:spPr>
            <a:xfrm rot="10800000">
              <a:off x="19500" y="1816425"/>
              <a:ext cx="3331200" cy="33312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" name="Google Shape;98;p14"/>
            <p:cNvCxnSpPr/>
            <p:nvPr/>
          </p:nvCxnSpPr>
          <p:spPr>
            <a:xfrm rot="10800000">
              <a:off x="19650" y="1977225"/>
              <a:ext cx="3170400" cy="31704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" name="Google Shape;99;p14"/>
            <p:cNvCxnSpPr/>
            <p:nvPr/>
          </p:nvCxnSpPr>
          <p:spPr>
            <a:xfrm rot="10800000">
              <a:off x="19571" y="2132325"/>
              <a:ext cx="3015600" cy="30153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" name="Google Shape;100;p14"/>
            <p:cNvCxnSpPr/>
            <p:nvPr/>
          </p:nvCxnSpPr>
          <p:spPr>
            <a:xfrm rot="10800000">
              <a:off x="19658" y="2284425"/>
              <a:ext cx="2863200" cy="28632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" name="Google Shape;101;p14"/>
            <p:cNvCxnSpPr/>
            <p:nvPr/>
          </p:nvCxnSpPr>
          <p:spPr>
            <a:xfrm rot="10800000">
              <a:off x="19654" y="2461425"/>
              <a:ext cx="2686200" cy="26862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" name="Google Shape;102;p14"/>
            <p:cNvCxnSpPr/>
            <p:nvPr/>
          </p:nvCxnSpPr>
          <p:spPr>
            <a:xfrm rot="10800000">
              <a:off x="19595" y="2606625"/>
              <a:ext cx="2541000" cy="25410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>
              <a:off x="19456" y="2780925"/>
              <a:ext cx="2366700" cy="23667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>
              <a:off x="19853" y="2928825"/>
              <a:ext cx="2218800" cy="22188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" name="Google Shape;105;p14"/>
            <p:cNvCxnSpPr/>
            <p:nvPr/>
          </p:nvCxnSpPr>
          <p:spPr>
            <a:xfrm rot="10800000">
              <a:off x="14014" y="3097725"/>
              <a:ext cx="2050200" cy="20499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" name="Google Shape;106;p14"/>
            <p:cNvCxnSpPr>
              <a:stCxn id="95" idx="3"/>
              <a:endCxn id="95" idx="1"/>
            </p:cNvCxnSpPr>
            <p:nvPr/>
          </p:nvCxnSpPr>
          <p:spPr>
            <a:xfrm rot="10800000">
              <a:off x="19538" y="3275925"/>
              <a:ext cx="1872000" cy="18717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" name="Google Shape;107;p14"/>
            <p:cNvCxnSpPr/>
            <p:nvPr/>
          </p:nvCxnSpPr>
          <p:spPr>
            <a:xfrm rot="10800000">
              <a:off x="19744" y="3428625"/>
              <a:ext cx="1719000" cy="17190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8" name="Google Shape;108;p14"/>
            <p:cNvCxnSpPr/>
            <p:nvPr/>
          </p:nvCxnSpPr>
          <p:spPr>
            <a:xfrm rot="10800000">
              <a:off x="19708" y="3592125"/>
              <a:ext cx="1555500" cy="15555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" name="Google Shape;109;p14"/>
            <p:cNvCxnSpPr/>
            <p:nvPr/>
          </p:nvCxnSpPr>
          <p:spPr>
            <a:xfrm rot="10800000">
              <a:off x="19424" y="3768825"/>
              <a:ext cx="1379100" cy="13788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" name="Google Shape;110;p14"/>
            <p:cNvCxnSpPr/>
            <p:nvPr/>
          </p:nvCxnSpPr>
          <p:spPr>
            <a:xfrm rot="10800000">
              <a:off x="19688" y="3932325"/>
              <a:ext cx="1215300" cy="12153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" name="Google Shape;111;p14"/>
            <p:cNvCxnSpPr/>
            <p:nvPr/>
          </p:nvCxnSpPr>
          <p:spPr>
            <a:xfrm rot="10800000">
              <a:off x="19900" y="4092225"/>
              <a:ext cx="1055400" cy="10554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" name="Google Shape;112;p14"/>
            <p:cNvCxnSpPr/>
            <p:nvPr/>
          </p:nvCxnSpPr>
          <p:spPr>
            <a:xfrm rot="10800000">
              <a:off x="19636" y="4259025"/>
              <a:ext cx="888600" cy="8886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" name="Google Shape;113;p14"/>
            <p:cNvCxnSpPr/>
            <p:nvPr/>
          </p:nvCxnSpPr>
          <p:spPr>
            <a:xfrm rot="10800000">
              <a:off x="19608" y="4399125"/>
              <a:ext cx="748500" cy="7485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" name="Google Shape;114;p14"/>
            <p:cNvCxnSpPr/>
            <p:nvPr/>
          </p:nvCxnSpPr>
          <p:spPr>
            <a:xfrm rot="10800000">
              <a:off x="19689" y="4607325"/>
              <a:ext cx="540300" cy="5403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" name="Google Shape;115;p14"/>
            <p:cNvCxnSpPr/>
            <p:nvPr/>
          </p:nvCxnSpPr>
          <p:spPr>
            <a:xfrm rot="10800000">
              <a:off x="19689" y="4754625"/>
              <a:ext cx="393000" cy="3930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" name="Google Shape;116;p14"/>
            <p:cNvCxnSpPr/>
            <p:nvPr/>
          </p:nvCxnSpPr>
          <p:spPr>
            <a:xfrm rot="10800000">
              <a:off x="19689" y="4908525"/>
              <a:ext cx="239100" cy="2391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" name="Google Shape;117;p14"/>
            <p:cNvCxnSpPr/>
            <p:nvPr/>
          </p:nvCxnSpPr>
          <p:spPr>
            <a:xfrm rot="10800000">
              <a:off x="27321" y="1515106"/>
              <a:ext cx="3648600" cy="36270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8" name="Google Shape;118;p14"/>
          <p:cNvSpPr/>
          <p:nvPr/>
        </p:nvSpPr>
        <p:spPr>
          <a:xfrm>
            <a:off x="6788000" y="0"/>
            <a:ext cx="2356000" cy="977350"/>
          </a:xfrm>
          <a:custGeom>
            <a:rect b="b" l="l" r="r" t="t"/>
            <a:pathLst>
              <a:path extrusionOk="0" h="39094" w="94240">
                <a:moveTo>
                  <a:pt x="37689" y="25742"/>
                </a:moveTo>
                <a:lnTo>
                  <a:pt x="37911" y="26482"/>
                </a:lnTo>
                <a:lnTo>
                  <a:pt x="38170" y="27221"/>
                </a:lnTo>
                <a:lnTo>
                  <a:pt x="38429" y="27924"/>
                </a:lnTo>
                <a:lnTo>
                  <a:pt x="38762" y="28627"/>
                </a:lnTo>
                <a:lnTo>
                  <a:pt x="39095" y="29329"/>
                </a:lnTo>
                <a:lnTo>
                  <a:pt x="39464" y="29995"/>
                </a:lnTo>
                <a:lnTo>
                  <a:pt x="39871" y="30661"/>
                </a:lnTo>
                <a:lnTo>
                  <a:pt x="40315" y="31290"/>
                </a:lnTo>
                <a:lnTo>
                  <a:pt x="40056" y="31623"/>
                </a:lnTo>
                <a:lnTo>
                  <a:pt x="39354" y="32510"/>
                </a:lnTo>
                <a:lnTo>
                  <a:pt x="38577" y="33361"/>
                </a:lnTo>
                <a:lnTo>
                  <a:pt x="37726" y="34138"/>
                </a:lnTo>
                <a:lnTo>
                  <a:pt x="36875" y="34877"/>
                </a:lnTo>
                <a:lnTo>
                  <a:pt x="35914" y="34064"/>
                </a:lnTo>
                <a:lnTo>
                  <a:pt x="35026" y="33213"/>
                </a:lnTo>
                <a:lnTo>
                  <a:pt x="34176" y="32288"/>
                </a:lnTo>
                <a:lnTo>
                  <a:pt x="33436" y="31327"/>
                </a:lnTo>
                <a:lnTo>
                  <a:pt x="37689" y="25742"/>
                </a:lnTo>
                <a:close/>
                <a:moveTo>
                  <a:pt x="33177" y="31660"/>
                </a:moveTo>
                <a:lnTo>
                  <a:pt x="33917" y="32584"/>
                </a:lnTo>
                <a:lnTo>
                  <a:pt x="34730" y="33509"/>
                </a:lnTo>
                <a:lnTo>
                  <a:pt x="35581" y="34322"/>
                </a:lnTo>
                <a:lnTo>
                  <a:pt x="36543" y="35136"/>
                </a:lnTo>
                <a:lnTo>
                  <a:pt x="35729" y="35691"/>
                </a:lnTo>
                <a:lnTo>
                  <a:pt x="34878" y="36209"/>
                </a:lnTo>
                <a:lnTo>
                  <a:pt x="34028" y="36690"/>
                </a:lnTo>
                <a:lnTo>
                  <a:pt x="33140" y="37096"/>
                </a:lnTo>
                <a:lnTo>
                  <a:pt x="32289" y="36690"/>
                </a:lnTo>
                <a:lnTo>
                  <a:pt x="31439" y="36209"/>
                </a:lnTo>
                <a:lnTo>
                  <a:pt x="30625" y="35691"/>
                </a:lnTo>
                <a:lnTo>
                  <a:pt x="29811" y="35136"/>
                </a:lnTo>
                <a:lnTo>
                  <a:pt x="30662" y="34396"/>
                </a:lnTo>
                <a:lnTo>
                  <a:pt x="31513" y="33620"/>
                </a:lnTo>
                <a:lnTo>
                  <a:pt x="32289" y="32769"/>
                </a:lnTo>
                <a:lnTo>
                  <a:pt x="32992" y="31881"/>
                </a:lnTo>
                <a:lnTo>
                  <a:pt x="33177" y="31660"/>
                </a:lnTo>
                <a:close/>
                <a:moveTo>
                  <a:pt x="40574" y="31660"/>
                </a:moveTo>
                <a:lnTo>
                  <a:pt x="41314" y="32584"/>
                </a:lnTo>
                <a:lnTo>
                  <a:pt x="42127" y="33509"/>
                </a:lnTo>
                <a:lnTo>
                  <a:pt x="42978" y="34322"/>
                </a:lnTo>
                <a:lnTo>
                  <a:pt x="43940" y="35136"/>
                </a:lnTo>
                <a:lnTo>
                  <a:pt x="43126" y="35691"/>
                </a:lnTo>
                <a:lnTo>
                  <a:pt x="42275" y="36209"/>
                </a:lnTo>
                <a:lnTo>
                  <a:pt x="41425" y="36690"/>
                </a:lnTo>
                <a:lnTo>
                  <a:pt x="40537" y="37096"/>
                </a:lnTo>
                <a:lnTo>
                  <a:pt x="39686" y="36690"/>
                </a:lnTo>
                <a:lnTo>
                  <a:pt x="38836" y="36209"/>
                </a:lnTo>
                <a:lnTo>
                  <a:pt x="38022" y="35691"/>
                </a:lnTo>
                <a:lnTo>
                  <a:pt x="37208" y="35136"/>
                </a:lnTo>
                <a:lnTo>
                  <a:pt x="38059" y="34396"/>
                </a:lnTo>
                <a:lnTo>
                  <a:pt x="38910" y="33620"/>
                </a:lnTo>
                <a:lnTo>
                  <a:pt x="39686" y="32769"/>
                </a:lnTo>
                <a:lnTo>
                  <a:pt x="40389" y="31881"/>
                </a:lnTo>
                <a:lnTo>
                  <a:pt x="40574" y="31660"/>
                </a:lnTo>
                <a:close/>
                <a:moveTo>
                  <a:pt x="29478" y="35395"/>
                </a:moveTo>
                <a:lnTo>
                  <a:pt x="30218" y="35950"/>
                </a:lnTo>
                <a:lnTo>
                  <a:pt x="31032" y="36431"/>
                </a:lnTo>
                <a:lnTo>
                  <a:pt x="31808" y="36911"/>
                </a:lnTo>
                <a:lnTo>
                  <a:pt x="32659" y="37318"/>
                </a:lnTo>
                <a:lnTo>
                  <a:pt x="31845" y="37614"/>
                </a:lnTo>
                <a:lnTo>
                  <a:pt x="31069" y="37873"/>
                </a:lnTo>
                <a:lnTo>
                  <a:pt x="30255" y="38132"/>
                </a:lnTo>
                <a:lnTo>
                  <a:pt x="29441" y="38317"/>
                </a:lnTo>
                <a:lnTo>
                  <a:pt x="28628" y="38132"/>
                </a:lnTo>
                <a:lnTo>
                  <a:pt x="27814" y="37873"/>
                </a:lnTo>
                <a:lnTo>
                  <a:pt x="27037" y="37614"/>
                </a:lnTo>
                <a:lnTo>
                  <a:pt x="26261" y="37318"/>
                </a:lnTo>
                <a:lnTo>
                  <a:pt x="27111" y="36911"/>
                </a:lnTo>
                <a:lnTo>
                  <a:pt x="27925" y="36431"/>
                </a:lnTo>
                <a:lnTo>
                  <a:pt x="28702" y="35950"/>
                </a:lnTo>
                <a:lnTo>
                  <a:pt x="29478" y="35395"/>
                </a:lnTo>
                <a:close/>
                <a:moveTo>
                  <a:pt x="36875" y="35395"/>
                </a:moveTo>
                <a:lnTo>
                  <a:pt x="37615" y="35950"/>
                </a:lnTo>
                <a:lnTo>
                  <a:pt x="38429" y="36431"/>
                </a:lnTo>
                <a:lnTo>
                  <a:pt x="39206" y="36911"/>
                </a:lnTo>
                <a:lnTo>
                  <a:pt x="40056" y="37318"/>
                </a:lnTo>
                <a:lnTo>
                  <a:pt x="39243" y="37614"/>
                </a:lnTo>
                <a:lnTo>
                  <a:pt x="38466" y="37873"/>
                </a:lnTo>
                <a:lnTo>
                  <a:pt x="37652" y="38132"/>
                </a:lnTo>
                <a:lnTo>
                  <a:pt x="36839" y="38317"/>
                </a:lnTo>
                <a:lnTo>
                  <a:pt x="36025" y="38132"/>
                </a:lnTo>
                <a:lnTo>
                  <a:pt x="35211" y="37873"/>
                </a:lnTo>
                <a:lnTo>
                  <a:pt x="34434" y="37614"/>
                </a:lnTo>
                <a:lnTo>
                  <a:pt x="33658" y="37318"/>
                </a:lnTo>
                <a:lnTo>
                  <a:pt x="34508" y="36911"/>
                </a:lnTo>
                <a:lnTo>
                  <a:pt x="35322" y="36431"/>
                </a:lnTo>
                <a:lnTo>
                  <a:pt x="36099" y="35950"/>
                </a:lnTo>
                <a:lnTo>
                  <a:pt x="36875" y="35395"/>
                </a:lnTo>
                <a:close/>
                <a:moveTo>
                  <a:pt x="44273" y="35395"/>
                </a:moveTo>
                <a:lnTo>
                  <a:pt x="45012" y="35950"/>
                </a:lnTo>
                <a:lnTo>
                  <a:pt x="45826" y="36431"/>
                </a:lnTo>
                <a:lnTo>
                  <a:pt x="46603" y="36911"/>
                </a:lnTo>
                <a:lnTo>
                  <a:pt x="47453" y="37318"/>
                </a:lnTo>
                <a:lnTo>
                  <a:pt x="46640" y="37614"/>
                </a:lnTo>
                <a:lnTo>
                  <a:pt x="45863" y="37873"/>
                </a:lnTo>
                <a:lnTo>
                  <a:pt x="45049" y="38132"/>
                </a:lnTo>
                <a:lnTo>
                  <a:pt x="44236" y="38317"/>
                </a:lnTo>
                <a:lnTo>
                  <a:pt x="43422" y="38132"/>
                </a:lnTo>
                <a:lnTo>
                  <a:pt x="42608" y="37873"/>
                </a:lnTo>
                <a:lnTo>
                  <a:pt x="41832" y="37614"/>
                </a:lnTo>
                <a:lnTo>
                  <a:pt x="41055" y="37318"/>
                </a:lnTo>
                <a:lnTo>
                  <a:pt x="41906" y="36911"/>
                </a:lnTo>
                <a:lnTo>
                  <a:pt x="42719" y="36431"/>
                </a:lnTo>
                <a:lnTo>
                  <a:pt x="43496" y="35950"/>
                </a:lnTo>
                <a:lnTo>
                  <a:pt x="44273" y="35395"/>
                </a:lnTo>
                <a:close/>
                <a:moveTo>
                  <a:pt x="25743" y="37577"/>
                </a:moveTo>
                <a:lnTo>
                  <a:pt x="26409" y="37836"/>
                </a:lnTo>
                <a:lnTo>
                  <a:pt x="27074" y="38058"/>
                </a:lnTo>
                <a:lnTo>
                  <a:pt x="27740" y="38280"/>
                </a:lnTo>
                <a:lnTo>
                  <a:pt x="28406" y="38502"/>
                </a:lnTo>
                <a:lnTo>
                  <a:pt x="28184" y="38502"/>
                </a:lnTo>
                <a:lnTo>
                  <a:pt x="27518" y="38576"/>
                </a:lnTo>
                <a:lnTo>
                  <a:pt x="26889" y="38650"/>
                </a:lnTo>
                <a:lnTo>
                  <a:pt x="26261" y="38687"/>
                </a:lnTo>
                <a:lnTo>
                  <a:pt x="24966" y="38687"/>
                </a:lnTo>
                <a:lnTo>
                  <a:pt x="24337" y="38613"/>
                </a:lnTo>
                <a:lnTo>
                  <a:pt x="23709" y="38576"/>
                </a:lnTo>
                <a:lnTo>
                  <a:pt x="23080" y="38502"/>
                </a:lnTo>
                <a:lnTo>
                  <a:pt x="23746" y="38280"/>
                </a:lnTo>
                <a:lnTo>
                  <a:pt x="24448" y="38058"/>
                </a:lnTo>
                <a:lnTo>
                  <a:pt x="25114" y="37836"/>
                </a:lnTo>
                <a:lnTo>
                  <a:pt x="25743" y="37577"/>
                </a:lnTo>
                <a:close/>
                <a:moveTo>
                  <a:pt x="33140" y="37577"/>
                </a:moveTo>
                <a:lnTo>
                  <a:pt x="33806" y="37836"/>
                </a:lnTo>
                <a:lnTo>
                  <a:pt x="34471" y="38058"/>
                </a:lnTo>
                <a:lnTo>
                  <a:pt x="35137" y="38280"/>
                </a:lnTo>
                <a:lnTo>
                  <a:pt x="35803" y="38502"/>
                </a:lnTo>
                <a:lnTo>
                  <a:pt x="35581" y="38502"/>
                </a:lnTo>
                <a:lnTo>
                  <a:pt x="34915" y="38576"/>
                </a:lnTo>
                <a:lnTo>
                  <a:pt x="34287" y="38650"/>
                </a:lnTo>
                <a:lnTo>
                  <a:pt x="33658" y="38687"/>
                </a:lnTo>
                <a:lnTo>
                  <a:pt x="32363" y="38687"/>
                </a:lnTo>
                <a:lnTo>
                  <a:pt x="31735" y="38613"/>
                </a:lnTo>
                <a:lnTo>
                  <a:pt x="31106" y="38576"/>
                </a:lnTo>
                <a:lnTo>
                  <a:pt x="30477" y="38502"/>
                </a:lnTo>
                <a:lnTo>
                  <a:pt x="31143" y="38280"/>
                </a:lnTo>
                <a:lnTo>
                  <a:pt x="31845" y="38058"/>
                </a:lnTo>
                <a:lnTo>
                  <a:pt x="32511" y="37836"/>
                </a:lnTo>
                <a:lnTo>
                  <a:pt x="33140" y="37577"/>
                </a:lnTo>
                <a:close/>
                <a:moveTo>
                  <a:pt x="40537" y="37577"/>
                </a:moveTo>
                <a:lnTo>
                  <a:pt x="41203" y="37836"/>
                </a:lnTo>
                <a:lnTo>
                  <a:pt x="41869" y="38058"/>
                </a:lnTo>
                <a:lnTo>
                  <a:pt x="42534" y="38280"/>
                </a:lnTo>
                <a:lnTo>
                  <a:pt x="43200" y="38502"/>
                </a:lnTo>
                <a:lnTo>
                  <a:pt x="42978" y="38502"/>
                </a:lnTo>
                <a:lnTo>
                  <a:pt x="42312" y="38576"/>
                </a:lnTo>
                <a:lnTo>
                  <a:pt x="41684" y="38650"/>
                </a:lnTo>
                <a:lnTo>
                  <a:pt x="41055" y="38687"/>
                </a:lnTo>
                <a:lnTo>
                  <a:pt x="39760" y="38687"/>
                </a:lnTo>
                <a:lnTo>
                  <a:pt x="39132" y="38613"/>
                </a:lnTo>
                <a:lnTo>
                  <a:pt x="38503" y="38576"/>
                </a:lnTo>
                <a:lnTo>
                  <a:pt x="37874" y="38502"/>
                </a:lnTo>
                <a:lnTo>
                  <a:pt x="38540" y="38280"/>
                </a:lnTo>
                <a:lnTo>
                  <a:pt x="39243" y="38058"/>
                </a:lnTo>
                <a:lnTo>
                  <a:pt x="39908" y="37836"/>
                </a:lnTo>
                <a:lnTo>
                  <a:pt x="40537" y="37577"/>
                </a:lnTo>
                <a:close/>
                <a:moveTo>
                  <a:pt x="47934" y="37577"/>
                </a:moveTo>
                <a:lnTo>
                  <a:pt x="48600" y="37836"/>
                </a:lnTo>
                <a:lnTo>
                  <a:pt x="49266" y="38058"/>
                </a:lnTo>
                <a:lnTo>
                  <a:pt x="49931" y="38280"/>
                </a:lnTo>
                <a:lnTo>
                  <a:pt x="50597" y="38502"/>
                </a:lnTo>
                <a:lnTo>
                  <a:pt x="50375" y="38502"/>
                </a:lnTo>
                <a:lnTo>
                  <a:pt x="49709" y="38576"/>
                </a:lnTo>
                <a:lnTo>
                  <a:pt x="49081" y="38650"/>
                </a:lnTo>
                <a:lnTo>
                  <a:pt x="48452" y="38687"/>
                </a:lnTo>
                <a:lnTo>
                  <a:pt x="47157" y="38687"/>
                </a:lnTo>
                <a:lnTo>
                  <a:pt x="46529" y="38613"/>
                </a:lnTo>
                <a:lnTo>
                  <a:pt x="45900" y="38576"/>
                </a:lnTo>
                <a:lnTo>
                  <a:pt x="45271" y="38502"/>
                </a:lnTo>
                <a:lnTo>
                  <a:pt x="45937" y="38280"/>
                </a:lnTo>
                <a:lnTo>
                  <a:pt x="46640" y="38058"/>
                </a:lnTo>
                <a:lnTo>
                  <a:pt x="47305" y="37836"/>
                </a:lnTo>
                <a:lnTo>
                  <a:pt x="47934" y="37577"/>
                </a:lnTo>
                <a:close/>
                <a:moveTo>
                  <a:pt x="11023" y="0"/>
                </a:moveTo>
                <a:lnTo>
                  <a:pt x="3736" y="9579"/>
                </a:lnTo>
                <a:lnTo>
                  <a:pt x="3219" y="10319"/>
                </a:lnTo>
                <a:lnTo>
                  <a:pt x="2701" y="11096"/>
                </a:lnTo>
                <a:lnTo>
                  <a:pt x="2257" y="11872"/>
                </a:lnTo>
                <a:lnTo>
                  <a:pt x="1850" y="12686"/>
                </a:lnTo>
                <a:lnTo>
                  <a:pt x="1480" y="13500"/>
                </a:lnTo>
                <a:lnTo>
                  <a:pt x="1147" y="14313"/>
                </a:lnTo>
                <a:lnTo>
                  <a:pt x="852" y="15164"/>
                </a:lnTo>
                <a:lnTo>
                  <a:pt x="593" y="16015"/>
                </a:lnTo>
                <a:lnTo>
                  <a:pt x="371" y="16902"/>
                </a:lnTo>
                <a:lnTo>
                  <a:pt x="223" y="17753"/>
                </a:lnTo>
                <a:lnTo>
                  <a:pt x="112" y="18678"/>
                </a:lnTo>
                <a:lnTo>
                  <a:pt x="38" y="19565"/>
                </a:lnTo>
                <a:lnTo>
                  <a:pt x="1" y="20453"/>
                </a:lnTo>
                <a:lnTo>
                  <a:pt x="1" y="21378"/>
                </a:lnTo>
                <a:lnTo>
                  <a:pt x="75" y="22265"/>
                </a:lnTo>
                <a:lnTo>
                  <a:pt x="186" y="23190"/>
                </a:lnTo>
                <a:lnTo>
                  <a:pt x="334" y="24114"/>
                </a:lnTo>
                <a:lnTo>
                  <a:pt x="519" y="25002"/>
                </a:lnTo>
                <a:lnTo>
                  <a:pt x="741" y="25890"/>
                </a:lnTo>
                <a:lnTo>
                  <a:pt x="1000" y="26740"/>
                </a:lnTo>
                <a:lnTo>
                  <a:pt x="1332" y="27591"/>
                </a:lnTo>
                <a:lnTo>
                  <a:pt x="1665" y="28405"/>
                </a:lnTo>
                <a:lnTo>
                  <a:pt x="2072" y="29218"/>
                </a:lnTo>
                <a:lnTo>
                  <a:pt x="2479" y="29995"/>
                </a:lnTo>
                <a:lnTo>
                  <a:pt x="2960" y="30772"/>
                </a:lnTo>
                <a:lnTo>
                  <a:pt x="3478" y="31512"/>
                </a:lnTo>
                <a:lnTo>
                  <a:pt x="3995" y="32214"/>
                </a:lnTo>
                <a:lnTo>
                  <a:pt x="4587" y="32880"/>
                </a:lnTo>
                <a:lnTo>
                  <a:pt x="5179" y="33546"/>
                </a:lnTo>
                <a:lnTo>
                  <a:pt x="5845" y="34175"/>
                </a:lnTo>
                <a:lnTo>
                  <a:pt x="6510" y="34803"/>
                </a:lnTo>
                <a:lnTo>
                  <a:pt x="7250" y="35358"/>
                </a:lnTo>
                <a:lnTo>
                  <a:pt x="7842" y="35802"/>
                </a:lnTo>
                <a:lnTo>
                  <a:pt x="8471" y="36209"/>
                </a:lnTo>
                <a:lnTo>
                  <a:pt x="9099" y="36616"/>
                </a:lnTo>
                <a:lnTo>
                  <a:pt x="9765" y="36985"/>
                </a:lnTo>
                <a:lnTo>
                  <a:pt x="10431" y="37318"/>
                </a:lnTo>
                <a:lnTo>
                  <a:pt x="11097" y="37614"/>
                </a:lnTo>
                <a:lnTo>
                  <a:pt x="11799" y="37910"/>
                </a:lnTo>
                <a:lnTo>
                  <a:pt x="12465" y="38132"/>
                </a:lnTo>
                <a:lnTo>
                  <a:pt x="13168" y="38354"/>
                </a:lnTo>
                <a:lnTo>
                  <a:pt x="13907" y="38576"/>
                </a:lnTo>
                <a:lnTo>
                  <a:pt x="14610" y="38724"/>
                </a:lnTo>
                <a:lnTo>
                  <a:pt x="15350" y="38872"/>
                </a:lnTo>
                <a:lnTo>
                  <a:pt x="16090" y="38983"/>
                </a:lnTo>
                <a:lnTo>
                  <a:pt x="16829" y="39057"/>
                </a:lnTo>
                <a:lnTo>
                  <a:pt x="17569" y="39094"/>
                </a:lnTo>
                <a:lnTo>
                  <a:pt x="18309" y="39094"/>
                </a:lnTo>
                <a:lnTo>
                  <a:pt x="19566" y="39057"/>
                </a:lnTo>
                <a:lnTo>
                  <a:pt x="20824" y="38946"/>
                </a:lnTo>
                <a:lnTo>
                  <a:pt x="22007" y="38724"/>
                </a:lnTo>
                <a:lnTo>
                  <a:pt x="22932" y="38872"/>
                </a:lnTo>
                <a:lnTo>
                  <a:pt x="23857" y="39020"/>
                </a:lnTo>
                <a:lnTo>
                  <a:pt x="24781" y="39094"/>
                </a:lnTo>
                <a:lnTo>
                  <a:pt x="25706" y="39094"/>
                </a:lnTo>
                <a:lnTo>
                  <a:pt x="26963" y="39057"/>
                </a:lnTo>
                <a:lnTo>
                  <a:pt x="28221" y="38946"/>
                </a:lnTo>
                <a:lnTo>
                  <a:pt x="29404" y="38724"/>
                </a:lnTo>
                <a:lnTo>
                  <a:pt x="30329" y="38872"/>
                </a:lnTo>
                <a:lnTo>
                  <a:pt x="31254" y="39020"/>
                </a:lnTo>
                <a:lnTo>
                  <a:pt x="32178" y="39094"/>
                </a:lnTo>
                <a:lnTo>
                  <a:pt x="33103" y="39094"/>
                </a:lnTo>
                <a:lnTo>
                  <a:pt x="34360" y="39057"/>
                </a:lnTo>
                <a:lnTo>
                  <a:pt x="35618" y="38946"/>
                </a:lnTo>
                <a:lnTo>
                  <a:pt x="36802" y="38724"/>
                </a:lnTo>
                <a:lnTo>
                  <a:pt x="37726" y="38872"/>
                </a:lnTo>
                <a:lnTo>
                  <a:pt x="38651" y="39020"/>
                </a:lnTo>
                <a:lnTo>
                  <a:pt x="39575" y="39094"/>
                </a:lnTo>
                <a:lnTo>
                  <a:pt x="40500" y="39094"/>
                </a:lnTo>
                <a:lnTo>
                  <a:pt x="41758" y="39057"/>
                </a:lnTo>
                <a:lnTo>
                  <a:pt x="43015" y="38946"/>
                </a:lnTo>
                <a:lnTo>
                  <a:pt x="44199" y="38724"/>
                </a:lnTo>
                <a:lnTo>
                  <a:pt x="45123" y="38872"/>
                </a:lnTo>
                <a:lnTo>
                  <a:pt x="46048" y="39020"/>
                </a:lnTo>
                <a:lnTo>
                  <a:pt x="46973" y="39094"/>
                </a:lnTo>
                <a:lnTo>
                  <a:pt x="47897" y="39094"/>
                </a:lnTo>
                <a:lnTo>
                  <a:pt x="49155" y="39057"/>
                </a:lnTo>
                <a:lnTo>
                  <a:pt x="50412" y="38946"/>
                </a:lnTo>
                <a:lnTo>
                  <a:pt x="51596" y="38724"/>
                </a:lnTo>
                <a:lnTo>
                  <a:pt x="52520" y="38872"/>
                </a:lnTo>
                <a:lnTo>
                  <a:pt x="53445" y="39020"/>
                </a:lnTo>
                <a:lnTo>
                  <a:pt x="54370" y="39094"/>
                </a:lnTo>
                <a:lnTo>
                  <a:pt x="55294" y="39094"/>
                </a:lnTo>
                <a:lnTo>
                  <a:pt x="56552" y="39057"/>
                </a:lnTo>
                <a:lnTo>
                  <a:pt x="57809" y="38946"/>
                </a:lnTo>
                <a:lnTo>
                  <a:pt x="58734" y="38798"/>
                </a:lnTo>
                <a:lnTo>
                  <a:pt x="59622" y="38613"/>
                </a:lnTo>
                <a:lnTo>
                  <a:pt x="60509" y="38354"/>
                </a:lnTo>
                <a:lnTo>
                  <a:pt x="61360" y="38095"/>
                </a:lnTo>
                <a:lnTo>
                  <a:pt x="62211" y="37799"/>
                </a:lnTo>
                <a:lnTo>
                  <a:pt x="63024" y="37429"/>
                </a:lnTo>
                <a:lnTo>
                  <a:pt x="63838" y="37022"/>
                </a:lnTo>
                <a:lnTo>
                  <a:pt x="64615" y="36616"/>
                </a:lnTo>
                <a:lnTo>
                  <a:pt x="65391" y="36135"/>
                </a:lnTo>
                <a:lnTo>
                  <a:pt x="66131" y="35654"/>
                </a:lnTo>
                <a:lnTo>
                  <a:pt x="66834" y="35099"/>
                </a:lnTo>
                <a:lnTo>
                  <a:pt x="67536" y="34507"/>
                </a:lnTo>
                <a:lnTo>
                  <a:pt x="68202" y="33916"/>
                </a:lnTo>
                <a:lnTo>
                  <a:pt x="68831" y="33250"/>
                </a:lnTo>
                <a:lnTo>
                  <a:pt x="69423" y="32584"/>
                </a:lnTo>
                <a:lnTo>
                  <a:pt x="69978" y="31881"/>
                </a:lnTo>
                <a:lnTo>
                  <a:pt x="94240" y="0"/>
                </a:lnTo>
                <a:lnTo>
                  <a:pt x="93722" y="0"/>
                </a:lnTo>
                <a:lnTo>
                  <a:pt x="69645" y="31623"/>
                </a:lnTo>
                <a:lnTo>
                  <a:pt x="69090" y="32325"/>
                </a:lnTo>
                <a:lnTo>
                  <a:pt x="68498" y="32991"/>
                </a:lnTo>
                <a:lnTo>
                  <a:pt x="67906" y="33620"/>
                </a:lnTo>
                <a:lnTo>
                  <a:pt x="67241" y="34212"/>
                </a:lnTo>
                <a:lnTo>
                  <a:pt x="66575" y="34766"/>
                </a:lnTo>
                <a:lnTo>
                  <a:pt x="65872" y="35284"/>
                </a:lnTo>
                <a:lnTo>
                  <a:pt x="65169" y="35802"/>
                </a:lnTo>
                <a:lnTo>
                  <a:pt x="64430" y="36246"/>
                </a:lnTo>
                <a:lnTo>
                  <a:pt x="63653" y="36653"/>
                </a:lnTo>
                <a:lnTo>
                  <a:pt x="62876" y="37059"/>
                </a:lnTo>
                <a:lnTo>
                  <a:pt x="62063" y="37392"/>
                </a:lnTo>
                <a:lnTo>
                  <a:pt x="61249" y="37688"/>
                </a:lnTo>
                <a:lnTo>
                  <a:pt x="60398" y="37984"/>
                </a:lnTo>
                <a:lnTo>
                  <a:pt x="59548" y="38206"/>
                </a:lnTo>
                <a:lnTo>
                  <a:pt x="58660" y="38391"/>
                </a:lnTo>
                <a:lnTo>
                  <a:pt x="57772" y="38502"/>
                </a:lnTo>
                <a:lnTo>
                  <a:pt x="57107" y="38576"/>
                </a:lnTo>
                <a:lnTo>
                  <a:pt x="56478" y="38650"/>
                </a:lnTo>
                <a:lnTo>
                  <a:pt x="55849" y="38687"/>
                </a:lnTo>
                <a:lnTo>
                  <a:pt x="54555" y="38687"/>
                </a:lnTo>
                <a:lnTo>
                  <a:pt x="53926" y="38613"/>
                </a:lnTo>
                <a:lnTo>
                  <a:pt x="53297" y="38576"/>
                </a:lnTo>
                <a:lnTo>
                  <a:pt x="52668" y="38502"/>
                </a:lnTo>
                <a:lnTo>
                  <a:pt x="53408" y="38280"/>
                </a:lnTo>
                <a:lnTo>
                  <a:pt x="54111" y="38058"/>
                </a:lnTo>
                <a:lnTo>
                  <a:pt x="54813" y="37762"/>
                </a:lnTo>
                <a:lnTo>
                  <a:pt x="55516" y="37466"/>
                </a:lnTo>
                <a:lnTo>
                  <a:pt x="56219" y="37170"/>
                </a:lnTo>
                <a:lnTo>
                  <a:pt x="56885" y="36800"/>
                </a:lnTo>
                <a:lnTo>
                  <a:pt x="57550" y="36431"/>
                </a:lnTo>
                <a:lnTo>
                  <a:pt x="58179" y="36024"/>
                </a:lnTo>
                <a:lnTo>
                  <a:pt x="58808" y="35580"/>
                </a:lnTo>
                <a:lnTo>
                  <a:pt x="59400" y="35136"/>
                </a:lnTo>
                <a:lnTo>
                  <a:pt x="59991" y="34655"/>
                </a:lnTo>
                <a:lnTo>
                  <a:pt x="60546" y="34138"/>
                </a:lnTo>
                <a:lnTo>
                  <a:pt x="61101" y="33620"/>
                </a:lnTo>
                <a:lnTo>
                  <a:pt x="61619" y="33065"/>
                </a:lnTo>
                <a:lnTo>
                  <a:pt x="62100" y="32473"/>
                </a:lnTo>
                <a:lnTo>
                  <a:pt x="62580" y="31881"/>
                </a:lnTo>
                <a:lnTo>
                  <a:pt x="86843" y="0"/>
                </a:lnTo>
                <a:lnTo>
                  <a:pt x="86325" y="0"/>
                </a:lnTo>
                <a:lnTo>
                  <a:pt x="62248" y="31623"/>
                </a:lnTo>
                <a:lnTo>
                  <a:pt x="61767" y="32251"/>
                </a:lnTo>
                <a:lnTo>
                  <a:pt x="61212" y="32843"/>
                </a:lnTo>
                <a:lnTo>
                  <a:pt x="60657" y="33435"/>
                </a:lnTo>
                <a:lnTo>
                  <a:pt x="60102" y="33990"/>
                </a:lnTo>
                <a:lnTo>
                  <a:pt x="59474" y="34544"/>
                </a:lnTo>
                <a:lnTo>
                  <a:pt x="58845" y="35025"/>
                </a:lnTo>
                <a:lnTo>
                  <a:pt x="58216" y="35506"/>
                </a:lnTo>
                <a:lnTo>
                  <a:pt x="57550" y="35950"/>
                </a:lnTo>
                <a:lnTo>
                  <a:pt x="56848" y="36357"/>
                </a:lnTo>
                <a:lnTo>
                  <a:pt x="56145" y="36727"/>
                </a:lnTo>
                <a:lnTo>
                  <a:pt x="55442" y="37059"/>
                </a:lnTo>
                <a:lnTo>
                  <a:pt x="54703" y="37392"/>
                </a:lnTo>
                <a:lnTo>
                  <a:pt x="53963" y="37651"/>
                </a:lnTo>
                <a:lnTo>
                  <a:pt x="53186" y="37910"/>
                </a:lnTo>
                <a:lnTo>
                  <a:pt x="52409" y="38132"/>
                </a:lnTo>
                <a:lnTo>
                  <a:pt x="51633" y="38317"/>
                </a:lnTo>
                <a:lnTo>
                  <a:pt x="50819" y="38132"/>
                </a:lnTo>
                <a:lnTo>
                  <a:pt x="50005" y="37873"/>
                </a:lnTo>
                <a:lnTo>
                  <a:pt x="49229" y="37614"/>
                </a:lnTo>
                <a:lnTo>
                  <a:pt x="48452" y="37318"/>
                </a:lnTo>
                <a:lnTo>
                  <a:pt x="49414" y="36837"/>
                </a:lnTo>
                <a:lnTo>
                  <a:pt x="50375" y="36283"/>
                </a:lnTo>
                <a:lnTo>
                  <a:pt x="51263" y="35691"/>
                </a:lnTo>
                <a:lnTo>
                  <a:pt x="52151" y="35025"/>
                </a:lnTo>
                <a:lnTo>
                  <a:pt x="52964" y="34322"/>
                </a:lnTo>
                <a:lnTo>
                  <a:pt x="53741" y="33546"/>
                </a:lnTo>
                <a:lnTo>
                  <a:pt x="54481" y="32732"/>
                </a:lnTo>
                <a:lnTo>
                  <a:pt x="55183" y="31881"/>
                </a:lnTo>
                <a:lnTo>
                  <a:pt x="79446" y="0"/>
                </a:lnTo>
                <a:lnTo>
                  <a:pt x="78928" y="0"/>
                </a:lnTo>
                <a:lnTo>
                  <a:pt x="54850" y="31623"/>
                </a:lnTo>
                <a:lnTo>
                  <a:pt x="54148" y="32510"/>
                </a:lnTo>
                <a:lnTo>
                  <a:pt x="53408" y="33324"/>
                </a:lnTo>
                <a:lnTo>
                  <a:pt x="52594" y="34101"/>
                </a:lnTo>
                <a:lnTo>
                  <a:pt x="51744" y="34803"/>
                </a:lnTo>
                <a:lnTo>
                  <a:pt x="50856" y="35469"/>
                </a:lnTo>
                <a:lnTo>
                  <a:pt x="49931" y="36061"/>
                </a:lnTo>
                <a:lnTo>
                  <a:pt x="48933" y="36616"/>
                </a:lnTo>
                <a:lnTo>
                  <a:pt x="47934" y="37096"/>
                </a:lnTo>
                <a:lnTo>
                  <a:pt x="47083" y="36690"/>
                </a:lnTo>
                <a:lnTo>
                  <a:pt x="46233" y="36209"/>
                </a:lnTo>
                <a:lnTo>
                  <a:pt x="45419" y="35691"/>
                </a:lnTo>
                <a:lnTo>
                  <a:pt x="44605" y="35136"/>
                </a:lnTo>
                <a:lnTo>
                  <a:pt x="45456" y="34396"/>
                </a:lnTo>
                <a:lnTo>
                  <a:pt x="46307" y="33620"/>
                </a:lnTo>
                <a:lnTo>
                  <a:pt x="47083" y="32769"/>
                </a:lnTo>
                <a:lnTo>
                  <a:pt x="47786" y="31881"/>
                </a:lnTo>
                <a:lnTo>
                  <a:pt x="72049" y="0"/>
                </a:lnTo>
                <a:lnTo>
                  <a:pt x="71531" y="0"/>
                </a:lnTo>
                <a:lnTo>
                  <a:pt x="47453" y="31623"/>
                </a:lnTo>
                <a:lnTo>
                  <a:pt x="46751" y="32510"/>
                </a:lnTo>
                <a:lnTo>
                  <a:pt x="45974" y="33361"/>
                </a:lnTo>
                <a:lnTo>
                  <a:pt x="45123" y="34138"/>
                </a:lnTo>
                <a:lnTo>
                  <a:pt x="44273" y="34877"/>
                </a:lnTo>
                <a:lnTo>
                  <a:pt x="43311" y="34064"/>
                </a:lnTo>
                <a:lnTo>
                  <a:pt x="42423" y="33213"/>
                </a:lnTo>
                <a:lnTo>
                  <a:pt x="41573" y="32288"/>
                </a:lnTo>
                <a:lnTo>
                  <a:pt x="40833" y="31327"/>
                </a:lnTo>
                <a:lnTo>
                  <a:pt x="64652" y="0"/>
                </a:lnTo>
                <a:lnTo>
                  <a:pt x="64134" y="0"/>
                </a:lnTo>
                <a:lnTo>
                  <a:pt x="40574" y="30957"/>
                </a:lnTo>
                <a:lnTo>
                  <a:pt x="40130" y="30291"/>
                </a:lnTo>
                <a:lnTo>
                  <a:pt x="39760" y="29625"/>
                </a:lnTo>
                <a:lnTo>
                  <a:pt x="39391" y="28960"/>
                </a:lnTo>
                <a:lnTo>
                  <a:pt x="39058" y="28257"/>
                </a:lnTo>
                <a:lnTo>
                  <a:pt x="38725" y="27554"/>
                </a:lnTo>
                <a:lnTo>
                  <a:pt x="38466" y="26814"/>
                </a:lnTo>
                <a:lnTo>
                  <a:pt x="38207" y="26075"/>
                </a:lnTo>
                <a:lnTo>
                  <a:pt x="37985" y="25298"/>
                </a:lnTo>
                <a:lnTo>
                  <a:pt x="57255" y="0"/>
                </a:lnTo>
                <a:lnTo>
                  <a:pt x="56737" y="0"/>
                </a:lnTo>
                <a:lnTo>
                  <a:pt x="37874" y="24780"/>
                </a:lnTo>
                <a:lnTo>
                  <a:pt x="37689" y="23967"/>
                </a:lnTo>
                <a:lnTo>
                  <a:pt x="37578" y="23153"/>
                </a:lnTo>
                <a:lnTo>
                  <a:pt x="37467" y="22228"/>
                </a:lnTo>
                <a:lnTo>
                  <a:pt x="37430" y="21341"/>
                </a:lnTo>
                <a:lnTo>
                  <a:pt x="37393" y="20453"/>
                </a:lnTo>
                <a:lnTo>
                  <a:pt x="37430" y="19565"/>
                </a:lnTo>
                <a:lnTo>
                  <a:pt x="37504" y="18715"/>
                </a:lnTo>
                <a:lnTo>
                  <a:pt x="37615" y="17827"/>
                </a:lnTo>
                <a:lnTo>
                  <a:pt x="37763" y="16976"/>
                </a:lnTo>
                <a:lnTo>
                  <a:pt x="37985" y="16126"/>
                </a:lnTo>
                <a:lnTo>
                  <a:pt x="38207" y="15275"/>
                </a:lnTo>
                <a:lnTo>
                  <a:pt x="38503" y="14461"/>
                </a:lnTo>
                <a:lnTo>
                  <a:pt x="38836" y="13648"/>
                </a:lnTo>
                <a:lnTo>
                  <a:pt x="39206" y="12834"/>
                </a:lnTo>
                <a:lnTo>
                  <a:pt x="39612" y="12057"/>
                </a:lnTo>
                <a:lnTo>
                  <a:pt x="40056" y="11318"/>
                </a:lnTo>
                <a:lnTo>
                  <a:pt x="40537" y="10578"/>
                </a:lnTo>
                <a:lnTo>
                  <a:pt x="41055" y="9838"/>
                </a:lnTo>
                <a:lnTo>
                  <a:pt x="48526" y="0"/>
                </a:lnTo>
                <a:lnTo>
                  <a:pt x="48008" y="0"/>
                </a:lnTo>
                <a:lnTo>
                  <a:pt x="40722" y="9579"/>
                </a:lnTo>
                <a:lnTo>
                  <a:pt x="40204" y="10319"/>
                </a:lnTo>
                <a:lnTo>
                  <a:pt x="39686" y="11096"/>
                </a:lnTo>
                <a:lnTo>
                  <a:pt x="39243" y="11872"/>
                </a:lnTo>
                <a:lnTo>
                  <a:pt x="38836" y="12686"/>
                </a:lnTo>
                <a:lnTo>
                  <a:pt x="38466" y="13500"/>
                </a:lnTo>
                <a:lnTo>
                  <a:pt x="38133" y="14313"/>
                </a:lnTo>
                <a:lnTo>
                  <a:pt x="37837" y="15164"/>
                </a:lnTo>
                <a:lnTo>
                  <a:pt x="37578" y="16015"/>
                </a:lnTo>
                <a:lnTo>
                  <a:pt x="37356" y="16902"/>
                </a:lnTo>
                <a:lnTo>
                  <a:pt x="37208" y="17753"/>
                </a:lnTo>
                <a:lnTo>
                  <a:pt x="37097" y="18678"/>
                </a:lnTo>
                <a:lnTo>
                  <a:pt x="37023" y="19565"/>
                </a:lnTo>
                <a:lnTo>
                  <a:pt x="36986" y="20453"/>
                </a:lnTo>
                <a:lnTo>
                  <a:pt x="36986" y="21378"/>
                </a:lnTo>
                <a:lnTo>
                  <a:pt x="37060" y="22265"/>
                </a:lnTo>
                <a:lnTo>
                  <a:pt x="37171" y="23190"/>
                </a:lnTo>
                <a:lnTo>
                  <a:pt x="37319" y="24225"/>
                </a:lnTo>
                <a:lnTo>
                  <a:pt x="37541" y="25224"/>
                </a:lnTo>
                <a:lnTo>
                  <a:pt x="33177" y="30957"/>
                </a:lnTo>
                <a:lnTo>
                  <a:pt x="32622" y="30069"/>
                </a:lnTo>
                <a:lnTo>
                  <a:pt x="32104" y="29181"/>
                </a:lnTo>
                <a:lnTo>
                  <a:pt x="31624" y="28220"/>
                </a:lnTo>
                <a:lnTo>
                  <a:pt x="31217" y="27258"/>
                </a:lnTo>
                <a:lnTo>
                  <a:pt x="30884" y="26260"/>
                </a:lnTo>
                <a:lnTo>
                  <a:pt x="30588" y="25261"/>
                </a:lnTo>
                <a:lnTo>
                  <a:pt x="30329" y="24188"/>
                </a:lnTo>
                <a:lnTo>
                  <a:pt x="30181" y="23153"/>
                </a:lnTo>
                <a:lnTo>
                  <a:pt x="30070" y="22228"/>
                </a:lnTo>
                <a:lnTo>
                  <a:pt x="30033" y="21341"/>
                </a:lnTo>
                <a:lnTo>
                  <a:pt x="29996" y="20453"/>
                </a:lnTo>
                <a:lnTo>
                  <a:pt x="30033" y="19565"/>
                </a:lnTo>
                <a:lnTo>
                  <a:pt x="30107" y="18715"/>
                </a:lnTo>
                <a:lnTo>
                  <a:pt x="30218" y="17827"/>
                </a:lnTo>
                <a:lnTo>
                  <a:pt x="30366" y="16976"/>
                </a:lnTo>
                <a:lnTo>
                  <a:pt x="30588" y="16126"/>
                </a:lnTo>
                <a:lnTo>
                  <a:pt x="30810" y="15275"/>
                </a:lnTo>
                <a:lnTo>
                  <a:pt x="31106" y="14461"/>
                </a:lnTo>
                <a:lnTo>
                  <a:pt x="31439" y="13648"/>
                </a:lnTo>
                <a:lnTo>
                  <a:pt x="31808" y="12834"/>
                </a:lnTo>
                <a:lnTo>
                  <a:pt x="32215" y="12057"/>
                </a:lnTo>
                <a:lnTo>
                  <a:pt x="32659" y="11318"/>
                </a:lnTo>
                <a:lnTo>
                  <a:pt x="33140" y="10578"/>
                </a:lnTo>
                <a:lnTo>
                  <a:pt x="33658" y="9838"/>
                </a:lnTo>
                <a:lnTo>
                  <a:pt x="41129" y="0"/>
                </a:lnTo>
                <a:lnTo>
                  <a:pt x="40611" y="0"/>
                </a:lnTo>
                <a:lnTo>
                  <a:pt x="33325" y="9579"/>
                </a:lnTo>
                <a:lnTo>
                  <a:pt x="32807" y="10319"/>
                </a:lnTo>
                <a:lnTo>
                  <a:pt x="32289" y="11096"/>
                </a:lnTo>
                <a:lnTo>
                  <a:pt x="31845" y="11872"/>
                </a:lnTo>
                <a:lnTo>
                  <a:pt x="31439" y="12686"/>
                </a:lnTo>
                <a:lnTo>
                  <a:pt x="31069" y="13500"/>
                </a:lnTo>
                <a:lnTo>
                  <a:pt x="30736" y="14313"/>
                </a:lnTo>
                <a:lnTo>
                  <a:pt x="30440" y="15164"/>
                </a:lnTo>
                <a:lnTo>
                  <a:pt x="30181" y="16015"/>
                </a:lnTo>
                <a:lnTo>
                  <a:pt x="29959" y="16902"/>
                </a:lnTo>
                <a:lnTo>
                  <a:pt x="29811" y="17753"/>
                </a:lnTo>
                <a:lnTo>
                  <a:pt x="29700" y="18678"/>
                </a:lnTo>
                <a:lnTo>
                  <a:pt x="29626" y="19565"/>
                </a:lnTo>
                <a:lnTo>
                  <a:pt x="29589" y="20453"/>
                </a:lnTo>
                <a:lnTo>
                  <a:pt x="29589" y="21378"/>
                </a:lnTo>
                <a:lnTo>
                  <a:pt x="29663" y="22265"/>
                </a:lnTo>
                <a:lnTo>
                  <a:pt x="29774" y="23190"/>
                </a:lnTo>
                <a:lnTo>
                  <a:pt x="29959" y="24299"/>
                </a:lnTo>
                <a:lnTo>
                  <a:pt x="30181" y="25372"/>
                </a:lnTo>
                <a:lnTo>
                  <a:pt x="30477" y="26445"/>
                </a:lnTo>
                <a:lnTo>
                  <a:pt x="30847" y="27480"/>
                </a:lnTo>
                <a:lnTo>
                  <a:pt x="31291" y="28479"/>
                </a:lnTo>
                <a:lnTo>
                  <a:pt x="31771" y="29440"/>
                </a:lnTo>
                <a:lnTo>
                  <a:pt x="32326" y="30402"/>
                </a:lnTo>
                <a:lnTo>
                  <a:pt x="32918" y="31290"/>
                </a:lnTo>
                <a:lnTo>
                  <a:pt x="32659" y="31623"/>
                </a:lnTo>
                <a:lnTo>
                  <a:pt x="31956" y="32510"/>
                </a:lnTo>
                <a:lnTo>
                  <a:pt x="31180" y="33361"/>
                </a:lnTo>
                <a:lnTo>
                  <a:pt x="30329" y="34138"/>
                </a:lnTo>
                <a:lnTo>
                  <a:pt x="29478" y="34877"/>
                </a:lnTo>
                <a:lnTo>
                  <a:pt x="28776" y="34322"/>
                </a:lnTo>
                <a:lnTo>
                  <a:pt x="28147" y="33731"/>
                </a:lnTo>
                <a:lnTo>
                  <a:pt x="27555" y="33102"/>
                </a:lnTo>
                <a:lnTo>
                  <a:pt x="26963" y="32473"/>
                </a:lnTo>
                <a:lnTo>
                  <a:pt x="26409" y="31807"/>
                </a:lnTo>
                <a:lnTo>
                  <a:pt x="25891" y="31105"/>
                </a:lnTo>
                <a:lnTo>
                  <a:pt x="25410" y="30402"/>
                </a:lnTo>
                <a:lnTo>
                  <a:pt x="24966" y="29662"/>
                </a:lnTo>
                <a:lnTo>
                  <a:pt x="24559" y="28923"/>
                </a:lnTo>
                <a:lnTo>
                  <a:pt x="24189" y="28146"/>
                </a:lnTo>
                <a:lnTo>
                  <a:pt x="23857" y="27369"/>
                </a:lnTo>
                <a:lnTo>
                  <a:pt x="23561" y="26556"/>
                </a:lnTo>
                <a:lnTo>
                  <a:pt x="23302" y="25705"/>
                </a:lnTo>
                <a:lnTo>
                  <a:pt x="23080" y="24854"/>
                </a:lnTo>
                <a:lnTo>
                  <a:pt x="22895" y="24004"/>
                </a:lnTo>
                <a:lnTo>
                  <a:pt x="22784" y="23153"/>
                </a:lnTo>
                <a:lnTo>
                  <a:pt x="22673" y="22228"/>
                </a:lnTo>
                <a:lnTo>
                  <a:pt x="22636" y="21341"/>
                </a:lnTo>
                <a:lnTo>
                  <a:pt x="22599" y="20453"/>
                </a:lnTo>
                <a:lnTo>
                  <a:pt x="22636" y="19565"/>
                </a:lnTo>
                <a:lnTo>
                  <a:pt x="22710" y="18715"/>
                </a:lnTo>
                <a:lnTo>
                  <a:pt x="22821" y="17827"/>
                </a:lnTo>
                <a:lnTo>
                  <a:pt x="22969" y="16976"/>
                </a:lnTo>
                <a:lnTo>
                  <a:pt x="23191" y="16126"/>
                </a:lnTo>
                <a:lnTo>
                  <a:pt x="23413" y="15275"/>
                </a:lnTo>
                <a:lnTo>
                  <a:pt x="23709" y="14461"/>
                </a:lnTo>
                <a:lnTo>
                  <a:pt x="24042" y="13648"/>
                </a:lnTo>
                <a:lnTo>
                  <a:pt x="24411" y="12834"/>
                </a:lnTo>
                <a:lnTo>
                  <a:pt x="24818" y="12057"/>
                </a:lnTo>
                <a:lnTo>
                  <a:pt x="25262" y="11318"/>
                </a:lnTo>
                <a:lnTo>
                  <a:pt x="25743" y="10578"/>
                </a:lnTo>
                <a:lnTo>
                  <a:pt x="26261" y="9838"/>
                </a:lnTo>
                <a:lnTo>
                  <a:pt x="33732" y="0"/>
                </a:lnTo>
                <a:lnTo>
                  <a:pt x="33214" y="0"/>
                </a:lnTo>
                <a:lnTo>
                  <a:pt x="25928" y="9579"/>
                </a:lnTo>
                <a:lnTo>
                  <a:pt x="25410" y="10319"/>
                </a:lnTo>
                <a:lnTo>
                  <a:pt x="24892" y="11096"/>
                </a:lnTo>
                <a:lnTo>
                  <a:pt x="24448" y="11872"/>
                </a:lnTo>
                <a:lnTo>
                  <a:pt x="24042" y="12686"/>
                </a:lnTo>
                <a:lnTo>
                  <a:pt x="23672" y="13500"/>
                </a:lnTo>
                <a:lnTo>
                  <a:pt x="23339" y="14313"/>
                </a:lnTo>
                <a:lnTo>
                  <a:pt x="23043" y="15164"/>
                </a:lnTo>
                <a:lnTo>
                  <a:pt x="22784" y="16015"/>
                </a:lnTo>
                <a:lnTo>
                  <a:pt x="22562" y="16902"/>
                </a:lnTo>
                <a:lnTo>
                  <a:pt x="22414" y="17753"/>
                </a:lnTo>
                <a:lnTo>
                  <a:pt x="22303" y="18678"/>
                </a:lnTo>
                <a:lnTo>
                  <a:pt x="22229" y="19565"/>
                </a:lnTo>
                <a:lnTo>
                  <a:pt x="22192" y="20453"/>
                </a:lnTo>
                <a:lnTo>
                  <a:pt x="22192" y="21378"/>
                </a:lnTo>
                <a:lnTo>
                  <a:pt x="22266" y="22265"/>
                </a:lnTo>
                <a:lnTo>
                  <a:pt x="22377" y="23190"/>
                </a:lnTo>
                <a:lnTo>
                  <a:pt x="22488" y="24078"/>
                </a:lnTo>
                <a:lnTo>
                  <a:pt x="22673" y="24965"/>
                </a:lnTo>
                <a:lnTo>
                  <a:pt x="22895" y="25816"/>
                </a:lnTo>
                <a:lnTo>
                  <a:pt x="23154" y="26666"/>
                </a:lnTo>
                <a:lnTo>
                  <a:pt x="23450" y="27480"/>
                </a:lnTo>
                <a:lnTo>
                  <a:pt x="23820" y="28294"/>
                </a:lnTo>
                <a:lnTo>
                  <a:pt x="24189" y="29071"/>
                </a:lnTo>
                <a:lnTo>
                  <a:pt x="24596" y="29847"/>
                </a:lnTo>
                <a:lnTo>
                  <a:pt x="25040" y="30587"/>
                </a:lnTo>
                <a:lnTo>
                  <a:pt x="25521" y="31327"/>
                </a:lnTo>
                <a:lnTo>
                  <a:pt x="26039" y="31992"/>
                </a:lnTo>
                <a:lnTo>
                  <a:pt x="26594" y="32695"/>
                </a:lnTo>
                <a:lnTo>
                  <a:pt x="27185" y="33324"/>
                </a:lnTo>
                <a:lnTo>
                  <a:pt x="27777" y="33953"/>
                </a:lnTo>
                <a:lnTo>
                  <a:pt x="28443" y="34544"/>
                </a:lnTo>
                <a:lnTo>
                  <a:pt x="29146" y="35136"/>
                </a:lnTo>
                <a:lnTo>
                  <a:pt x="28332" y="35691"/>
                </a:lnTo>
                <a:lnTo>
                  <a:pt x="27481" y="36209"/>
                </a:lnTo>
                <a:lnTo>
                  <a:pt x="26631" y="36690"/>
                </a:lnTo>
                <a:lnTo>
                  <a:pt x="25743" y="37096"/>
                </a:lnTo>
                <a:lnTo>
                  <a:pt x="24855" y="36653"/>
                </a:lnTo>
                <a:lnTo>
                  <a:pt x="23968" y="36172"/>
                </a:lnTo>
                <a:lnTo>
                  <a:pt x="23117" y="35617"/>
                </a:lnTo>
                <a:lnTo>
                  <a:pt x="22266" y="35025"/>
                </a:lnTo>
                <a:lnTo>
                  <a:pt x="21563" y="34470"/>
                </a:lnTo>
                <a:lnTo>
                  <a:pt x="20935" y="33879"/>
                </a:lnTo>
                <a:lnTo>
                  <a:pt x="20269" y="33250"/>
                </a:lnTo>
                <a:lnTo>
                  <a:pt x="19677" y="32621"/>
                </a:lnTo>
                <a:lnTo>
                  <a:pt x="19122" y="31955"/>
                </a:lnTo>
                <a:lnTo>
                  <a:pt x="18605" y="31253"/>
                </a:lnTo>
                <a:lnTo>
                  <a:pt x="18087" y="30550"/>
                </a:lnTo>
                <a:lnTo>
                  <a:pt x="17643" y="29773"/>
                </a:lnTo>
                <a:lnTo>
                  <a:pt x="17236" y="29034"/>
                </a:lnTo>
                <a:lnTo>
                  <a:pt x="16829" y="28220"/>
                </a:lnTo>
                <a:lnTo>
                  <a:pt x="16496" y="27443"/>
                </a:lnTo>
                <a:lnTo>
                  <a:pt x="16201" y="26593"/>
                </a:lnTo>
                <a:lnTo>
                  <a:pt x="15942" y="25779"/>
                </a:lnTo>
                <a:lnTo>
                  <a:pt x="15720" y="24891"/>
                </a:lnTo>
                <a:lnTo>
                  <a:pt x="15535" y="24041"/>
                </a:lnTo>
                <a:lnTo>
                  <a:pt x="15387" y="23153"/>
                </a:lnTo>
                <a:lnTo>
                  <a:pt x="15276" y="22228"/>
                </a:lnTo>
                <a:lnTo>
                  <a:pt x="15239" y="21341"/>
                </a:lnTo>
                <a:lnTo>
                  <a:pt x="15202" y="20453"/>
                </a:lnTo>
                <a:lnTo>
                  <a:pt x="15239" y="19565"/>
                </a:lnTo>
                <a:lnTo>
                  <a:pt x="15313" y="18715"/>
                </a:lnTo>
                <a:lnTo>
                  <a:pt x="15424" y="17827"/>
                </a:lnTo>
                <a:lnTo>
                  <a:pt x="15572" y="16976"/>
                </a:lnTo>
                <a:lnTo>
                  <a:pt x="15794" y="16126"/>
                </a:lnTo>
                <a:lnTo>
                  <a:pt x="16016" y="15275"/>
                </a:lnTo>
                <a:lnTo>
                  <a:pt x="16312" y="14461"/>
                </a:lnTo>
                <a:lnTo>
                  <a:pt x="16644" y="13648"/>
                </a:lnTo>
                <a:lnTo>
                  <a:pt x="17014" y="12834"/>
                </a:lnTo>
                <a:lnTo>
                  <a:pt x="17421" y="12057"/>
                </a:lnTo>
                <a:lnTo>
                  <a:pt x="17865" y="11318"/>
                </a:lnTo>
                <a:lnTo>
                  <a:pt x="18346" y="10578"/>
                </a:lnTo>
                <a:lnTo>
                  <a:pt x="18864" y="9838"/>
                </a:lnTo>
                <a:lnTo>
                  <a:pt x="26335" y="0"/>
                </a:lnTo>
                <a:lnTo>
                  <a:pt x="25817" y="0"/>
                </a:lnTo>
                <a:lnTo>
                  <a:pt x="18531" y="9579"/>
                </a:lnTo>
                <a:lnTo>
                  <a:pt x="18013" y="10319"/>
                </a:lnTo>
                <a:lnTo>
                  <a:pt x="17495" y="11096"/>
                </a:lnTo>
                <a:lnTo>
                  <a:pt x="17051" y="11872"/>
                </a:lnTo>
                <a:lnTo>
                  <a:pt x="16644" y="12686"/>
                </a:lnTo>
                <a:lnTo>
                  <a:pt x="16275" y="13500"/>
                </a:lnTo>
                <a:lnTo>
                  <a:pt x="15942" y="14313"/>
                </a:lnTo>
                <a:lnTo>
                  <a:pt x="15646" y="15164"/>
                </a:lnTo>
                <a:lnTo>
                  <a:pt x="15387" y="16015"/>
                </a:lnTo>
                <a:lnTo>
                  <a:pt x="15165" y="16902"/>
                </a:lnTo>
                <a:lnTo>
                  <a:pt x="15017" y="17753"/>
                </a:lnTo>
                <a:lnTo>
                  <a:pt x="14906" y="18678"/>
                </a:lnTo>
                <a:lnTo>
                  <a:pt x="14832" y="19565"/>
                </a:lnTo>
                <a:lnTo>
                  <a:pt x="14795" y="20453"/>
                </a:lnTo>
                <a:lnTo>
                  <a:pt x="14795" y="21378"/>
                </a:lnTo>
                <a:lnTo>
                  <a:pt x="14869" y="22265"/>
                </a:lnTo>
                <a:lnTo>
                  <a:pt x="14980" y="23190"/>
                </a:lnTo>
                <a:lnTo>
                  <a:pt x="15128" y="24114"/>
                </a:lnTo>
                <a:lnTo>
                  <a:pt x="15313" y="25002"/>
                </a:lnTo>
                <a:lnTo>
                  <a:pt x="15535" y="25890"/>
                </a:lnTo>
                <a:lnTo>
                  <a:pt x="15794" y="26740"/>
                </a:lnTo>
                <a:lnTo>
                  <a:pt x="16127" y="27591"/>
                </a:lnTo>
                <a:lnTo>
                  <a:pt x="16459" y="28405"/>
                </a:lnTo>
                <a:lnTo>
                  <a:pt x="16866" y="29218"/>
                </a:lnTo>
                <a:lnTo>
                  <a:pt x="17273" y="29995"/>
                </a:lnTo>
                <a:lnTo>
                  <a:pt x="17754" y="30772"/>
                </a:lnTo>
                <a:lnTo>
                  <a:pt x="18272" y="31512"/>
                </a:lnTo>
                <a:lnTo>
                  <a:pt x="18790" y="32214"/>
                </a:lnTo>
                <a:lnTo>
                  <a:pt x="19381" y="32880"/>
                </a:lnTo>
                <a:lnTo>
                  <a:pt x="19973" y="33546"/>
                </a:lnTo>
                <a:lnTo>
                  <a:pt x="20639" y="34175"/>
                </a:lnTo>
                <a:lnTo>
                  <a:pt x="21305" y="34803"/>
                </a:lnTo>
                <a:lnTo>
                  <a:pt x="22044" y="35358"/>
                </a:lnTo>
                <a:lnTo>
                  <a:pt x="22784" y="35913"/>
                </a:lnTo>
                <a:lnTo>
                  <a:pt x="23598" y="36431"/>
                </a:lnTo>
                <a:lnTo>
                  <a:pt x="24411" y="36911"/>
                </a:lnTo>
                <a:lnTo>
                  <a:pt x="25262" y="37318"/>
                </a:lnTo>
                <a:lnTo>
                  <a:pt x="24448" y="37614"/>
                </a:lnTo>
                <a:lnTo>
                  <a:pt x="23672" y="37873"/>
                </a:lnTo>
                <a:lnTo>
                  <a:pt x="22858" y="38132"/>
                </a:lnTo>
                <a:lnTo>
                  <a:pt x="22044" y="38317"/>
                </a:lnTo>
                <a:lnTo>
                  <a:pt x="21083" y="38058"/>
                </a:lnTo>
                <a:lnTo>
                  <a:pt x="20121" y="37799"/>
                </a:lnTo>
                <a:lnTo>
                  <a:pt x="19196" y="37466"/>
                </a:lnTo>
                <a:lnTo>
                  <a:pt x="18309" y="37059"/>
                </a:lnTo>
                <a:lnTo>
                  <a:pt x="17421" y="36653"/>
                </a:lnTo>
                <a:lnTo>
                  <a:pt x="16533" y="36172"/>
                </a:lnTo>
                <a:lnTo>
                  <a:pt x="15683" y="35617"/>
                </a:lnTo>
                <a:lnTo>
                  <a:pt x="14869" y="35025"/>
                </a:lnTo>
                <a:lnTo>
                  <a:pt x="14166" y="34470"/>
                </a:lnTo>
                <a:lnTo>
                  <a:pt x="13538" y="33879"/>
                </a:lnTo>
                <a:lnTo>
                  <a:pt x="12872" y="33250"/>
                </a:lnTo>
                <a:lnTo>
                  <a:pt x="12280" y="32621"/>
                </a:lnTo>
                <a:lnTo>
                  <a:pt x="11725" y="31955"/>
                </a:lnTo>
                <a:lnTo>
                  <a:pt x="11208" y="31253"/>
                </a:lnTo>
                <a:lnTo>
                  <a:pt x="10690" y="30550"/>
                </a:lnTo>
                <a:lnTo>
                  <a:pt x="10246" y="29773"/>
                </a:lnTo>
                <a:lnTo>
                  <a:pt x="9839" y="29034"/>
                </a:lnTo>
                <a:lnTo>
                  <a:pt x="9432" y="28220"/>
                </a:lnTo>
                <a:lnTo>
                  <a:pt x="9099" y="27443"/>
                </a:lnTo>
                <a:lnTo>
                  <a:pt x="8803" y="26593"/>
                </a:lnTo>
                <a:lnTo>
                  <a:pt x="8545" y="25779"/>
                </a:lnTo>
                <a:lnTo>
                  <a:pt x="8323" y="24891"/>
                </a:lnTo>
                <a:lnTo>
                  <a:pt x="8138" y="24041"/>
                </a:lnTo>
                <a:lnTo>
                  <a:pt x="7990" y="23153"/>
                </a:lnTo>
                <a:lnTo>
                  <a:pt x="7879" y="22228"/>
                </a:lnTo>
                <a:lnTo>
                  <a:pt x="7842" y="21341"/>
                </a:lnTo>
                <a:lnTo>
                  <a:pt x="7805" y="20453"/>
                </a:lnTo>
                <a:lnTo>
                  <a:pt x="7842" y="19565"/>
                </a:lnTo>
                <a:lnTo>
                  <a:pt x="7916" y="18715"/>
                </a:lnTo>
                <a:lnTo>
                  <a:pt x="8027" y="17827"/>
                </a:lnTo>
                <a:lnTo>
                  <a:pt x="8175" y="16976"/>
                </a:lnTo>
                <a:lnTo>
                  <a:pt x="8397" y="16126"/>
                </a:lnTo>
                <a:lnTo>
                  <a:pt x="8619" y="15275"/>
                </a:lnTo>
                <a:lnTo>
                  <a:pt x="8914" y="14461"/>
                </a:lnTo>
                <a:lnTo>
                  <a:pt x="9247" y="13648"/>
                </a:lnTo>
                <a:lnTo>
                  <a:pt x="9617" y="12834"/>
                </a:lnTo>
                <a:lnTo>
                  <a:pt x="10024" y="12057"/>
                </a:lnTo>
                <a:lnTo>
                  <a:pt x="10468" y="11318"/>
                </a:lnTo>
                <a:lnTo>
                  <a:pt x="10949" y="10578"/>
                </a:lnTo>
                <a:lnTo>
                  <a:pt x="11466" y="9838"/>
                </a:lnTo>
                <a:lnTo>
                  <a:pt x="18938" y="0"/>
                </a:lnTo>
                <a:lnTo>
                  <a:pt x="18420" y="0"/>
                </a:lnTo>
                <a:lnTo>
                  <a:pt x="11134" y="9579"/>
                </a:lnTo>
                <a:lnTo>
                  <a:pt x="10616" y="10319"/>
                </a:lnTo>
                <a:lnTo>
                  <a:pt x="10098" y="11096"/>
                </a:lnTo>
                <a:lnTo>
                  <a:pt x="9654" y="11872"/>
                </a:lnTo>
                <a:lnTo>
                  <a:pt x="9247" y="12686"/>
                </a:lnTo>
                <a:lnTo>
                  <a:pt x="8877" y="13500"/>
                </a:lnTo>
                <a:lnTo>
                  <a:pt x="8545" y="14313"/>
                </a:lnTo>
                <a:lnTo>
                  <a:pt x="8249" y="15164"/>
                </a:lnTo>
                <a:lnTo>
                  <a:pt x="7990" y="16015"/>
                </a:lnTo>
                <a:lnTo>
                  <a:pt x="7768" y="16902"/>
                </a:lnTo>
                <a:lnTo>
                  <a:pt x="7620" y="17753"/>
                </a:lnTo>
                <a:lnTo>
                  <a:pt x="7509" y="18678"/>
                </a:lnTo>
                <a:lnTo>
                  <a:pt x="7435" y="19565"/>
                </a:lnTo>
                <a:lnTo>
                  <a:pt x="7398" y="20453"/>
                </a:lnTo>
                <a:lnTo>
                  <a:pt x="7398" y="21378"/>
                </a:lnTo>
                <a:lnTo>
                  <a:pt x="7472" y="22265"/>
                </a:lnTo>
                <a:lnTo>
                  <a:pt x="7583" y="23190"/>
                </a:lnTo>
                <a:lnTo>
                  <a:pt x="7731" y="24114"/>
                </a:lnTo>
                <a:lnTo>
                  <a:pt x="7916" y="25002"/>
                </a:lnTo>
                <a:lnTo>
                  <a:pt x="8138" y="25890"/>
                </a:lnTo>
                <a:lnTo>
                  <a:pt x="8397" y="26740"/>
                </a:lnTo>
                <a:lnTo>
                  <a:pt x="8730" y="27591"/>
                </a:lnTo>
                <a:lnTo>
                  <a:pt x="9062" y="28405"/>
                </a:lnTo>
                <a:lnTo>
                  <a:pt x="9469" y="29218"/>
                </a:lnTo>
                <a:lnTo>
                  <a:pt x="9876" y="29995"/>
                </a:lnTo>
                <a:lnTo>
                  <a:pt x="10357" y="30772"/>
                </a:lnTo>
                <a:lnTo>
                  <a:pt x="10875" y="31512"/>
                </a:lnTo>
                <a:lnTo>
                  <a:pt x="11392" y="32214"/>
                </a:lnTo>
                <a:lnTo>
                  <a:pt x="11984" y="32880"/>
                </a:lnTo>
                <a:lnTo>
                  <a:pt x="12576" y="33546"/>
                </a:lnTo>
                <a:lnTo>
                  <a:pt x="13242" y="34175"/>
                </a:lnTo>
                <a:lnTo>
                  <a:pt x="13907" y="34803"/>
                </a:lnTo>
                <a:lnTo>
                  <a:pt x="14647" y="35358"/>
                </a:lnTo>
                <a:lnTo>
                  <a:pt x="15350" y="35876"/>
                </a:lnTo>
                <a:lnTo>
                  <a:pt x="16127" y="36394"/>
                </a:lnTo>
                <a:lnTo>
                  <a:pt x="16903" y="36837"/>
                </a:lnTo>
                <a:lnTo>
                  <a:pt x="17680" y="37244"/>
                </a:lnTo>
                <a:lnTo>
                  <a:pt x="18494" y="37614"/>
                </a:lnTo>
                <a:lnTo>
                  <a:pt x="19307" y="37947"/>
                </a:lnTo>
                <a:lnTo>
                  <a:pt x="20158" y="38243"/>
                </a:lnTo>
                <a:lnTo>
                  <a:pt x="21009" y="38502"/>
                </a:lnTo>
                <a:lnTo>
                  <a:pt x="20787" y="38502"/>
                </a:lnTo>
                <a:lnTo>
                  <a:pt x="19899" y="38613"/>
                </a:lnTo>
                <a:lnTo>
                  <a:pt x="19011" y="38687"/>
                </a:lnTo>
                <a:lnTo>
                  <a:pt x="18124" y="38687"/>
                </a:lnTo>
                <a:lnTo>
                  <a:pt x="17236" y="38650"/>
                </a:lnTo>
                <a:lnTo>
                  <a:pt x="16349" y="38576"/>
                </a:lnTo>
                <a:lnTo>
                  <a:pt x="15498" y="38465"/>
                </a:lnTo>
                <a:lnTo>
                  <a:pt x="14610" y="38317"/>
                </a:lnTo>
                <a:lnTo>
                  <a:pt x="13760" y="38095"/>
                </a:lnTo>
                <a:lnTo>
                  <a:pt x="12946" y="37873"/>
                </a:lnTo>
                <a:lnTo>
                  <a:pt x="12095" y="37577"/>
                </a:lnTo>
                <a:lnTo>
                  <a:pt x="11282" y="37244"/>
                </a:lnTo>
                <a:lnTo>
                  <a:pt x="10505" y="36874"/>
                </a:lnTo>
                <a:lnTo>
                  <a:pt x="9728" y="36468"/>
                </a:lnTo>
                <a:lnTo>
                  <a:pt x="8951" y="36024"/>
                </a:lnTo>
                <a:lnTo>
                  <a:pt x="8212" y="35543"/>
                </a:lnTo>
                <a:lnTo>
                  <a:pt x="7472" y="35025"/>
                </a:lnTo>
                <a:lnTo>
                  <a:pt x="6769" y="34470"/>
                </a:lnTo>
                <a:lnTo>
                  <a:pt x="6141" y="33879"/>
                </a:lnTo>
                <a:lnTo>
                  <a:pt x="5475" y="33250"/>
                </a:lnTo>
                <a:lnTo>
                  <a:pt x="4883" y="32621"/>
                </a:lnTo>
                <a:lnTo>
                  <a:pt x="4328" y="31955"/>
                </a:lnTo>
                <a:lnTo>
                  <a:pt x="3810" y="31253"/>
                </a:lnTo>
                <a:lnTo>
                  <a:pt x="3293" y="30550"/>
                </a:lnTo>
                <a:lnTo>
                  <a:pt x="2849" y="29773"/>
                </a:lnTo>
                <a:lnTo>
                  <a:pt x="2442" y="29034"/>
                </a:lnTo>
                <a:lnTo>
                  <a:pt x="2035" y="28220"/>
                </a:lnTo>
                <a:lnTo>
                  <a:pt x="1702" y="27443"/>
                </a:lnTo>
                <a:lnTo>
                  <a:pt x="1406" y="26593"/>
                </a:lnTo>
                <a:lnTo>
                  <a:pt x="1147" y="25779"/>
                </a:lnTo>
                <a:lnTo>
                  <a:pt x="926" y="24891"/>
                </a:lnTo>
                <a:lnTo>
                  <a:pt x="741" y="24041"/>
                </a:lnTo>
                <a:lnTo>
                  <a:pt x="593" y="23153"/>
                </a:lnTo>
                <a:lnTo>
                  <a:pt x="482" y="22228"/>
                </a:lnTo>
                <a:lnTo>
                  <a:pt x="445" y="21341"/>
                </a:lnTo>
                <a:lnTo>
                  <a:pt x="408" y="20453"/>
                </a:lnTo>
                <a:lnTo>
                  <a:pt x="445" y="19565"/>
                </a:lnTo>
                <a:lnTo>
                  <a:pt x="519" y="18715"/>
                </a:lnTo>
                <a:lnTo>
                  <a:pt x="630" y="17827"/>
                </a:lnTo>
                <a:lnTo>
                  <a:pt x="778" y="16976"/>
                </a:lnTo>
                <a:lnTo>
                  <a:pt x="1000" y="16126"/>
                </a:lnTo>
                <a:lnTo>
                  <a:pt x="1221" y="15275"/>
                </a:lnTo>
                <a:lnTo>
                  <a:pt x="1517" y="14461"/>
                </a:lnTo>
                <a:lnTo>
                  <a:pt x="1850" y="13648"/>
                </a:lnTo>
                <a:lnTo>
                  <a:pt x="2220" y="12834"/>
                </a:lnTo>
                <a:lnTo>
                  <a:pt x="2627" y="12057"/>
                </a:lnTo>
                <a:lnTo>
                  <a:pt x="3071" y="11318"/>
                </a:lnTo>
                <a:lnTo>
                  <a:pt x="3552" y="10578"/>
                </a:lnTo>
                <a:lnTo>
                  <a:pt x="4069" y="9838"/>
                </a:lnTo>
                <a:lnTo>
                  <a:pt x="11540" y="0"/>
                </a:lnTo>
                <a:close/>
              </a:path>
            </a:pathLst>
          </a:custGeom>
          <a:solidFill>
            <a:srgbClr val="EC8BCE"/>
          </a:solidFill>
          <a:ln cap="flat" cmpd="sng" w="9525">
            <a:solidFill>
              <a:srgbClr val="EC8B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4"/>
          <p:cNvSpPr/>
          <p:nvPr/>
        </p:nvSpPr>
        <p:spPr>
          <a:xfrm>
            <a:off x="0" y="3685647"/>
            <a:ext cx="1215241" cy="1493930"/>
          </a:xfrm>
          <a:custGeom>
            <a:rect b="b" l="l" r="r" t="t"/>
            <a:pathLst>
              <a:path extrusionOk="0" h="78114" w="63542">
                <a:moveTo>
                  <a:pt x="28479" y="1"/>
                </a:moveTo>
                <a:lnTo>
                  <a:pt x="26851" y="112"/>
                </a:lnTo>
                <a:lnTo>
                  <a:pt x="25224" y="297"/>
                </a:lnTo>
                <a:lnTo>
                  <a:pt x="23634" y="556"/>
                </a:lnTo>
                <a:lnTo>
                  <a:pt x="22043" y="888"/>
                </a:lnTo>
                <a:lnTo>
                  <a:pt x="20453" y="1295"/>
                </a:lnTo>
                <a:lnTo>
                  <a:pt x="18900" y="1776"/>
                </a:lnTo>
                <a:lnTo>
                  <a:pt x="17383" y="2331"/>
                </a:lnTo>
                <a:lnTo>
                  <a:pt x="15867" y="2960"/>
                </a:lnTo>
                <a:lnTo>
                  <a:pt x="14387" y="3662"/>
                </a:lnTo>
                <a:lnTo>
                  <a:pt x="12945" y="4439"/>
                </a:lnTo>
                <a:lnTo>
                  <a:pt x="11502" y="5290"/>
                </a:lnTo>
                <a:lnTo>
                  <a:pt x="10134" y="6251"/>
                </a:lnTo>
                <a:lnTo>
                  <a:pt x="8803" y="7213"/>
                </a:lnTo>
                <a:lnTo>
                  <a:pt x="7508" y="8286"/>
                </a:lnTo>
                <a:lnTo>
                  <a:pt x="6288" y="9432"/>
                </a:lnTo>
                <a:lnTo>
                  <a:pt x="5067" y="10653"/>
                </a:lnTo>
                <a:lnTo>
                  <a:pt x="3920" y="11947"/>
                </a:lnTo>
                <a:lnTo>
                  <a:pt x="3403" y="12613"/>
                </a:lnTo>
                <a:lnTo>
                  <a:pt x="2848" y="13279"/>
                </a:lnTo>
                <a:lnTo>
                  <a:pt x="0" y="17088"/>
                </a:lnTo>
                <a:lnTo>
                  <a:pt x="0" y="78114"/>
                </a:lnTo>
                <a:lnTo>
                  <a:pt x="38872" y="78114"/>
                </a:lnTo>
                <a:lnTo>
                  <a:pt x="56699" y="54258"/>
                </a:lnTo>
                <a:lnTo>
                  <a:pt x="57217" y="53556"/>
                </a:lnTo>
                <a:lnTo>
                  <a:pt x="57697" y="52853"/>
                </a:lnTo>
                <a:lnTo>
                  <a:pt x="58622" y="51411"/>
                </a:lnTo>
                <a:lnTo>
                  <a:pt x="59473" y="49931"/>
                </a:lnTo>
                <a:lnTo>
                  <a:pt x="60249" y="48452"/>
                </a:lnTo>
                <a:lnTo>
                  <a:pt x="60952" y="46898"/>
                </a:lnTo>
                <a:lnTo>
                  <a:pt x="61544" y="45345"/>
                </a:lnTo>
                <a:lnTo>
                  <a:pt x="62062" y="43792"/>
                </a:lnTo>
                <a:lnTo>
                  <a:pt x="62506" y="42201"/>
                </a:lnTo>
                <a:lnTo>
                  <a:pt x="62875" y="40611"/>
                </a:lnTo>
                <a:lnTo>
                  <a:pt x="63171" y="38983"/>
                </a:lnTo>
                <a:lnTo>
                  <a:pt x="63393" y="37356"/>
                </a:lnTo>
                <a:lnTo>
                  <a:pt x="63504" y="35729"/>
                </a:lnTo>
                <a:lnTo>
                  <a:pt x="63541" y="34101"/>
                </a:lnTo>
                <a:lnTo>
                  <a:pt x="63541" y="32474"/>
                </a:lnTo>
                <a:lnTo>
                  <a:pt x="63430" y="30847"/>
                </a:lnTo>
                <a:lnTo>
                  <a:pt x="63245" y="29219"/>
                </a:lnTo>
                <a:lnTo>
                  <a:pt x="62986" y="27629"/>
                </a:lnTo>
                <a:lnTo>
                  <a:pt x="62653" y="26039"/>
                </a:lnTo>
                <a:lnTo>
                  <a:pt x="62247" y="24448"/>
                </a:lnTo>
                <a:lnTo>
                  <a:pt x="61766" y="22895"/>
                </a:lnTo>
                <a:lnTo>
                  <a:pt x="61211" y="21378"/>
                </a:lnTo>
                <a:lnTo>
                  <a:pt x="60582" y="19862"/>
                </a:lnTo>
                <a:lnTo>
                  <a:pt x="59880" y="18383"/>
                </a:lnTo>
                <a:lnTo>
                  <a:pt x="59103" y="16940"/>
                </a:lnTo>
                <a:lnTo>
                  <a:pt x="58252" y="15535"/>
                </a:lnTo>
                <a:lnTo>
                  <a:pt x="57328" y="14166"/>
                </a:lnTo>
                <a:lnTo>
                  <a:pt x="56329" y="12835"/>
                </a:lnTo>
                <a:lnTo>
                  <a:pt x="55256" y="11540"/>
                </a:lnTo>
                <a:lnTo>
                  <a:pt x="54110" y="10283"/>
                </a:lnTo>
                <a:lnTo>
                  <a:pt x="52889" y="9099"/>
                </a:lnTo>
                <a:lnTo>
                  <a:pt x="51595" y="7953"/>
                </a:lnTo>
                <a:lnTo>
                  <a:pt x="50929" y="7398"/>
                </a:lnTo>
                <a:lnTo>
                  <a:pt x="50263" y="6843"/>
                </a:lnTo>
                <a:lnTo>
                  <a:pt x="49561" y="6325"/>
                </a:lnTo>
                <a:lnTo>
                  <a:pt x="48858" y="5844"/>
                </a:lnTo>
                <a:lnTo>
                  <a:pt x="47415" y="4920"/>
                </a:lnTo>
                <a:lnTo>
                  <a:pt x="45936" y="4069"/>
                </a:lnTo>
                <a:lnTo>
                  <a:pt x="44420" y="3293"/>
                </a:lnTo>
                <a:lnTo>
                  <a:pt x="42903" y="2590"/>
                </a:lnTo>
                <a:lnTo>
                  <a:pt x="41350" y="1998"/>
                </a:lnTo>
                <a:lnTo>
                  <a:pt x="39796" y="1480"/>
                </a:lnTo>
                <a:lnTo>
                  <a:pt x="38206" y="1036"/>
                </a:lnTo>
                <a:lnTo>
                  <a:pt x="36579" y="667"/>
                </a:lnTo>
                <a:lnTo>
                  <a:pt x="34988" y="371"/>
                </a:lnTo>
                <a:lnTo>
                  <a:pt x="33361" y="186"/>
                </a:lnTo>
                <a:lnTo>
                  <a:pt x="31734" y="38"/>
                </a:lnTo>
                <a:lnTo>
                  <a:pt x="30106" y="1"/>
                </a:lnTo>
                <a:close/>
              </a:path>
            </a:pathLst>
          </a:custGeom>
          <a:gradFill>
            <a:gsLst>
              <a:gs pos="0">
                <a:srgbClr val="EC8BCE"/>
              </a:gs>
              <a:gs pos="100000">
                <a:srgbClr val="3429A3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 txBox="1"/>
          <p:nvPr>
            <p:ph type="title"/>
          </p:nvPr>
        </p:nvSpPr>
        <p:spPr>
          <a:xfrm>
            <a:off x="2029500" y="1536740"/>
            <a:ext cx="5085000" cy="82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6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" name="Google Shape;122;p15"/>
          <p:cNvSpPr txBox="1"/>
          <p:nvPr>
            <p:ph idx="1" type="subTitle"/>
          </p:nvPr>
        </p:nvSpPr>
        <p:spPr>
          <a:xfrm>
            <a:off x="2029500" y="2509360"/>
            <a:ext cx="5085000" cy="109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23" name="Google Shape;123;p15"/>
          <p:cNvGrpSpPr/>
          <p:nvPr/>
        </p:nvGrpSpPr>
        <p:grpSpPr>
          <a:xfrm>
            <a:off x="-28582" y="2877609"/>
            <a:ext cx="2278870" cy="2275421"/>
            <a:chOff x="14014" y="1403925"/>
            <a:chExt cx="3749374" cy="3743700"/>
          </a:xfrm>
        </p:grpSpPr>
        <p:sp>
          <p:nvSpPr>
            <p:cNvPr id="124" name="Google Shape;124;p15"/>
            <p:cNvSpPr/>
            <p:nvPr/>
          </p:nvSpPr>
          <p:spPr>
            <a:xfrm>
              <a:off x="19688" y="1403925"/>
              <a:ext cx="3743700" cy="3743700"/>
            </a:xfrm>
            <a:prstGeom prst="rtTriangle">
              <a:avLst/>
            </a:prstGeom>
            <a:gradFill>
              <a:gsLst>
                <a:gs pos="0">
                  <a:srgbClr val="EC8BCE"/>
                </a:gs>
                <a:gs pos="100000">
                  <a:srgbClr val="3429A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5" name="Google Shape;125;p15"/>
            <p:cNvCxnSpPr/>
            <p:nvPr/>
          </p:nvCxnSpPr>
          <p:spPr>
            <a:xfrm rot="10800000">
              <a:off x="19556" y="1643325"/>
              <a:ext cx="3504300" cy="35043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" name="Google Shape;126;p15"/>
            <p:cNvCxnSpPr/>
            <p:nvPr/>
          </p:nvCxnSpPr>
          <p:spPr>
            <a:xfrm rot="10800000">
              <a:off x="19500" y="1816425"/>
              <a:ext cx="3331200" cy="33312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" name="Google Shape;127;p15"/>
            <p:cNvCxnSpPr/>
            <p:nvPr/>
          </p:nvCxnSpPr>
          <p:spPr>
            <a:xfrm rot="10800000">
              <a:off x="19650" y="1977225"/>
              <a:ext cx="3170400" cy="31704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" name="Google Shape;128;p15"/>
            <p:cNvCxnSpPr/>
            <p:nvPr/>
          </p:nvCxnSpPr>
          <p:spPr>
            <a:xfrm rot="10800000">
              <a:off x="19571" y="2132325"/>
              <a:ext cx="3015600" cy="30153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" name="Google Shape;129;p15"/>
            <p:cNvCxnSpPr/>
            <p:nvPr/>
          </p:nvCxnSpPr>
          <p:spPr>
            <a:xfrm rot="10800000">
              <a:off x="19658" y="2284425"/>
              <a:ext cx="2863200" cy="28632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" name="Google Shape;130;p15"/>
            <p:cNvCxnSpPr/>
            <p:nvPr/>
          </p:nvCxnSpPr>
          <p:spPr>
            <a:xfrm rot="10800000">
              <a:off x="19654" y="2461425"/>
              <a:ext cx="2686200" cy="26862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" name="Google Shape;131;p15"/>
            <p:cNvCxnSpPr/>
            <p:nvPr/>
          </p:nvCxnSpPr>
          <p:spPr>
            <a:xfrm rot="10800000">
              <a:off x="19595" y="2606625"/>
              <a:ext cx="2541000" cy="25410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" name="Google Shape;132;p15"/>
            <p:cNvCxnSpPr/>
            <p:nvPr/>
          </p:nvCxnSpPr>
          <p:spPr>
            <a:xfrm rot="10800000">
              <a:off x="19456" y="2780925"/>
              <a:ext cx="2366700" cy="23667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" name="Google Shape;133;p15"/>
            <p:cNvCxnSpPr/>
            <p:nvPr/>
          </p:nvCxnSpPr>
          <p:spPr>
            <a:xfrm rot="10800000">
              <a:off x="19853" y="2928825"/>
              <a:ext cx="2218800" cy="22188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" name="Google Shape;134;p15"/>
            <p:cNvCxnSpPr/>
            <p:nvPr/>
          </p:nvCxnSpPr>
          <p:spPr>
            <a:xfrm rot="10800000">
              <a:off x="14014" y="3097725"/>
              <a:ext cx="2050200" cy="20499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" name="Google Shape;135;p15"/>
            <p:cNvCxnSpPr>
              <a:stCxn id="124" idx="3"/>
              <a:endCxn id="124" idx="1"/>
            </p:cNvCxnSpPr>
            <p:nvPr/>
          </p:nvCxnSpPr>
          <p:spPr>
            <a:xfrm rot="10800000">
              <a:off x="19838" y="3275925"/>
              <a:ext cx="1871700" cy="18717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" name="Google Shape;136;p15"/>
            <p:cNvCxnSpPr/>
            <p:nvPr/>
          </p:nvCxnSpPr>
          <p:spPr>
            <a:xfrm rot="10800000">
              <a:off x="19744" y="3428625"/>
              <a:ext cx="1719000" cy="17190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" name="Google Shape;137;p15"/>
            <p:cNvCxnSpPr/>
            <p:nvPr/>
          </p:nvCxnSpPr>
          <p:spPr>
            <a:xfrm rot="10800000">
              <a:off x="19708" y="3592125"/>
              <a:ext cx="1555500" cy="15555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" name="Google Shape;138;p15"/>
            <p:cNvCxnSpPr/>
            <p:nvPr/>
          </p:nvCxnSpPr>
          <p:spPr>
            <a:xfrm rot="10800000">
              <a:off x="19424" y="3768825"/>
              <a:ext cx="1379100" cy="13788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" name="Google Shape;139;p15"/>
            <p:cNvCxnSpPr/>
            <p:nvPr/>
          </p:nvCxnSpPr>
          <p:spPr>
            <a:xfrm rot="10800000">
              <a:off x="19688" y="3932325"/>
              <a:ext cx="1215300" cy="12153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" name="Google Shape;140;p15"/>
            <p:cNvCxnSpPr/>
            <p:nvPr/>
          </p:nvCxnSpPr>
          <p:spPr>
            <a:xfrm rot="10800000">
              <a:off x="19900" y="4092225"/>
              <a:ext cx="1055400" cy="10554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" name="Google Shape;141;p15"/>
            <p:cNvCxnSpPr/>
            <p:nvPr/>
          </p:nvCxnSpPr>
          <p:spPr>
            <a:xfrm rot="10800000">
              <a:off x="19636" y="4259025"/>
              <a:ext cx="888600" cy="8886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15"/>
            <p:cNvCxnSpPr/>
            <p:nvPr/>
          </p:nvCxnSpPr>
          <p:spPr>
            <a:xfrm rot="10800000">
              <a:off x="19608" y="4399125"/>
              <a:ext cx="748500" cy="7485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" name="Google Shape;143;p15"/>
            <p:cNvCxnSpPr/>
            <p:nvPr/>
          </p:nvCxnSpPr>
          <p:spPr>
            <a:xfrm rot="10800000">
              <a:off x="19689" y="4607325"/>
              <a:ext cx="540300" cy="5403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" name="Google Shape;144;p15"/>
            <p:cNvCxnSpPr/>
            <p:nvPr/>
          </p:nvCxnSpPr>
          <p:spPr>
            <a:xfrm rot="10800000">
              <a:off x="19689" y="4754625"/>
              <a:ext cx="393000" cy="3930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" name="Google Shape;145;p15"/>
            <p:cNvCxnSpPr/>
            <p:nvPr/>
          </p:nvCxnSpPr>
          <p:spPr>
            <a:xfrm rot="10800000">
              <a:off x="19689" y="4908525"/>
              <a:ext cx="239100" cy="2391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" name="Google Shape;146;p15"/>
            <p:cNvCxnSpPr/>
            <p:nvPr/>
          </p:nvCxnSpPr>
          <p:spPr>
            <a:xfrm rot="10800000">
              <a:off x="27321" y="1515106"/>
              <a:ext cx="3648600" cy="36270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7" name="Google Shape;147;p15"/>
          <p:cNvGrpSpPr/>
          <p:nvPr/>
        </p:nvGrpSpPr>
        <p:grpSpPr>
          <a:xfrm rot="10800000">
            <a:off x="6874668" y="-4754"/>
            <a:ext cx="2278870" cy="2275421"/>
            <a:chOff x="14014" y="1403925"/>
            <a:chExt cx="3749374" cy="3743700"/>
          </a:xfrm>
        </p:grpSpPr>
        <p:sp>
          <p:nvSpPr>
            <p:cNvPr id="148" name="Google Shape;148;p15"/>
            <p:cNvSpPr/>
            <p:nvPr/>
          </p:nvSpPr>
          <p:spPr>
            <a:xfrm>
              <a:off x="19688" y="1403925"/>
              <a:ext cx="3743700" cy="3743700"/>
            </a:xfrm>
            <a:prstGeom prst="rtTriangle">
              <a:avLst/>
            </a:prstGeom>
            <a:gradFill>
              <a:gsLst>
                <a:gs pos="0">
                  <a:srgbClr val="EC8BCE"/>
                </a:gs>
                <a:gs pos="100000">
                  <a:srgbClr val="3429A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9" name="Google Shape;149;p15"/>
            <p:cNvCxnSpPr/>
            <p:nvPr/>
          </p:nvCxnSpPr>
          <p:spPr>
            <a:xfrm rot="10800000">
              <a:off x="19556" y="1643325"/>
              <a:ext cx="3504300" cy="35043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" name="Google Shape;150;p15"/>
            <p:cNvCxnSpPr/>
            <p:nvPr/>
          </p:nvCxnSpPr>
          <p:spPr>
            <a:xfrm rot="10800000">
              <a:off x="19500" y="1816425"/>
              <a:ext cx="3331200" cy="33312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" name="Google Shape;151;p15"/>
            <p:cNvCxnSpPr/>
            <p:nvPr/>
          </p:nvCxnSpPr>
          <p:spPr>
            <a:xfrm rot="10800000">
              <a:off x="19650" y="1977225"/>
              <a:ext cx="3170400" cy="31704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" name="Google Shape;152;p15"/>
            <p:cNvCxnSpPr/>
            <p:nvPr/>
          </p:nvCxnSpPr>
          <p:spPr>
            <a:xfrm rot="10800000">
              <a:off x="19571" y="2132325"/>
              <a:ext cx="3015600" cy="30153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" name="Google Shape;153;p15"/>
            <p:cNvCxnSpPr/>
            <p:nvPr/>
          </p:nvCxnSpPr>
          <p:spPr>
            <a:xfrm rot="10800000">
              <a:off x="19658" y="2284425"/>
              <a:ext cx="2863200" cy="28632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" name="Google Shape;154;p15"/>
            <p:cNvCxnSpPr/>
            <p:nvPr/>
          </p:nvCxnSpPr>
          <p:spPr>
            <a:xfrm rot="10800000">
              <a:off x="19654" y="2461425"/>
              <a:ext cx="2686200" cy="26862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" name="Google Shape;155;p15"/>
            <p:cNvCxnSpPr/>
            <p:nvPr/>
          </p:nvCxnSpPr>
          <p:spPr>
            <a:xfrm rot="10800000">
              <a:off x="19595" y="2606625"/>
              <a:ext cx="2541000" cy="25410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" name="Google Shape;156;p15"/>
            <p:cNvCxnSpPr/>
            <p:nvPr/>
          </p:nvCxnSpPr>
          <p:spPr>
            <a:xfrm rot="10800000">
              <a:off x="19456" y="2780925"/>
              <a:ext cx="2366700" cy="23667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" name="Google Shape;157;p15"/>
            <p:cNvCxnSpPr/>
            <p:nvPr/>
          </p:nvCxnSpPr>
          <p:spPr>
            <a:xfrm rot="10800000">
              <a:off x="19853" y="2928825"/>
              <a:ext cx="2218800" cy="22188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" name="Google Shape;158;p15"/>
            <p:cNvCxnSpPr/>
            <p:nvPr/>
          </p:nvCxnSpPr>
          <p:spPr>
            <a:xfrm rot="10800000">
              <a:off x="14014" y="3097725"/>
              <a:ext cx="2050200" cy="20499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" name="Google Shape;159;p15"/>
            <p:cNvCxnSpPr>
              <a:stCxn id="148" idx="3"/>
              <a:endCxn id="148" idx="1"/>
            </p:cNvCxnSpPr>
            <p:nvPr/>
          </p:nvCxnSpPr>
          <p:spPr>
            <a:xfrm rot="10800000">
              <a:off x="19538" y="3275925"/>
              <a:ext cx="1872000" cy="18717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0" name="Google Shape;160;p15"/>
            <p:cNvCxnSpPr/>
            <p:nvPr/>
          </p:nvCxnSpPr>
          <p:spPr>
            <a:xfrm rot="10800000">
              <a:off x="19744" y="3428625"/>
              <a:ext cx="1719000" cy="17190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1" name="Google Shape;161;p15"/>
            <p:cNvCxnSpPr/>
            <p:nvPr/>
          </p:nvCxnSpPr>
          <p:spPr>
            <a:xfrm rot="10800000">
              <a:off x="19708" y="3592125"/>
              <a:ext cx="1555500" cy="15555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2" name="Google Shape;162;p15"/>
            <p:cNvCxnSpPr/>
            <p:nvPr/>
          </p:nvCxnSpPr>
          <p:spPr>
            <a:xfrm rot="10800000">
              <a:off x="19424" y="3768825"/>
              <a:ext cx="1379100" cy="13788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" name="Google Shape;163;p15"/>
            <p:cNvCxnSpPr/>
            <p:nvPr/>
          </p:nvCxnSpPr>
          <p:spPr>
            <a:xfrm rot="10800000">
              <a:off x="19688" y="3932325"/>
              <a:ext cx="1215300" cy="12153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" name="Google Shape;164;p15"/>
            <p:cNvCxnSpPr/>
            <p:nvPr/>
          </p:nvCxnSpPr>
          <p:spPr>
            <a:xfrm rot="10800000">
              <a:off x="19900" y="4092225"/>
              <a:ext cx="1055400" cy="10554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" name="Google Shape;165;p15"/>
            <p:cNvCxnSpPr/>
            <p:nvPr/>
          </p:nvCxnSpPr>
          <p:spPr>
            <a:xfrm rot="10800000">
              <a:off x="19636" y="4259025"/>
              <a:ext cx="888600" cy="8886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" name="Google Shape;166;p15"/>
            <p:cNvCxnSpPr/>
            <p:nvPr/>
          </p:nvCxnSpPr>
          <p:spPr>
            <a:xfrm rot="10800000">
              <a:off x="19608" y="4399125"/>
              <a:ext cx="748500" cy="7485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" name="Google Shape;167;p15"/>
            <p:cNvCxnSpPr/>
            <p:nvPr/>
          </p:nvCxnSpPr>
          <p:spPr>
            <a:xfrm rot="10800000">
              <a:off x="19689" y="4607325"/>
              <a:ext cx="540300" cy="5403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" name="Google Shape;168;p15"/>
            <p:cNvCxnSpPr/>
            <p:nvPr/>
          </p:nvCxnSpPr>
          <p:spPr>
            <a:xfrm rot="10800000">
              <a:off x="19689" y="4754625"/>
              <a:ext cx="393000" cy="3930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" name="Google Shape;169;p15"/>
            <p:cNvCxnSpPr/>
            <p:nvPr/>
          </p:nvCxnSpPr>
          <p:spPr>
            <a:xfrm rot="10800000">
              <a:off x="19689" y="4908525"/>
              <a:ext cx="239100" cy="2391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15"/>
            <p:cNvCxnSpPr/>
            <p:nvPr/>
          </p:nvCxnSpPr>
          <p:spPr>
            <a:xfrm rot="10800000">
              <a:off x="27321" y="1515106"/>
              <a:ext cx="3648600" cy="36270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1" name="Google Shape;171;p15"/>
          <p:cNvSpPr/>
          <p:nvPr/>
        </p:nvSpPr>
        <p:spPr>
          <a:xfrm flipH="1">
            <a:off x="3" y="0"/>
            <a:ext cx="2356000" cy="977350"/>
          </a:xfrm>
          <a:custGeom>
            <a:rect b="b" l="l" r="r" t="t"/>
            <a:pathLst>
              <a:path extrusionOk="0" h="39094" w="94240">
                <a:moveTo>
                  <a:pt x="37689" y="25742"/>
                </a:moveTo>
                <a:lnTo>
                  <a:pt x="37911" y="26482"/>
                </a:lnTo>
                <a:lnTo>
                  <a:pt x="38170" y="27221"/>
                </a:lnTo>
                <a:lnTo>
                  <a:pt x="38429" y="27924"/>
                </a:lnTo>
                <a:lnTo>
                  <a:pt x="38762" y="28627"/>
                </a:lnTo>
                <a:lnTo>
                  <a:pt x="39095" y="29329"/>
                </a:lnTo>
                <a:lnTo>
                  <a:pt x="39464" y="29995"/>
                </a:lnTo>
                <a:lnTo>
                  <a:pt x="39871" y="30661"/>
                </a:lnTo>
                <a:lnTo>
                  <a:pt x="40315" y="31290"/>
                </a:lnTo>
                <a:lnTo>
                  <a:pt x="40056" y="31623"/>
                </a:lnTo>
                <a:lnTo>
                  <a:pt x="39354" y="32510"/>
                </a:lnTo>
                <a:lnTo>
                  <a:pt x="38577" y="33361"/>
                </a:lnTo>
                <a:lnTo>
                  <a:pt x="37726" y="34138"/>
                </a:lnTo>
                <a:lnTo>
                  <a:pt x="36875" y="34877"/>
                </a:lnTo>
                <a:lnTo>
                  <a:pt x="35914" y="34064"/>
                </a:lnTo>
                <a:lnTo>
                  <a:pt x="35026" y="33213"/>
                </a:lnTo>
                <a:lnTo>
                  <a:pt x="34176" y="32288"/>
                </a:lnTo>
                <a:lnTo>
                  <a:pt x="33436" y="31327"/>
                </a:lnTo>
                <a:lnTo>
                  <a:pt x="37689" y="25742"/>
                </a:lnTo>
                <a:close/>
                <a:moveTo>
                  <a:pt x="33177" y="31660"/>
                </a:moveTo>
                <a:lnTo>
                  <a:pt x="33917" y="32584"/>
                </a:lnTo>
                <a:lnTo>
                  <a:pt x="34730" y="33509"/>
                </a:lnTo>
                <a:lnTo>
                  <a:pt x="35581" y="34322"/>
                </a:lnTo>
                <a:lnTo>
                  <a:pt x="36543" y="35136"/>
                </a:lnTo>
                <a:lnTo>
                  <a:pt x="35729" y="35691"/>
                </a:lnTo>
                <a:lnTo>
                  <a:pt x="34878" y="36209"/>
                </a:lnTo>
                <a:lnTo>
                  <a:pt x="34028" y="36690"/>
                </a:lnTo>
                <a:lnTo>
                  <a:pt x="33140" y="37096"/>
                </a:lnTo>
                <a:lnTo>
                  <a:pt x="32289" y="36690"/>
                </a:lnTo>
                <a:lnTo>
                  <a:pt x="31439" y="36209"/>
                </a:lnTo>
                <a:lnTo>
                  <a:pt x="30625" y="35691"/>
                </a:lnTo>
                <a:lnTo>
                  <a:pt x="29811" y="35136"/>
                </a:lnTo>
                <a:lnTo>
                  <a:pt x="30662" y="34396"/>
                </a:lnTo>
                <a:lnTo>
                  <a:pt x="31513" y="33620"/>
                </a:lnTo>
                <a:lnTo>
                  <a:pt x="32289" y="32769"/>
                </a:lnTo>
                <a:lnTo>
                  <a:pt x="32992" y="31881"/>
                </a:lnTo>
                <a:lnTo>
                  <a:pt x="33177" y="31660"/>
                </a:lnTo>
                <a:close/>
                <a:moveTo>
                  <a:pt x="40574" y="31660"/>
                </a:moveTo>
                <a:lnTo>
                  <a:pt x="41314" y="32584"/>
                </a:lnTo>
                <a:lnTo>
                  <a:pt x="42127" y="33509"/>
                </a:lnTo>
                <a:lnTo>
                  <a:pt x="42978" y="34322"/>
                </a:lnTo>
                <a:lnTo>
                  <a:pt x="43940" y="35136"/>
                </a:lnTo>
                <a:lnTo>
                  <a:pt x="43126" y="35691"/>
                </a:lnTo>
                <a:lnTo>
                  <a:pt x="42275" y="36209"/>
                </a:lnTo>
                <a:lnTo>
                  <a:pt x="41425" y="36690"/>
                </a:lnTo>
                <a:lnTo>
                  <a:pt x="40537" y="37096"/>
                </a:lnTo>
                <a:lnTo>
                  <a:pt x="39686" y="36690"/>
                </a:lnTo>
                <a:lnTo>
                  <a:pt x="38836" y="36209"/>
                </a:lnTo>
                <a:lnTo>
                  <a:pt x="38022" y="35691"/>
                </a:lnTo>
                <a:lnTo>
                  <a:pt x="37208" y="35136"/>
                </a:lnTo>
                <a:lnTo>
                  <a:pt x="38059" y="34396"/>
                </a:lnTo>
                <a:lnTo>
                  <a:pt x="38910" y="33620"/>
                </a:lnTo>
                <a:lnTo>
                  <a:pt x="39686" y="32769"/>
                </a:lnTo>
                <a:lnTo>
                  <a:pt x="40389" y="31881"/>
                </a:lnTo>
                <a:lnTo>
                  <a:pt x="40574" y="31660"/>
                </a:lnTo>
                <a:close/>
                <a:moveTo>
                  <a:pt x="29478" y="35395"/>
                </a:moveTo>
                <a:lnTo>
                  <a:pt x="30218" y="35950"/>
                </a:lnTo>
                <a:lnTo>
                  <a:pt x="31032" y="36431"/>
                </a:lnTo>
                <a:lnTo>
                  <a:pt x="31808" y="36911"/>
                </a:lnTo>
                <a:lnTo>
                  <a:pt x="32659" y="37318"/>
                </a:lnTo>
                <a:lnTo>
                  <a:pt x="31845" y="37614"/>
                </a:lnTo>
                <a:lnTo>
                  <a:pt x="31069" y="37873"/>
                </a:lnTo>
                <a:lnTo>
                  <a:pt x="30255" y="38132"/>
                </a:lnTo>
                <a:lnTo>
                  <a:pt x="29441" y="38317"/>
                </a:lnTo>
                <a:lnTo>
                  <a:pt x="28628" y="38132"/>
                </a:lnTo>
                <a:lnTo>
                  <a:pt x="27814" y="37873"/>
                </a:lnTo>
                <a:lnTo>
                  <a:pt x="27037" y="37614"/>
                </a:lnTo>
                <a:lnTo>
                  <a:pt x="26261" y="37318"/>
                </a:lnTo>
                <a:lnTo>
                  <a:pt x="27111" y="36911"/>
                </a:lnTo>
                <a:lnTo>
                  <a:pt x="27925" y="36431"/>
                </a:lnTo>
                <a:lnTo>
                  <a:pt x="28702" y="35950"/>
                </a:lnTo>
                <a:lnTo>
                  <a:pt x="29478" y="35395"/>
                </a:lnTo>
                <a:close/>
                <a:moveTo>
                  <a:pt x="36875" y="35395"/>
                </a:moveTo>
                <a:lnTo>
                  <a:pt x="37615" y="35950"/>
                </a:lnTo>
                <a:lnTo>
                  <a:pt x="38429" y="36431"/>
                </a:lnTo>
                <a:lnTo>
                  <a:pt x="39206" y="36911"/>
                </a:lnTo>
                <a:lnTo>
                  <a:pt x="40056" y="37318"/>
                </a:lnTo>
                <a:lnTo>
                  <a:pt x="39243" y="37614"/>
                </a:lnTo>
                <a:lnTo>
                  <a:pt x="38466" y="37873"/>
                </a:lnTo>
                <a:lnTo>
                  <a:pt x="37652" y="38132"/>
                </a:lnTo>
                <a:lnTo>
                  <a:pt x="36839" y="38317"/>
                </a:lnTo>
                <a:lnTo>
                  <a:pt x="36025" y="38132"/>
                </a:lnTo>
                <a:lnTo>
                  <a:pt x="35211" y="37873"/>
                </a:lnTo>
                <a:lnTo>
                  <a:pt x="34434" y="37614"/>
                </a:lnTo>
                <a:lnTo>
                  <a:pt x="33658" y="37318"/>
                </a:lnTo>
                <a:lnTo>
                  <a:pt x="34508" y="36911"/>
                </a:lnTo>
                <a:lnTo>
                  <a:pt x="35322" y="36431"/>
                </a:lnTo>
                <a:lnTo>
                  <a:pt x="36099" y="35950"/>
                </a:lnTo>
                <a:lnTo>
                  <a:pt x="36875" y="35395"/>
                </a:lnTo>
                <a:close/>
                <a:moveTo>
                  <a:pt x="44273" y="35395"/>
                </a:moveTo>
                <a:lnTo>
                  <a:pt x="45012" y="35950"/>
                </a:lnTo>
                <a:lnTo>
                  <a:pt x="45826" y="36431"/>
                </a:lnTo>
                <a:lnTo>
                  <a:pt x="46603" y="36911"/>
                </a:lnTo>
                <a:lnTo>
                  <a:pt x="47453" y="37318"/>
                </a:lnTo>
                <a:lnTo>
                  <a:pt x="46640" y="37614"/>
                </a:lnTo>
                <a:lnTo>
                  <a:pt x="45863" y="37873"/>
                </a:lnTo>
                <a:lnTo>
                  <a:pt x="45049" y="38132"/>
                </a:lnTo>
                <a:lnTo>
                  <a:pt x="44236" y="38317"/>
                </a:lnTo>
                <a:lnTo>
                  <a:pt x="43422" y="38132"/>
                </a:lnTo>
                <a:lnTo>
                  <a:pt x="42608" y="37873"/>
                </a:lnTo>
                <a:lnTo>
                  <a:pt x="41832" y="37614"/>
                </a:lnTo>
                <a:lnTo>
                  <a:pt x="41055" y="37318"/>
                </a:lnTo>
                <a:lnTo>
                  <a:pt x="41906" y="36911"/>
                </a:lnTo>
                <a:lnTo>
                  <a:pt x="42719" y="36431"/>
                </a:lnTo>
                <a:lnTo>
                  <a:pt x="43496" y="35950"/>
                </a:lnTo>
                <a:lnTo>
                  <a:pt x="44273" y="35395"/>
                </a:lnTo>
                <a:close/>
                <a:moveTo>
                  <a:pt x="25743" y="37577"/>
                </a:moveTo>
                <a:lnTo>
                  <a:pt x="26409" y="37836"/>
                </a:lnTo>
                <a:lnTo>
                  <a:pt x="27074" y="38058"/>
                </a:lnTo>
                <a:lnTo>
                  <a:pt x="27740" y="38280"/>
                </a:lnTo>
                <a:lnTo>
                  <a:pt x="28406" y="38502"/>
                </a:lnTo>
                <a:lnTo>
                  <a:pt x="28184" y="38502"/>
                </a:lnTo>
                <a:lnTo>
                  <a:pt x="27518" y="38576"/>
                </a:lnTo>
                <a:lnTo>
                  <a:pt x="26889" y="38650"/>
                </a:lnTo>
                <a:lnTo>
                  <a:pt x="26261" y="38687"/>
                </a:lnTo>
                <a:lnTo>
                  <a:pt x="24966" y="38687"/>
                </a:lnTo>
                <a:lnTo>
                  <a:pt x="24337" y="38613"/>
                </a:lnTo>
                <a:lnTo>
                  <a:pt x="23709" y="38576"/>
                </a:lnTo>
                <a:lnTo>
                  <a:pt x="23080" y="38502"/>
                </a:lnTo>
                <a:lnTo>
                  <a:pt x="23746" y="38280"/>
                </a:lnTo>
                <a:lnTo>
                  <a:pt x="24448" y="38058"/>
                </a:lnTo>
                <a:lnTo>
                  <a:pt x="25114" y="37836"/>
                </a:lnTo>
                <a:lnTo>
                  <a:pt x="25743" y="37577"/>
                </a:lnTo>
                <a:close/>
                <a:moveTo>
                  <a:pt x="33140" y="37577"/>
                </a:moveTo>
                <a:lnTo>
                  <a:pt x="33806" y="37836"/>
                </a:lnTo>
                <a:lnTo>
                  <a:pt x="34471" y="38058"/>
                </a:lnTo>
                <a:lnTo>
                  <a:pt x="35137" y="38280"/>
                </a:lnTo>
                <a:lnTo>
                  <a:pt x="35803" y="38502"/>
                </a:lnTo>
                <a:lnTo>
                  <a:pt x="35581" y="38502"/>
                </a:lnTo>
                <a:lnTo>
                  <a:pt x="34915" y="38576"/>
                </a:lnTo>
                <a:lnTo>
                  <a:pt x="34287" y="38650"/>
                </a:lnTo>
                <a:lnTo>
                  <a:pt x="33658" y="38687"/>
                </a:lnTo>
                <a:lnTo>
                  <a:pt x="32363" y="38687"/>
                </a:lnTo>
                <a:lnTo>
                  <a:pt x="31735" y="38613"/>
                </a:lnTo>
                <a:lnTo>
                  <a:pt x="31106" y="38576"/>
                </a:lnTo>
                <a:lnTo>
                  <a:pt x="30477" y="38502"/>
                </a:lnTo>
                <a:lnTo>
                  <a:pt x="31143" y="38280"/>
                </a:lnTo>
                <a:lnTo>
                  <a:pt x="31845" y="38058"/>
                </a:lnTo>
                <a:lnTo>
                  <a:pt x="32511" y="37836"/>
                </a:lnTo>
                <a:lnTo>
                  <a:pt x="33140" y="37577"/>
                </a:lnTo>
                <a:close/>
                <a:moveTo>
                  <a:pt x="40537" y="37577"/>
                </a:moveTo>
                <a:lnTo>
                  <a:pt x="41203" y="37836"/>
                </a:lnTo>
                <a:lnTo>
                  <a:pt x="41869" y="38058"/>
                </a:lnTo>
                <a:lnTo>
                  <a:pt x="42534" y="38280"/>
                </a:lnTo>
                <a:lnTo>
                  <a:pt x="43200" y="38502"/>
                </a:lnTo>
                <a:lnTo>
                  <a:pt x="42978" y="38502"/>
                </a:lnTo>
                <a:lnTo>
                  <a:pt x="42312" y="38576"/>
                </a:lnTo>
                <a:lnTo>
                  <a:pt x="41684" y="38650"/>
                </a:lnTo>
                <a:lnTo>
                  <a:pt x="41055" y="38687"/>
                </a:lnTo>
                <a:lnTo>
                  <a:pt x="39760" y="38687"/>
                </a:lnTo>
                <a:lnTo>
                  <a:pt x="39132" y="38613"/>
                </a:lnTo>
                <a:lnTo>
                  <a:pt x="38503" y="38576"/>
                </a:lnTo>
                <a:lnTo>
                  <a:pt x="37874" y="38502"/>
                </a:lnTo>
                <a:lnTo>
                  <a:pt x="38540" y="38280"/>
                </a:lnTo>
                <a:lnTo>
                  <a:pt x="39243" y="38058"/>
                </a:lnTo>
                <a:lnTo>
                  <a:pt x="39908" y="37836"/>
                </a:lnTo>
                <a:lnTo>
                  <a:pt x="40537" y="37577"/>
                </a:lnTo>
                <a:close/>
                <a:moveTo>
                  <a:pt x="47934" y="37577"/>
                </a:moveTo>
                <a:lnTo>
                  <a:pt x="48600" y="37836"/>
                </a:lnTo>
                <a:lnTo>
                  <a:pt x="49266" y="38058"/>
                </a:lnTo>
                <a:lnTo>
                  <a:pt x="49931" y="38280"/>
                </a:lnTo>
                <a:lnTo>
                  <a:pt x="50597" y="38502"/>
                </a:lnTo>
                <a:lnTo>
                  <a:pt x="50375" y="38502"/>
                </a:lnTo>
                <a:lnTo>
                  <a:pt x="49709" y="38576"/>
                </a:lnTo>
                <a:lnTo>
                  <a:pt x="49081" y="38650"/>
                </a:lnTo>
                <a:lnTo>
                  <a:pt x="48452" y="38687"/>
                </a:lnTo>
                <a:lnTo>
                  <a:pt x="47157" y="38687"/>
                </a:lnTo>
                <a:lnTo>
                  <a:pt x="46529" y="38613"/>
                </a:lnTo>
                <a:lnTo>
                  <a:pt x="45900" y="38576"/>
                </a:lnTo>
                <a:lnTo>
                  <a:pt x="45271" y="38502"/>
                </a:lnTo>
                <a:lnTo>
                  <a:pt x="45937" y="38280"/>
                </a:lnTo>
                <a:lnTo>
                  <a:pt x="46640" y="38058"/>
                </a:lnTo>
                <a:lnTo>
                  <a:pt x="47305" y="37836"/>
                </a:lnTo>
                <a:lnTo>
                  <a:pt x="47934" y="37577"/>
                </a:lnTo>
                <a:close/>
                <a:moveTo>
                  <a:pt x="11023" y="0"/>
                </a:moveTo>
                <a:lnTo>
                  <a:pt x="3736" y="9579"/>
                </a:lnTo>
                <a:lnTo>
                  <a:pt x="3219" y="10319"/>
                </a:lnTo>
                <a:lnTo>
                  <a:pt x="2701" y="11096"/>
                </a:lnTo>
                <a:lnTo>
                  <a:pt x="2257" y="11872"/>
                </a:lnTo>
                <a:lnTo>
                  <a:pt x="1850" y="12686"/>
                </a:lnTo>
                <a:lnTo>
                  <a:pt x="1480" y="13500"/>
                </a:lnTo>
                <a:lnTo>
                  <a:pt x="1147" y="14313"/>
                </a:lnTo>
                <a:lnTo>
                  <a:pt x="852" y="15164"/>
                </a:lnTo>
                <a:lnTo>
                  <a:pt x="593" y="16015"/>
                </a:lnTo>
                <a:lnTo>
                  <a:pt x="371" y="16902"/>
                </a:lnTo>
                <a:lnTo>
                  <a:pt x="223" y="17753"/>
                </a:lnTo>
                <a:lnTo>
                  <a:pt x="112" y="18678"/>
                </a:lnTo>
                <a:lnTo>
                  <a:pt x="38" y="19565"/>
                </a:lnTo>
                <a:lnTo>
                  <a:pt x="1" y="20453"/>
                </a:lnTo>
                <a:lnTo>
                  <a:pt x="1" y="21378"/>
                </a:lnTo>
                <a:lnTo>
                  <a:pt x="75" y="22265"/>
                </a:lnTo>
                <a:lnTo>
                  <a:pt x="186" y="23190"/>
                </a:lnTo>
                <a:lnTo>
                  <a:pt x="334" y="24114"/>
                </a:lnTo>
                <a:lnTo>
                  <a:pt x="519" y="25002"/>
                </a:lnTo>
                <a:lnTo>
                  <a:pt x="741" y="25890"/>
                </a:lnTo>
                <a:lnTo>
                  <a:pt x="1000" y="26740"/>
                </a:lnTo>
                <a:lnTo>
                  <a:pt x="1332" y="27591"/>
                </a:lnTo>
                <a:lnTo>
                  <a:pt x="1665" y="28405"/>
                </a:lnTo>
                <a:lnTo>
                  <a:pt x="2072" y="29218"/>
                </a:lnTo>
                <a:lnTo>
                  <a:pt x="2479" y="29995"/>
                </a:lnTo>
                <a:lnTo>
                  <a:pt x="2960" y="30772"/>
                </a:lnTo>
                <a:lnTo>
                  <a:pt x="3478" y="31512"/>
                </a:lnTo>
                <a:lnTo>
                  <a:pt x="3995" y="32214"/>
                </a:lnTo>
                <a:lnTo>
                  <a:pt x="4587" y="32880"/>
                </a:lnTo>
                <a:lnTo>
                  <a:pt x="5179" y="33546"/>
                </a:lnTo>
                <a:lnTo>
                  <a:pt x="5845" y="34175"/>
                </a:lnTo>
                <a:lnTo>
                  <a:pt x="6510" y="34803"/>
                </a:lnTo>
                <a:lnTo>
                  <a:pt x="7250" y="35358"/>
                </a:lnTo>
                <a:lnTo>
                  <a:pt x="7842" y="35802"/>
                </a:lnTo>
                <a:lnTo>
                  <a:pt x="8471" y="36209"/>
                </a:lnTo>
                <a:lnTo>
                  <a:pt x="9099" y="36616"/>
                </a:lnTo>
                <a:lnTo>
                  <a:pt x="9765" y="36985"/>
                </a:lnTo>
                <a:lnTo>
                  <a:pt x="10431" y="37318"/>
                </a:lnTo>
                <a:lnTo>
                  <a:pt x="11097" y="37614"/>
                </a:lnTo>
                <a:lnTo>
                  <a:pt x="11799" y="37910"/>
                </a:lnTo>
                <a:lnTo>
                  <a:pt x="12465" y="38132"/>
                </a:lnTo>
                <a:lnTo>
                  <a:pt x="13168" y="38354"/>
                </a:lnTo>
                <a:lnTo>
                  <a:pt x="13907" y="38576"/>
                </a:lnTo>
                <a:lnTo>
                  <a:pt x="14610" y="38724"/>
                </a:lnTo>
                <a:lnTo>
                  <a:pt x="15350" y="38872"/>
                </a:lnTo>
                <a:lnTo>
                  <a:pt x="16090" y="38983"/>
                </a:lnTo>
                <a:lnTo>
                  <a:pt x="16829" y="39057"/>
                </a:lnTo>
                <a:lnTo>
                  <a:pt x="17569" y="39094"/>
                </a:lnTo>
                <a:lnTo>
                  <a:pt x="18309" y="39094"/>
                </a:lnTo>
                <a:lnTo>
                  <a:pt x="19566" y="39057"/>
                </a:lnTo>
                <a:lnTo>
                  <a:pt x="20824" y="38946"/>
                </a:lnTo>
                <a:lnTo>
                  <a:pt x="22007" y="38724"/>
                </a:lnTo>
                <a:lnTo>
                  <a:pt x="22932" y="38872"/>
                </a:lnTo>
                <a:lnTo>
                  <a:pt x="23857" y="39020"/>
                </a:lnTo>
                <a:lnTo>
                  <a:pt x="24781" y="39094"/>
                </a:lnTo>
                <a:lnTo>
                  <a:pt x="25706" y="39094"/>
                </a:lnTo>
                <a:lnTo>
                  <a:pt x="26963" y="39057"/>
                </a:lnTo>
                <a:lnTo>
                  <a:pt x="28221" y="38946"/>
                </a:lnTo>
                <a:lnTo>
                  <a:pt x="29404" y="38724"/>
                </a:lnTo>
                <a:lnTo>
                  <a:pt x="30329" y="38872"/>
                </a:lnTo>
                <a:lnTo>
                  <a:pt x="31254" y="39020"/>
                </a:lnTo>
                <a:lnTo>
                  <a:pt x="32178" y="39094"/>
                </a:lnTo>
                <a:lnTo>
                  <a:pt x="33103" y="39094"/>
                </a:lnTo>
                <a:lnTo>
                  <a:pt x="34360" y="39057"/>
                </a:lnTo>
                <a:lnTo>
                  <a:pt x="35618" y="38946"/>
                </a:lnTo>
                <a:lnTo>
                  <a:pt x="36802" y="38724"/>
                </a:lnTo>
                <a:lnTo>
                  <a:pt x="37726" y="38872"/>
                </a:lnTo>
                <a:lnTo>
                  <a:pt x="38651" y="39020"/>
                </a:lnTo>
                <a:lnTo>
                  <a:pt x="39575" y="39094"/>
                </a:lnTo>
                <a:lnTo>
                  <a:pt x="40500" y="39094"/>
                </a:lnTo>
                <a:lnTo>
                  <a:pt x="41758" y="39057"/>
                </a:lnTo>
                <a:lnTo>
                  <a:pt x="43015" y="38946"/>
                </a:lnTo>
                <a:lnTo>
                  <a:pt x="44199" y="38724"/>
                </a:lnTo>
                <a:lnTo>
                  <a:pt x="45123" y="38872"/>
                </a:lnTo>
                <a:lnTo>
                  <a:pt x="46048" y="39020"/>
                </a:lnTo>
                <a:lnTo>
                  <a:pt x="46973" y="39094"/>
                </a:lnTo>
                <a:lnTo>
                  <a:pt x="47897" y="39094"/>
                </a:lnTo>
                <a:lnTo>
                  <a:pt x="49155" y="39057"/>
                </a:lnTo>
                <a:lnTo>
                  <a:pt x="50412" y="38946"/>
                </a:lnTo>
                <a:lnTo>
                  <a:pt x="51596" y="38724"/>
                </a:lnTo>
                <a:lnTo>
                  <a:pt x="52520" y="38872"/>
                </a:lnTo>
                <a:lnTo>
                  <a:pt x="53445" y="39020"/>
                </a:lnTo>
                <a:lnTo>
                  <a:pt x="54370" y="39094"/>
                </a:lnTo>
                <a:lnTo>
                  <a:pt x="55294" y="39094"/>
                </a:lnTo>
                <a:lnTo>
                  <a:pt x="56552" y="39057"/>
                </a:lnTo>
                <a:lnTo>
                  <a:pt x="57809" y="38946"/>
                </a:lnTo>
                <a:lnTo>
                  <a:pt x="58734" y="38798"/>
                </a:lnTo>
                <a:lnTo>
                  <a:pt x="59622" y="38613"/>
                </a:lnTo>
                <a:lnTo>
                  <a:pt x="60509" y="38354"/>
                </a:lnTo>
                <a:lnTo>
                  <a:pt x="61360" y="38095"/>
                </a:lnTo>
                <a:lnTo>
                  <a:pt x="62211" y="37799"/>
                </a:lnTo>
                <a:lnTo>
                  <a:pt x="63024" y="37429"/>
                </a:lnTo>
                <a:lnTo>
                  <a:pt x="63838" y="37022"/>
                </a:lnTo>
                <a:lnTo>
                  <a:pt x="64615" y="36616"/>
                </a:lnTo>
                <a:lnTo>
                  <a:pt x="65391" y="36135"/>
                </a:lnTo>
                <a:lnTo>
                  <a:pt x="66131" y="35654"/>
                </a:lnTo>
                <a:lnTo>
                  <a:pt x="66834" y="35099"/>
                </a:lnTo>
                <a:lnTo>
                  <a:pt x="67536" y="34507"/>
                </a:lnTo>
                <a:lnTo>
                  <a:pt x="68202" y="33916"/>
                </a:lnTo>
                <a:lnTo>
                  <a:pt x="68831" y="33250"/>
                </a:lnTo>
                <a:lnTo>
                  <a:pt x="69423" y="32584"/>
                </a:lnTo>
                <a:lnTo>
                  <a:pt x="69978" y="31881"/>
                </a:lnTo>
                <a:lnTo>
                  <a:pt x="94240" y="0"/>
                </a:lnTo>
                <a:lnTo>
                  <a:pt x="93722" y="0"/>
                </a:lnTo>
                <a:lnTo>
                  <a:pt x="69645" y="31623"/>
                </a:lnTo>
                <a:lnTo>
                  <a:pt x="69090" y="32325"/>
                </a:lnTo>
                <a:lnTo>
                  <a:pt x="68498" y="32991"/>
                </a:lnTo>
                <a:lnTo>
                  <a:pt x="67906" y="33620"/>
                </a:lnTo>
                <a:lnTo>
                  <a:pt x="67241" y="34212"/>
                </a:lnTo>
                <a:lnTo>
                  <a:pt x="66575" y="34766"/>
                </a:lnTo>
                <a:lnTo>
                  <a:pt x="65872" y="35284"/>
                </a:lnTo>
                <a:lnTo>
                  <a:pt x="65169" y="35802"/>
                </a:lnTo>
                <a:lnTo>
                  <a:pt x="64430" y="36246"/>
                </a:lnTo>
                <a:lnTo>
                  <a:pt x="63653" y="36653"/>
                </a:lnTo>
                <a:lnTo>
                  <a:pt x="62876" y="37059"/>
                </a:lnTo>
                <a:lnTo>
                  <a:pt x="62063" y="37392"/>
                </a:lnTo>
                <a:lnTo>
                  <a:pt x="61249" y="37688"/>
                </a:lnTo>
                <a:lnTo>
                  <a:pt x="60398" y="37984"/>
                </a:lnTo>
                <a:lnTo>
                  <a:pt x="59548" y="38206"/>
                </a:lnTo>
                <a:lnTo>
                  <a:pt x="58660" y="38391"/>
                </a:lnTo>
                <a:lnTo>
                  <a:pt x="57772" y="38502"/>
                </a:lnTo>
                <a:lnTo>
                  <a:pt x="57107" y="38576"/>
                </a:lnTo>
                <a:lnTo>
                  <a:pt x="56478" y="38650"/>
                </a:lnTo>
                <a:lnTo>
                  <a:pt x="55849" y="38687"/>
                </a:lnTo>
                <a:lnTo>
                  <a:pt x="54555" y="38687"/>
                </a:lnTo>
                <a:lnTo>
                  <a:pt x="53926" y="38613"/>
                </a:lnTo>
                <a:lnTo>
                  <a:pt x="53297" y="38576"/>
                </a:lnTo>
                <a:lnTo>
                  <a:pt x="52668" y="38502"/>
                </a:lnTo>
                <a:lnTo>
                  <a:pt x="53408" y="38280"/>
                </a:lnTo>
                <a:lnTo>
                  <a:pt x="54111" y="38058"/>
                </a:lnTo>
                <a:lnTo>
                  <a:pt x="54813" y="37762"/>
                </a:lnTo>
                <a:lnTo>
                  <a:pt x="55516" y="37466"/>
                </a:lnTo>
                <a:lnTo>
                  <a:pt x="56219" y="37170"/>
                </a:lnTo>
                <a:lnTo>
                  <a:pt x="56885" y="36800"/>
                </a:lnTo>
                <a:lnTo>
                  <a:pt x="57550" y="36431"/>
                </a:lnTo>
                <a:lnTo>
                  <a:pt x="58179" y="36024"/>
                </a:lnTo>
                <a:lnTo>
                  <a:pt x="58808" y="35580"/>
                </a:lnTo>
                <a:lnTo>
                  <a:pt x="59400" y="35136"/>
                </a:lnTo>
                <a:lnTo>
                  <a:pt x="59991" y="34655"/>
                </a:lnTo>
                <a:lnTo>
                  <a:pt x="60546" y="34138"/>
                </a:lnTo>
                <a:lnTo>
                  <a:pt x="61101" y="33620"/>
                </a:lnTo>
                <a:lnTo>
                  <a:pt x="61619" y="33065"/>
                </a:lnTo>
                <a:lnTo>
                  <a:pt x="62100" y="32473"/>
                </a:lnTo>
                <a:lnTo>
                  <a:pt x="62580" y="31881"/>
                </a:lnTo>
                <a:lnTo>
                  <a:pt x="86843" y="0"/>
                </a:lnTo>
                <a:lnTo>
                  <a:pt x="86325" y="0"/>
                </a:lnTo>
                <a:lnTo>
                  <a:pt x="62248" y="31623"/>
                </a:lnTo>
                <a:lnTo>
                  <a:pt x="61767" y="32251"/>
                </a:lnTo>
                <a:lnTo>
                  <a:pt x="61212" y="32843"/>
                </a:lnTo>
                <a:lnTo>
                  <a:pt x="60657" y="33435"/>
                </a:lnTo>
                <a:lnTo>
                  <a:pt x="60102" y="33990"/>
                </a:lnTo>
                <a:lnTo>
                  <a:pt x="59474" y="34544"/>
                </a:lnTo>
                <a:lnTo>
                  <a:pt x="58845" y="35025"/>
                </a:lnTo>
                <a:lnTo>
                  <a:pt x="58216" y="35506"/>
                </a:lnTo>
                <a:lnTo>
                  <a:pt x="57550" y="35950"/>
                </a:lnTo>
                <a:lnTo>
                  <a:pt x="56848" y="36357"/>
                </a:lnTo>
                <a:lnTo>
                  <a:pt x="56145" y="36727"/>
                </a:lnTo>
                <a:lnTo>
                  <a:pt x="55442" y="37059"/>
                </a:lnTo>
                <a:lnTo>
                  <a:pt x="54703" y="37392"/>
                </a:lnTo>
                <a:lnTo>
                  <a:pt x="53963" y="37651"/>
                </a:lnTo>
                <a:lnTo>
                  <a:pt x="53186" y="37910"/>
                </a:lnTo>
                <a:lnTo>
                  <a:pt x="52409" y="38132"/>
                </a:lnTo>
                <a:lnTo>
                  <a:pt x="51633" y="38317"/>
                </a:lnTo>
                <a:lnTo>
                  <a:pt x="50819" y="38132"/>
                </a:lnTo>
                <a:lnTo>
                  <a:pt x="50005" y="37873"/>
                </a:lnTo>
                <a:lnTo>
                  <a:pt x="49229" y="37614"/>
                </a:lnTo>
                <a:lnTo>
                  <a:pt x="48452" y="37318"/>
                </a:lnTo>
                <a:lnTo>
                  <a:pt x="49414" y="36837"/>
                </a:lnTo>
                <a:lnTo>
                  <a:pt x="50375" y="36283"/>
                </a:lnTo>
                <a:lnTo>
                  <a:pt x="51263" y="35691"/>
                </a:lnTo>
                <a:lnTo>
                  <a:pt x="52151" y="35025"/>
                </a:lnTo>
                <a:lnTo>
                  <a:pt x="52964" y="34322"/>
                </a:lnTo>
                <a:lnTo>
                  <a:pt x="53741" y="33546"/>
                </a:lnTo>
                <a:lnTo>
                  <a:pt x="54481" y="32732"/>
                </a:lnTo>
                <a:lnTo>
                  <a:pt x="55183" y="31881"/>
                </a:lnTo>
                <a:lnTo>
                  <a:pt x="79446" y="0"/>
                </a:lnTo>
                <a:lnTo>
                  <a:pt x="78928" y="0"/>
                </a:lnTo>
                <a:lnTo>
                  <a:pt x="54850" y="31623"/>
                </a:lnTo>
                <a:lnTo>
                  <a:pt x="54148" y="32510"/>
                </a:lnTo>
                <a:lnTo>
                  <a:pt x="53408" y="33324"/>
                </a:lnTo>
                <a:lnTo>
                  <a:pt x="52594" y="34101"/>
                </a:lnTo>
                <a:lnTo>
                  <a:pt x="51744" y="34803"/>
                </a:lnTo>
                <a:lnTo>
                  <a:pt x="50856" y="35469"/>
                </a:lnTo>
                <a:lnTo>
                  <a:pt x="49931" y="36061"/>
                </a:lnTo>
                <a:lnTo>
                  <a:pt x="48933" y="36616"/>
                </a:lnTo>
                <a:lnTo>
                  <a:pt x="47934" y="37096"/>
                </a:lnTo>
                <a:lnTo>
                  <a:pt x="47083" y="36690"/>
                </a:lnTo>
                <a:lnTo>
                  <a:pt x="46233" y="36209"/>
                </a:lnTo>
                <a:lnTo>
                  <a:pt x="45419" y="35691"/>
                </a:lnTo>
                <a:lnTo>
                  <a:pt x="44605" y="35136"/>
                </a:lnTo>
                <a:lnTo>
                  <a:pt x="45456" y="34396"/>
                </a:lnTo>
                <a:lnTo>
                  <a:pt x="46307" y="33620"/>
                </a:lnTo>
                <a:lnTo>
                  <a:pt x="47083" y="32769"/>
                </a:lnTo>
                <a:lnTo>
                  <a:pt x="47786" y="31881"/>
                </a:lnTo>
                <a:lnTo>
                  <a:pt x="72049" y="0"/>
                </a:lnTo>
                <a:lnTo>
                  <a:pt x="71531" y="0"/>
                </a:lnTo>
                <a:lnTo>
                  <a:pt x="47453" y="31623"/>
                </a:lnTo>
                <a:lnTo>
                  <a:pt x="46751" y="32510"/>
                </a:lnTo>
                <a:lnTo>
                  <a:pt x="45974" y="33361"/>
                </a:lnTo>
                <a:lnTo>
                  <a:pt x="45123" y="34138"/>
                </a:lnTo>
                <a:lnTo>
                  <a:pt x="44273" y="34877"/>
                </a:lnTo>
                <a:lnTo>
                  <a:pt x="43311" y="34064"/>
                </a:lnTo>
                <a:lnTo>
                  <a:pt x="42423" y="33213"/>
                </a:lnTo>
                <a:lnTo>
                  <a:pt x="41573" y="32288"/>
                </a:lnTo>
                <a:lnTo>
                  <a:pt x="40833" y="31327"/>
                </a:lnTo>
                <a:lnTo>
                  <a:pt x="64652" y="0"/>
                </a:lnTo>
                <a:lnTo>
                  <a:pt x="64134" y="0"/>
                </a:lnTo>
                <a:lnTo>
                  <a:pt x="40574" y="30957"/>
                </a:lnTo>
                <a:lnTo>
                  <a:pt x="40130" y="30291"/>
                </a:lnTo>
                <a:lnTo>
                  <a:pt x="39760" y="29625"/>
                </a:lnTo>
                <a:lnTo>
                  <a:pt x="39391" y="28960"/>
                </a:lnTo>
                <a:lnTo>
                  <a:pt x="39058" y="28257"/>
                </a:lnTo>
                <a:lnTo>
                  <a:pt x="38725" y="27554"/>
                </a:lnTo>
                <a:lnTo>
                  <a:pt x="38466" y="26814"/>
                </a:lnTo>
                <a:lnTo>
                  <a:pt x="38207" y="26075"/>
                </a:lnTo>
                <a:lnTo>
                  <a:pt x="37985" y="25298"/>
                </a:lnTo>
                <a:lnTo>
                  <a:pt x="57255" y="0"/>
                </a:lnTo>
                <a:lnTo>
                  <a:pt x="56737" y="0"/>
                </a:lnTo>
                <a:lnTo>
                  <a:pt x="37874" y="24780"/>
                </a:lnTo>
                <a:lnTo>
                  <a:pt x="37689" y="23967"/>
                </a:lnTo>
                <a:lnTo>
                  <a:pt x="37578" y="23153"/>
                </a:lnTo>
                <a:lnTo>
                  <a:pt x="37467" y="22228"/>
                </a:lnTo>
                <a:lnTo>
                  <a:pt x="37430" y="21341"/>
                </a:lnTo>
                <a:lnTo>
                  <a:pt x="37393" y="20453"/>
                </a:lnTo>
                <a:lnTo>
                  <a:pt x="37430" y="19565"/>
                </a:lnTo>
                <a:lnTo>
                  <a:pt x="37504" y="18715"/>
                </a:lnTo>
                <a:lnTo>
                  <a:pt x="37615" y="17827"/>
                </a:lnTo>
                <a:lnTo>
                  <a:pt x="37763" y="16976"/>
                </a:lnTo>
                <a:lnTo>
                  <a:pt x="37985" y="16126"/>
                </a:lnTo>
                <a:lnTo>
                  <a:pt x="38207" y="15275"/>
                </a:lnTo>
                <a:lnTo>
                  <a:pt x="38503" y="14461"/>
                </a:lnTo>
                <a:lnTo>
                  <a:pt x="38836" y="13648"/>
                </a:lnTo>
                <a:lnTo>
                  <a:pt x="39206" y="12834"/>
                </a:lnTo>
                <a:lnTo>
                  <a:pt x="39612" y="12057"/>
                </a:lnTo>
                <a:lnTo>
                  <a:pt x="40056" y="11318"/>
                </a:lnTo>
                <a:lnTo>
                  <a:pt x="40537" y="10578"/>
                </a:lnTo>
                <a:lnTo>
                  <a:pt x="41055" y="9838"/>
                </a:lnTo>
                <a:lnTo>
                  <a:pt x="48526" y="0"/>
                </a:lnTo>
                <a:lnTo>
                  <a:pt x="48008" y="0"/>
                </a:lnTo>
                <a:lnTo>
                  <a:pt x="40722" y="9579"/>
                </a:lnTo>
                <a:lnTo>
                  <a:pt x="40204" y="10319"/>
                </a:lnTo>
                <a:lnTo>
                  <a:pt x="39686" y="11096"/>
                </a:lnTo>
                <a:lnTo>
                  <a:pt x="39243" y="11872"/>
                </a:lnTo>
                <a:lnTo>
                  <a:pt x="38836" y="12686"/>
                </a:lnTo>
                <a:lnTo>
                  <a:pt x="38466" y="13500"/>
                </a:lnTo>
                <a:lnTo>
                  <a:pt x="38133" y="14313"/>
                </a:lnTo>
                <a:lnTo>
                  <a:pt x="37837" y="15164"/>
                </a:lnTo>
                <a:lnTo>
                  <a:pt x="37578" y="16015"/>
                </a:lnTo>
                <a:lnTo>
                  <a:pt x="37356" y="16902"/>
                </a:lnTo>
                <a:lnTo>
                  <a:pt x="37208" y="17753"/>
                </a:lnTo>
                <a:lnTo>
                  <a:pt x="37097" y="18678"/>
                </a:lnTo>
                <a:lnTo>
                  <a:pt x="37023" y="19565"/>
                </a:lnTo>
                <a:lnTo>
                  <a:pt x="36986" y="20453"/>
                </a:lnTo>
                <a:lnTo>
                  <a:pt x="36986" y="21378"/>
                </a:lnTo>
                <a:lnTo>
                  <a:pt x="37060" y="22265"/>
                </a:lnTo>
                <a:lnTo>
                  <a:pt x="37171" y="23190"/>
                </a:lnTo>
                <a:lnTo>
                  <a:pt x="37319" y="24225"/>
                </a:lnTo>
                <a:lnTo>
                  <a:pt x="37541" y="25224"/>
                </a:lnTo>
                <a:lnTo>
                  <a:pt x="33177" y="30957"/>
                </a:lnTo>
                <a:lnTo>
                  <a:pt x="32622" y="30069"/>
                </a:lnTo>
                <a:lnTo>
                  <a:pt x="32104" y="29181"/>
                </a:lnTo>
                <a:lnTo>
                  <a:pt x="31624" y="28220"/>
                </a:lnTo>
                <a:lnTo>
                  <a:pt x="31217" y="27258"/>
                </a:lnTo>
                <a:lnTo>
                  <a:pt x="30884" y="26260"/>
                </a:lnTo>
                <a:lnTo>
                  <a:pt x="30588" y="25261"/>
                </a:lnTo>
                <a:lnTo>
                  <a:pt x="30329" y="24188"/>
                </a:lnTo>
                <a:lnTo>
                  <a:pt x="30181" y="23153"/>
                </a:lnTo>
                <a:lnTo>
                  <a:pt x="30070" y="22228"/>
                </a:lnTo>
                <a:lnTo>
                  <a:pt x="30033" y="21341"/>
                </a:lnTo>
                <a:lnTo>
                  <a:pt x="29996" y="20453"/>
                </a:lnTo>
                <a:lnTo>
                  <a:pt x="30033" y="19565"/>
                </a:lnTo>
                <a:lnTo>
                  <a:pt x="30107" y="18715"/>
                </a:lnTo>
                <a:lnTo>
                  <a:pt x="30218" y="17827"/>
                </a:lnTo>
                <a:lnTo>
                  <a:pt x="30366" y="16976"/>
                </a:lnTo>
                <a:lnTo>
                  <a:pt x="30588" y="16126"/>
                </a:lnTo>
                <a:lnTo>
                  <a:pt x="30810" y="15275"/>
                </a:lnTo>
                <a:lnTo>
                  <a:pt x="31106" y="14461"/>
                </a:lnTo>
                <a:lnTo>
                  <a:pt x="31439" y="13648"/>
                </a:lnTo>
                <a:lnTo>
                  <a:pt x="31808" y="12834"/>
                </a:lnTo>
                <a:lnTo>
                  <a:pt x="32215" y="12057"/>
                </a:lnTo>
                <a:lnTo>
                  <a:pt x="32659" y="11318"/>
                </a:lnTo>
                <a:lnTo>
                  <a:pt x="33140" y="10578"/>
                </a:lnTo>
                <a:lnTo>
                  <a:pt x="33658" y="9838"/>
                </a:lnTo>
                <a:lnTo>
                  <a:pt x="41129" y="0"/>
                </a:lnTo>
                <a:lnTo>
                  <a:pt x="40611" y="0"/>
                </a:lnTo>
                <a:lnTo>
                  <a:pt x="33325" y="9579"/>
                </a:lnTo>
                <a:lnTo>
                  <a:pt x="32807" y="10319"/>
                </a:lnTo>
                <a:lnTo>
                  <a:pt x="32289" y="11096"/>
                </a:lnTo>
                <a:lnTo>
                  <a:pt x="31845" y="11872"/>
                </a:lnTo>
                <a:lnTo>
                  <a:pt x="31439" y="12686"/>
                </a:lnTo>
                <a:lnTo>
                  <a:pt x="31069" y="13500"/>
                </a:lnTo>
                <a:lnTo>
                  <a:pt x="30736" y="14313"/>
                </a:lnTo>
                <a:lnTo>
                  <a:pt x="30440" y="15164"/>
                </a:lnTo>
                <a:lnTo>
                  <a:pt x="30181" y="16015"/>
                </a:lnTo>
                <a:lnTo>
                  <a:pt x="29959" y="16902"/>
                </a:lnTo>
                <a:lnTo>
                  <a:pt x="29811" y="17753"/>
                </a:lnTo>
                <a:lnTo>
                  <a:pt x="29700" y="18678"/>
                </a:lnTo>
                <a:lnTo>
                  <a:pt x="29626" y="19565"/>
                </a:lnTo>
                <a:lnTo>
                  <a:pt x="29589" y="20453"/>
                </a:lnTo>
                <a:lnTo>
                  <a:pt x="29589" y="21378"/>
                </a:lnTo>
                <a:lnTo>
                  <a:pt x="29663" y="22265"/>
                </a:lnTo>
                <a:lnTo>
                  <a:pt x="29774" y="23190"/>
                </a:lnTo>
                <a:lnTo>
                  <a:pt x="29959" y="24299"/>
                </a:lnTo>
                <a:lnTo>
                  <a:pt x="30181" y="25372"/>
                </a:lnTo>
                <a:lnTo>
                  <a:pt x="30477" y="26445"/>
                </a:lnTo>
                <a:lnTo>
                  <a:pt x="30847" y="27480"/>
                </a:lnTo>
                <a:lnTo>
                  <a:pt x="31291" y="28479"/>
                </a:lnTo>
                <a:lnTo>
                  <a:pt x="31771" y="29440"/>
                </a:lnTo>
                <a:lnTo>
                  <a:pt x="32326" y="30402"/>
                </a:lnTo>
                <a:lnTo>
                  <a:pt x="32918" y="31290"/>
                </a:lnTo>
                <a:lnTo>
                  <a:pt x="32659" y="31623"/>
                </a:lnTo>
                <a:lnTo>
                  <a:pt x="31956" y="32510"/>
                </a:lnTo>
                <a:lnTo>
                  <a:pt x="31180" y="33361"/>
                </a:lnTo>
                <a:lnTo>
                  <a:pt x="30329" y="34138"/>
                </a:lnTo>
                <a:lnTo>
                  <a:pt x="29478" y="34877"/>
                </a:lnTo>
                <a:lnTo>
                  <a:pt x="28776" y="34322"/>
                </a:lnTo>
                <a:lnTo>
                  <a:pt x="28147" y="33731"/>
                </a:lnTo>
                <a:lnTo>
                  <a:pt x="27555" y="33102"/>
                </a:lnTo>
                <a:lnTo>
                  <a:pt x="26963" y="32473"/>
                </a:lnTo>
                <a:lnTo>
                  <a:pt x="26409" y="31807"/>
                </a:lnTo>
                <a:lnTo>
                  <a:pt x="25891" y="31105"/>
                </a:lnTo>
                <a:lnTo>
                  <a:pt x="25410" y="30402"/>
                </a:lnTo>
                <a:lnTo>
                  <a:pt x="24966" y="29662"/>
                </a:lnTo>
                <a:lnTo>
                  <a:pt x="24559" y="28923"/>
                </a:lnTo>
                <a:lnTo>
                  <a:pt x="24189" y="28146"/>
                </a:lnTo>
                <a:lnTo>
                  <a:pt x="23857" y="27369"/>
                </a:lnTo>
                <a:lnTo>
                  <a:pt x="23561" y="26556"/>
                </a:lnTo>
                <a:lnTo>
                  <a:pt x="23302" y="25705"/>
                </a:lnTo>
                <a:lnTo>
                  <a:pt x="23080" y="24854"/>
                </a:lnTo>
                <a:lnTo>
                  <a:pt x="22895" y="24004"/>
                </a:lnTo>
                <a:lnTo>
                  <a:pt x="22784" y="23153"/>
                </a:lnTo>
                <a:lnTo>
                  <a:pt x="22673" y="22228"/>
                </a:lnTo>
                <a:lnTo>
                  <a:pt x="22636" y="21341"/>
                </a:lnTo>
                <a:lnTo>
                  <a:pt x="22599" y="20453"/>
                </a:lnTo>
                <a:lnTo>
                  <a:pt x="22636" y="19565"/>
                </a:lnTo>
                <a:lnTo>
                  <a:pt x="22710" y="18715"/>
                </a:lnTo>
                <a:lnTo>
                  <a:pt x="22821" y="17827"/>
                </a:lnTo>
                <a:lnTo>
                  <a:pt x="22969" y="16976"/>
                </a:lnTo>
                <a:lnTo>
                  <a:pt x="23191" y="16126"/>
                </a:lnTo>
                <a:lnTo>
                  <a:pt x="23413" y="15275"/>
                </a:lnTo>
                <a:lnTo>
                  <a:pt x="23709" y="14461"/>
                </a:lnTo>
                <a:lnTo>
                  <a:pt x="24042" y="13648"/>
                </a:lnTo>
                <a:lnTo>
                  <a:pt x="24411" y="12834"/>
                </a:lnTo>
                <a:lnTo>
                  <a:pt x="24818" y="12057"/>
                </a:lnTo>
                <a:lnTo>
                  <a:pt x="25262" y="11318"/>
                </a:lnTo>
                <a:lnTo>
                  <a:pt x="25743" y="10578"/>
                </a:lnTo>
                <a:lnTo>
                  <a:pt x="26261" y="9838"/>
                </a:lnTo>
                <a:lnTo>
                  <a:pt x="33732" y="0"/>
                </a:lnTo>
                <a:lnTo>
                  <a:pt x="33214" y="0"/>
                </a:lnTo>
                <a:lnTo>
                  <a:pt x="25928" y="9579"/>
                </a:lnTo>
                <a:lnTo>
                  <a:pt x="25410" y="10319"/>
                </a:lnTo>
                <a:lnTo>
                  <a:pt x="24892" y="11096"/>
                </a:lnTo>
                <a:lnTo>
                  <a:pt x="24448" y="11872"/>
                </a:lnTo>
                <a:lnTo>
                  <a:pt x="24042" y="12686"/>
                </a:lnTo>
                <a:lnTo>
                  <a:pt x="23672" y="13500"/>
                </a:lnTo>
                <a:lnTo>
                  <a:pt x="23339" y="14313"/>
                </a:lnTo>
                <a:lnTo>
                  <a:pt x="23043" y="15164"/>
                </a:lnTo>
                <a:lnTo>
                  <a:pt x="22784" y="16015"/>
                </a:lnTo>
                <a:lnTo>
                  <a:pt x="22562" y="16902"/>
                </a:lnTo>
                <a:lnTo>
                  <a:pt x="22414" y="17753"/>
                </a:lnTo>
                <a:lnTo>
                  <a:pt x="22303" y="18678"/>
                </a:lnTo>
                <a:lnTo>
                  <a:pt x="22229" y="19565"/>
                </a:lnTo>
                <a:lnTo>
                  <a:pt x="22192" y="20453"/>
                </a:lnTo>
                <a:lnTo>
                  <a:pt x="22192" y="21378"/>
                </a:lnTo>
                <a:lnTo>
                  <a:pt x="22266" y="22265"/>
                </a:lnTo>
                <a:lnTo>
                  <a:pt x="22377" y="23190"/>
                </a:lnTo>
                <a:lnTo>
                  <a:pt x="22488" y="24078"/>
                </a:lnTo>
                <a:lnTo>
                  <a:pt x="22673" y="24965"/>
                </a:lnTo>
                <a:lnTo>
                  <a:pt x="22895" y="25816"/>
                </a:lnTo>
                <a:lnTo>
                  <a:pt x="23154" y="26666"/>
                </a:lnTo>
                <a:lnTo>
                  <a:pt x="23450" y="27480"/>
                </a:lnTo>
                <a:lnTo>
                  <a:pt x="23820" y="28294"/>
                </a:lnTo>
                <a:lnTo>
                  <a:pt x="24189" y="29071"/>
                </a:lnTo>
                <a:lnTo>
                  <a:pt x="24596" y="29847"/>
                </a:lnTo>
                <a:lnTo>
                  <a:pt x="25040" y="30587"/>
                </a:lnTo>
                <a:lnTo>
                  <a:pt x="25521" y="31327"/>
                </a:lnTo>
                <a:lnTo>
                  <a:pt x="26039" y="31992"/>
                </a:lnTo>
                <a:lnTo>
                  <a:pt x="26594" y="32695"/>
                </a:lnTo>
                <a:lnTo>
                  <a:pt x="27185" y="33324"/>
                </a:lnTo>
                <a:lnTo>
                  <a:pt x="27777" y="33953"/>
                </a:lnTo>
                <a:lnTo>
                  <a:pt x="28443" y="34544"/>
                </a:lnTo>
                <a:lnTo>
                  <a:pt x="29146" y="35136"/>
                </a:lnTo>
                <a:lnTo>
                  <a:pt x="28332" y="35691"/>
                </a:lnTo>
                <a:lnTo>
                  <a:pt x="27481" y="36209"/>
                </a:lnTo>
                <a:lnTo>
                  <a:pt x="26631" y="36690"/>
                </a:lnTo>
                <a:lnTo>
                  <a:pt x="25743" y="37096"/>
                </a:lnTo>
                <a:lnTo>
                  <a:pt x="24855" y="36653"/>
                </a:lnTo>
                <a:lnTo>
                  <a:pt x="23968" y="36172"/>
                </a:lnTo>
                <a:lnTo>
                  <a:pt x="23117" y="35617"/>
                </a:lnTo>
                <a:lnTo>
                  <a:pt x="22266" y="35025"/>
                </a:lnTo>
                <a:lnTo>
                  <a:pt x="21563" y="34470"/>
                </a:lnTo>
                <a:lnTo>
                  <a:pt x="20935" y="33879"/>
                </a:lnTo>
                <a:lnTo>
                  <a:pt x="20269" y="33250"/>
                </a:lnTo>
                <a:lnTo>
                  <a:pt x="19677" y="32621"/>
                </a:lnTo>
                <a:lnTo>
                  <a:pt x="19122" y="31955"/>
                </a:lnTo>
                <a:lnTo>
                  <a:pt x="18605" y="31253"/>
                </a:lnTo>
                <a:lnTo>
                  <a:pt x="18087" y="30550"/>
                </a:lnTo>
                <a:lnTo>
                  <a:pt x="17643" y="29773"/>
                </a:lnTo>
                <a:lnTo>
                  <a:pt x="17236" y="29034"/>
                </a:lnTo>
                <a:lnTo>
                  <a:pt x="16829" y="28220"/>
                </a:lnTo>
                <a:lnTo>
                  <a:pt x="16496" y="27443"/>
                </a:lnTo>
                <a:lnTo>
                  <a:pt x="16201" y="26593"/>
                </a:lnTo>
                <a:lnTo>
                  <a:pt x="15942" y="25779"/>
                </a:lnTo>
                <a:lnTo>
                  <a:pt x="15720" y="24891"/>
                </a:lnTo>
                <a:lnTo>
                  <a:pt x="15535" y="24041"/>
                </a:lnTo>
                <a:lnTo>
                  <a:pt x="15387" y="23153"/>
                </a:lnTo>
                <a:lnTo>
                  <a:pt x="15276" y="22228"/>
                </a:lnTo>
                <a:lnTo>
                  <a:pt x="15239" y="21341"/>
                </a:lnTo>
                <a:lnTo>
                  <a:pt x="15202" y="20453"/>
                </a:lnTo>
                <a:lnTo>
                  <a:pt x="15239" y="19565"/>
                </a:lnTo>
                <a:lnTo>
                  <a:pt x="15313" y="18715"/>
                </a:lnTo>
                <a:lnTo>
                  <a:pt x="15424" y="17827"/>
                </a:lnTo>
                <a:lnTo>
                  <a:pt x="15572" y="16976"/>
                </a:lnTo>
                <a:lnTo>
                  <a:pt x="15794" y="16126"/>
                </a:lnTo>
                <a:lnTo>
                  <a:pt x="16016" y="15275"/>
                </a:lnTo>
                <a:lnTo>
                  <a:pt x="16312" y="14461"/>
                </a:lnTo>
                <a:lnTo>
                  <a:pt x="16644" y="13648"/>
                </a:lnTo>
                <a:lnTo>
                  <a:pt x="17014" y="12834"/>
                </a:lnTo>
                <a:lnTo>
                  <a:pt x="17421" y="12057"/>
                </a:lnTo>
                <a:lnTo>
                  <a:pt x="17865" y="11318"/>
                </a:lnTo>
                <a:lnTo>
                  <a:pt x="18346" y="10578"/>
                </a:lnTo>
                <a:lnTo>
                  <a:pt x="18864" y="9838"/>
                </a:lnTo>
                <a:lnTo>
                  <a:pt x="26335" y="0"/>
                </a:lnTo>
                <a:lnTo>
                  <a:pt x="25817" y="0"/>
                </a:lnTo>
                <a:lnTo>
                  <a:pt x="18531" y="9579"/>
                </a:lnTo>
                <a:lnTo>
                  <a:pt x="18013" y="10319"/>
                </a:lnTo>
                <a:lnTo>
                  <a:pt x="17495" y="11096"/>
                </a:lnTo>
                <a:lnTo>
                  <a:pt x="17051" y="11872"/>
                </a:lnTo>
                <a:lnTo>
                  <a:pt x="16644" y="12686"/>
                </a:lnTo>
                <a:lnTo>
                  <a:pt x="16275" y="13500"/>
                </a:lnTo>
                <a:lnTo>
                  <a:pt x="15942" y="14313"/>
                </a:lnTo>
                <a:lnTo>
                  <a:pt x="15646" y="15164"/>
                </a:lnTo>
                <a:lnTo>
                  <a:pt x="15387" y="16015"/>
                </a:lnTo>
                <a:lnTo>
                  <a:pt x="15165" y="16902"/>
                </a:lnTo>
                <a:lnTo>
                  <a:pt x="15017" y="17753"/>
                </a:lnTo>
                <a:lnTo>
                  <a:pt x="14906" y="18678"/>
                </a:lnTo>
                <a:lnTo>
                  <a:pt x="14832" y="19565"/>
                </a:lnTo>
                <a:lnTo>
                  <a:pt x="14795" y="20453"/>
                </a:lnTo>
                <a:lnTo>
                  <a:pt x="14795" y="21378"/>
                </a:lnTo>
                <a:lnTo>
                  <a:pt x="14869" y="22265"/>
                </a:lnTo>
                <a:lnTo>
                  <a:pt x="14980" y="23190"/>
                </a:lnTo>
                <a:lnTo>
                  <a:pt x="15128" y="24114"/>
                </a:lnTo>
                <a:lnTo>
                  <a:pt x="15313" y="25002"/>
                </a:lnTo>
                <a:lnTo>
                  <a:pt x="15535" y="25890"/>
                </a:lnTo>
                <a:lnTo>
                  <a:pt x="15794" y="26740"/>
                </a:lnTo>
                <a:lnTo>
                  <a:pt x="16127" y="27591"/>
                </a:lnTo>
                <a:lnTo>
                  <a:pt x="16459" y="28405"/>
                </a:lnTo>
                <a:lnTo>
                  <a:pt x="16866" y="29218"/>
                </a:lnTo>
                <a:lnTo>
                  <a:pt x="17273" y="29995"/>
                </a:lnTo>
                <a:lnTo>
                  <a:pt x="17754" y="30772"/>
                </a:lnTo>
                <a:lnTo>
                  <a:pt x="18272" y="31512"/>
                </a:lnTo>
                <a:lnTo>
                  <a:pt x="18790" y="32214"/>
                </a:lnTo>
                <a:lnTo>
                  <a:pt x="19381" y="32880"/>
                </a:lnTo>
                <a:lnTo>
                  <a:pt x="19973" y="33546"/>
                </a:lnTo>
                <a:lnTo>
                  <a:pt x="20639" y="34175"/>
                </a:lnTo>
                <a:lnTo>
                  <a:pt x="21305" y="34803"/>
                </a:lnTo>
                <a:lnTo>
                  <a:pt x="22044" y="35358"/>
                </a:lnTo>
                <a:lnTo>
                  <a:pt x="22784" y="35913"/>
                </a:lnTo>
                <a:lnTo>
                  <a:pt x="23598" y="36431"/>
                </a:lnTo>
                <a:lnTo>
                  <a:pt x="24411" y="36911"/>
                </a:lnTo>
                <a:lnTo>
                  <a:pt x="25262" y="37318"/>
                </a:lnTo>
                <a:lnTo>
                  <a:pt x="24448" y="37614"/>
                </a:lnTo>
                <a:lnTo>
                  <a:pt x="23672" y="37873"/>
                </a:lnTo>
                <a:lnTo>
                  <a:pt x="22858" y="38132"/>
                </a:lnTo>
                <a:lnTo>
                  <a:pt x="22044" y="38317"/>
                </a:lnTo>
                <a:lnTo>
                  <a:pt x="21083" y="38058"/>
                </a:lnTo>
                <a:lnTo>
                  <a:pt x="20121" y="37799"/>
                </a:lnTo>
                <a:lnTo>
                  <a:pt x="19196" y="37466"/>
                </a:lnTo>
                <a:lnTo>
                  <a:pt x="18309" y="37059"/>
                </a:lnTo>
                <a:lnTo>
                  <a:pt x="17421" y="36653"/>
                </a:lnTo>
                <a:lnTo>
                  <a:pt x="16533" y="36172"/>
                </a:lnTo>
                <a:lnTo>
                  <a:pt x="15683" y="35617"/>
                </a:lnTo>
                <a:lnTo>
                  <a:pt x="14869" y="35025"/>
                </a:lnTo>
                <a:lnTo>
                  <a:pt x="14166" y="34470"/>
                </a:lnTo>
                <a:lnTo>
                  <a:pt x="13538" y="33879"/>
                </a:lnTo>
                <a:lnTo>
                  <a:pt x="12872" y="33250"/>
                </a:lnTo>
                <a:lnTo>
                  <a:pt x="12280" y="32621"/>
                </a:lnTo>
                <a:lnTo>
                  <a:pt x="11725" y="31955"/>
                </a:lnTo>
                <a:lnTo>
                  <a:pt x="11208" y="31253"/>
                </a:lnTo>
                <a:lnTo>
                  <a:pt x="10690" y="30550"/>
                </a:lnTo>
                <a:lnTo>
                  <a:pt x="10246" y="29773"/>
                </a:lnTo>
                <a:lnTo>
                  <a:pt x="9839" y="29034"/>
                </a:lnTo>
                <a:lnTo>
                  <a:pt x="9432" y="28220"/>
                </a:lnTo>
                <a:lnTo>
                  <a:pt x="9099" y="27443"/>
                </a:lnTo>
                <a:lnTo>
                  <a:pt x="8803" y="26593"/>
                </a:lnTo>
                <a:lnTo>
                  <a:pt x="8545" y="25779"/>
                </a:lnTo>
                <a:lnTo>
                  <a:pt x="8323" y="24891"/>
                </a:lnTo>
                <a:lnTo>
                  <a:pt x="8138" y="24041"/>
                </a:lnTo>
                <a:lnTo>
                  <a:pt x="7990" y="23153"/>
                </a:lnTo>
                <a:lnTo>
                  <a:pt x="7879" y="22228"/>
                </a:lnTo>
                <a:lnTo>
                  <a:pt x="7842" y="21341"/>
                </a:lnTo>
                <a:lnTo>
                  <a:pt x="7805" y="20453"/>
                </a:lnTo>
                <a:lnTo>
                  <a:pt x="7842" y="19565"/>
                </a:lnTo>
                <a:lnTo>
                  <a:pt x="7916" y="18715"/>
                </a:lnTo>
                <a:lnTo>
                  <a:pt x="8027" y="17827"/>
                </a:lnTo>
                <a:lnTo>
                  <a:pt x="8175" y="16976"/>
                </a:lnTo>
                <a:lnTo>
                  <a:pt x="8397" y="16126"/>
                </a:lnTo>
                <a:lnTo>
                  <a:pt x="8619" y="15275"/>
                </a:lnTo>
                <a:lnTo>
                  <a:pt x="8914" y="14461"/>
                </a:lnTo>
                <a:lnTo>
                  <a:pt x="9247" y="13648"/>
                </a:lnTo>
                <a:lnTo>
                  <a:pt x="9617" y="12834"/>
                </a:lnTo>
                <a:lnTo>
                  <a:pt x="10024" y="12057"/>
                </a:lnTo>
                <a:lnTo>
                  <a:pt x="10468" y="11318"/>
                </a:lnTo>
                <a:lnTo>
                  <a:pt x="10949" y="10578"/>
                </a:lnTo>
                <a:lnTo>
                  <a:pt x="11466" y="9838"/>
                </a:lnTo>
                <a:lnTo>
                  <a:pt x="18938" y="0"/>
                </a:lnTo>
                <a:lnTo>
                  <a:pt x="18420" y="0"/>
                </a:lnTo>
                <a:lnTo>
                  <a:pt x="11134" y="9579"/>
                </a:lnTo>
                <a:lnTo>
                  <a:pt x="10616" y="10319"/>
                </a:lnTo>
                <a:lnTo>
                  <a:pt x="10098" y="11096"/>
                </a:lnTo>
                <a:lnTo>
                  <a:pt x="9654" y="11872"/>
                </a:lnTo>
                <a:lnTo>
                  <a:pt x="9247" y="12686"/>
                </a:lnTo>
                <a:lnTo>
                  <a:pt x="8877" y="13500"/>
                </a:lnTo>
                <a:lnTo>
                  <a:pt x="8545" y="14313"/>
                </a:lnTo>
                <a:lnTo>
                  <a:pt x="8249" y="15164"/>
                </a:lnTo>
                <a:lnTo>
                  <a:pt x="7990" y="16015"/>
                </a:lnTo>
                <a:lnTo>
                  <a:pt x="7768" y="16902"/>
                </a:lnTo>
                <a:lnTo>
                  <a:pt x="7620" y="17753"/>
                </a:lnTo>
                <a:lnTo>
                  <a:pt x="7509" y="18678"/>
                </a:lnTo>
                <a:lnTo>
                  <a:pt x="7435" y="19565"/>
                </a:lnTo>
                <a:lnTo>
                  <a:pt x="7398" y="20453"/>
                </a:lnTo>
                <a:lnTo>
                  <a:pt x="7398" y="21378"/>
                </a:lnTo>
                <a:lnTo>
                  <a:pt x="7472" y="22265"/>
                </a:lnTo>
                <a:lnTo>
                  <a:pt x="7583" y="23190"/>
                </a:lnTo>
                <a:lnTo>
                  <a:pt x="7731" y="24114"/>
                </a:lnTo>
                <a:lnTo>
                  <a:pt x="7916" y="25002"/>
                </a:lnTo>
                <a:lnTo>
                  <a:pt x="8138" y="25890"/>
                </a:lnTo>
                <a:lnTo>
                  <a:pt x="8397" y="26740"/>
                </a:lnTo>
                <a:lnTo>
                  <a:pt x="8730" y="27591"/>
                </a:lnTo>
                <a:lnTo>
                  <a:pt x="9062" y="28405"/>
                </a:lnTo>
                <a:lnTo>
                  <a:pt x="9469" y="29218"/>
                </a:lnTo>
                <a:lnTo>
                  <a:pt x="9876" y="29995"/>
                </a:lnTo>
                <a:lnTo>
                  <a:pt x="10357" y="30772"/>
                </a:lnTo>
                <a:lnTo>
                  <a:pt x="10875" y="31512"/>
                </a:lnTo>
                <a:lnTo>
                  <a:pt x="11392" y="32214"/>
                </a:lnTo>
                <a:lnTo>
                  <a:pt x="11984" y="32880"/>
                </a:lnTo>
                <a:lnTo>
                  <a:pt x="12576" y="33546"/>
                </a:lnTo>
                <a:lnTo>
                  <a:pt x="13242" y="34175"/>
                </a:lnTo>
                <a:lnTo>
                  <a:pt x="13907" y="34803"/>
                </a:lnTo>
                <a:lnTo>
                  <a:pt x="14647" y="35358"/>
                </a:lnTo>
                <a:lnTo>
                  <a:pt x="15350" y="35876"/>
                </a:lnTo>
                <a:lnTo>
                  <a:pt x="16127" y="36394"/>
                </a:lnTo>
                <a:lnTo>
                  <a:pt x="16903" y="36837"/>
                </a:lnTo>
                <a:lnTo>
                  <a:pt x="17680" y="37244"/>
                </a:lnTo>
                <a:lnTo>
                  <a:pt x="18494" y="37614"/>
                </a:lnTo>
                <a:lnTo>
                  <a:pt x="19307" y="37947"/>
                </a:lnTo>
                <a:lnTo>
                  <a:pt x="20158" y="38243"/>
                </a:lnTo>
                <a:lnTo>
                  <a:pt x="21009" y="38502"/>
                </a:lnTo>
                <a:lnTo>
                  <a:pt x="20787" y="38502"/>
                </a:lnTo>
                <a:lnTo>
                  <a:pt x="19899" y="38613"/>
                </a:lnTo>
                <a:lnTo>
                  <a:pt x="19011" y="38687"/>
                </a:lnTo>
                <a:lnTo>
                  <a:pt x="18124" y="38687"/>
                </a:lnTo>
                <a:lnTo>
                  <a:pt x="17236" y="38650"/>
                </a:lnTo>
                <a:lnTo>
                  <a:pt x="16349" y="38576"/>
                </a:lnTo>
                <a:lnTo>
                  <a:pt x="15498" y="38465"/>
                </a:lnTo>
                <a:lnTo>
                  <a:pt x="14610" y="38317"/>
                </a:lnTo>
                <a:lnTo>
                  <a:pt x="13760" y="38095"/>
                </a:lnTo>
                <a:lnTo>
                  <a:pt x="12946" y="37873"/>
                </a:lnTo>
                <a:lnTo>
                  <a:pt x="12095" y="37577"/>
                </a:lnTo>
                <a:lnTo>
                  <a:pt x="11282" y="37244"/>
                </a:lnTo>
                <a:lnTo>
                  <a:pt x="10505" y="36874"/>
                </a:lnTo>
                <a:lnTo>
                  <a:pt x="9728" y="36468"/>
                </a:lnTo>
                <a:lnTo>
                  <a:pt x="8951" y="36024"/>
                </a:lnTo>
                <a:lnTo>
                  <a:pt x="8212" y="35543"/>
                </a:lnTo>
                <a:lnTo>
                  <a:pt x="7472" y="35025"/>
                </a:lnTo>
                <a:lnTo>
                  <a:pt x="6769" y="34470"/>
                </a:lnTo>
                <a:lnTo>
                  <a:pt x="6141" y="33879"/>
                </a:lnTo>
                <a:lnTo>
                  <a:pt x="5475" y="33250"/>
                </a:lnTo>
                <a:lnTo>
                  <a:pt x="4883" y="32621"/>
                </a:lnTo>
                <a:lnTo>
                  <a:pt x="4328" y="31955"/>
                </a:lnTo>
                <a:lnTo>
                  <a:pt x="3810" y="31253"/>
                </a:lnTo>
                <a:lnTo>
                  <a:pt x="3293" y="30550"/>
                </a:lnTo>
                <a:lnTo>
                  <a:pt x="2849" y="29773"/>
                </a:lnTo>
                <a:lnTo>
                  <a:pt x="2442" y="29034"/>
                </a:lnTo>
                <a:lnTo>
                  <a:pt x="2035" y="28220"/>
                </a:lnTo>
                <a:lnTo>
                  <a:pt x="1702" y="27443"/>
                </a:lnTo>
                <a:lnTo>
                  <a:pt x="1406" y="26593"/>
                </a:lnTo>
                <a:lnTo>
                  <a:pt x="1147" y="25779"/>
                </a:lnTo>
                <a:lnTo>
                  <a:pt x="926" y="24891"/>
                </a:lnTo>
                <a:lnTo>
                  <a:pt x="741" y="24041"/>
                </a:lnTo>
                <a:lnTo>
                  <a:pt x="593" y="23153"/>
                </a:lnTo>
                <a:lnTo>
                  <a:pt x="482" y="22228"/>
                </a:lnTo>
                <a:lnTo>
                  <a:pt x="445" y="21341"/>
                </a:lnTo>
                <a:lnTo>
                  <a:pt x="408" y="20453"/>
                </a:lnTo>
                <a:lnTo>
                  <a:pt x="445" y="19565"/>
                </a:lnTo>
                <a:lnTo>
                  <a:pt x="519" y="18715"/>
                </a:lnTo>
                <a:lnTo>
                  <a:pt x="630" y="17827"/>
                </a:lnTo>
                <a:lnTo>
                  <a:pt x="778" y="16976"/>
                </a:lnTo>
                <a:lnTo>
                  <a:pt x="1000" y="16126"/>
                </a:lnTo>
                <a:lnTo>
                  <a:pt x="1221" y="15275"/>
                </a:lnTo>
                <a:lnTo>
                  <a:pt x="1517" y="14461"/>
                </a:lnTo>
                <a:lnTo>
                  <a:pt x="1850" y="13648"/>
                </a:lnTo>
                <a:lnTo>
                  <a:pt x="2220" y="12834"/>
                </a:lnTo>
                <a:lnTo>
                  <a:pt x="2627" y="12057"/>
                </a:lnTo>
                <a:lnTo>
                  <a:pt x="3071" y="11318"/>
                </a:lnTo>
                <a:lnTo>
                  <a:pt x="3552" y="10578"/>
                </a:lnTo>
                <a:lnTo>
                  <a:pt x="4069" y="9838"/>
                </a:lnTo>
                <a:lnTo>
                  <a:pt x="11540" y="0"/>
                </a:lnTo>
                <a:close/>
              </a:path>
            </a:pathLst>
          </a:custGeom>
          <a:solidFill>
            <a:srgbClr val="EC8BCE"/>
          </a:solidFill>
          <a:ln cap="flat" cmpd="sng" w="9525">
            <a:solidFill>
              <a:srgbClr val="EC8B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5"/>
          <p:cNvSpPr/>
          <p:nvPr/>
        </p:nvSpPr>
        <p:spPr>
          <a:xfrm flipH="1" rot="-2700000">
            <a:off x="8726268" y="4333244"/>
            <a:ext cx="453114" cy="1353827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3429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2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"/>
          <p:cNvSpPr txBox="1"/>
          <p:nvPr>
            <p:ph type="title"/>
          </p:nvPr>
        </p:nvSpPr>
        <p:spPr>
          <a:xfrm>
            <a:off x="720000" y="539500"/>
            <a:ext cx="7704000" cy="457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5" name="Google Shape;175;p16"/>
          <p:cNvSpPr/>
          <p:nvPr/>
        </p:nvSpPr>
        <p:spPr>
          <a:xfrm flipH="1">
            <a:off x="8319701" y="4166159"/>
            <a:ext cx="824299" cy="1013334"/>
          </a:xfrm>
          <a:custGeom>
            <a:rect b="b" l="l" r="r" t="t"/>
            <a:pathLst>
              <a:path extrusionOk="0" h="78114" w="63542">
                <a:moveTo>
                  <a:pt x="28479" y="1"/>
                </a:moveTo>
                <a:lnTo>
                  <a:pt x="26851" y="112"/>
                </a:lnTo>
                <a:lnTo>
                  <a:pt x="25224" y="297"/>
                </a:lnTo>
                <a:lnTo>
                  <a:pt x="23634" y="556"/>
                </a:lnTo>
                <a:lnTo>
                  <a:pt x="22043" y="888"/>
                </a:lnTo>
                <a:lnTo>
                  <a:pt x="20453" y="1295"/>
                </a:lnTo>
                <a:lnTo>
                  <a:pt x="18900" y="1776"/>
                </a:lnTo>
                <a:lnTo>
                  <a:pt x="17383" y="2331"/>
                </a:lnTo>
                <a:lnTo>
                  <a:pt x="15867" y="2960"/>
                </a:lnTo>
                <a:lnTo>
                  <a:pt x="14387" y="3662"/>
                </a:lnTo>
                <a:lnTo>
                  <a:pt x="12945" y="4439"/>
                </a:lnTo>
                <a:lnTo>
                  <a:pt x="11502" y="5290"/>
                </a:lnTo>
                <a:lnTo>
                  <a:pt x="10134" y="6251"/>
                </a:lnTo>
                <a:lnTo>
                  <a:pt x="8803" y="7213"/>
                </a:lnTo>
                <a:lnTo>
                  <a:pt x="7508" y="8286"/>
                </a:lnTo>
                <a:lnTo>
                  <a:pt x="6288" y="9432"/>
                </a:lnTo>
                <a:lnTo>
                  <a:pt x="5067" y="10653"/>
                </a:lnTo>
                <a:lnTo>
                  <a:pt x="3920" y="11947"/>
                </a:lnTo>
                <a:lnTo>
                  <a:pt x="3403" y="12613"/>
                </a:lnTo>
                <a:lnTo>
                  <a:pt x="2848" y="13279"/>
                </a:lnTo>
                <a:lnTo>
                  <a:pt x="0" y="17088"/>
                </a:lnTo>
                <a:lnTo>
                  <a:pt x="0" y="78114"/>
                </a:lnTo>
                <a:lnTo>
                  <a:pt x="38872" y="78114"/>
                </a:lnTo>
                <a:lnTo>
                  <a:pt x="56699" y="54258"/>
                </a:lnTo>
                <a:lnTo>
                  <a:pt x="57217" y="53556"/>
                </a:lnTo>
                <a:lnTo>
                  <a:pt x="57697" y="52853"/>
                </a:lnTo>
                <a:lnTo>
                  <a:pt x="58622" y="51411"/>
                </a:lnTo>
                <a:lnTo>
                  <a:pt x="59473" y="49931"/>
                </a:lnTo>
                <a:lnTo>
                  <a:pt x="60249" y="48452"/>
                </a:lnTo>
                <a:lnTo>
                  <a:pt x="60952" y="46898"/>
                </a:lnTo>
                <a:lnTo>
                  <a:pt x="61544" y="45345"/>
                </a:lnTo>
                <a:lnTo>
                  <a:pt x="62062" y="43792"/>
                </a:lnTo>
                <a:lnTo>
                  <a:pt x="62506" y="42201"/>
                </a:lnTo>
                <a:lnTo>
                  <a:pt x="62875" y="40611"/>
                </a:lnTo>
                <a:lnTo>
                  <a:pt x="63171" y="38983"/>
                </a:lnTo>
                <a:lnTo>
                  <a:pt x="63393" y="37356"/>
                </a:lnTo>
                <a:lnTo>
                  <a:pt x="63504" y="35729"/>
                </a:lnTo>
                <a:lnTo>
                  <a:pt x="63541" y="34101"/>
                </a:lnTo>
                <a:lnTo>
                  <a:pt x="63541" y="32474"/>
                </a:lnTo>
                <a:lnTo>
                  <a:pt x="63430" y="30847"/>
                </a:lnTo>
                <a:lnTo>
                  <a:pt x="63245" y="29219"/>
                </a:lnTo>
                <a:lnTo>
                  <a:pt x="62986" y="27629"/>
                </a:lnTo>
                <a:lnTo>
                  <a:pt x="62653" y="26039"/>
                </a:lnTo>
                <a:lnTo>
                  <a:pt x="62247" y="24448"/>
                </a:lnTo>
                <a:lnTo>
                  <a:pt x="61766" y="22895"/>
                </a:lnTo>
                <a:lnTo>
                  <a:pt x="61211" y="21378"/>
                </a:lnTo>
                <a:lnTo>
                  <a:pt x="60582" y="19862"/>
                </a:lnTo>
                <a:lnTo>
                  <a:pt x="59880" y="18383"/>
                </a:lnTo>
                <a:lnTo>
                  <a:pt x="59103" y="16940"/>
                </a:lnTo>
                <a:lnTo>
                  <a:pt x="58252" y="15535"/>
                </a:lnTo>
                <a:lnTo>
                  <a:pt x="57328" y="14166"/>
                </a:lnTo>
                <a:lnTo>
                  <a:pt x="56329" y="12835"/>
                </a:lnTo>
                <a:lnTo>
                  <a:pt x="55256" y="11540"/>
                </a:lnTo>
                <a:lnTo>
                  <a:pt x="54110" y="10283"/>
                </a:lnTo>
                <a:lnTo>
                  <a:pt x="52889" y="9099"/>
                </a:lnTo>
                <a:lnTo>
                  <a:pt x="51595" y="7953"/>
                </a:lnTo>
                <a:lnTo>
                  <a:pt x="50929" y="7398"/>
                </a:lnTo>
                <a:lnTo>
                  <a:pt x="50263" y="6843"/>
                </a:lnTo>
                <a:lnTo>
                  <a:pt x="49561" y="6325"/>
                </a:lnTo>
                <a:lnTo>
                  <a:pt x="48858" y="5844"/>
                </a:lnTo>
                <a:lnTo>
                  <a:pt x="47415" y="4920"/>
                </a:lnTo>
                <a:lnTo>
                  <a:pt x="45936" y="4069"/>
                </a:lnTo>
                <a:lnTo>
                  <a:pt x="44420" y="3293"/>
                </a:lnTo>
                <a:lnTo>
                  <a:pt x="42903" y="2590"/>
                </a:lnTo>
                <a:lnTo>
                  <a:pt x="41350" y="1998"/>
                </a:lnTo>
                <a:lnTo>
                  <a:pt x="39796" y="1480"/>
                </a:lnTo>
                <a:lnTo>
                  <a:pt x="38206" y="1036"/>
                </a:lnTo>
                <a:lnTo>
                  <a:pt x="36579" y="667"/>
                </a:lnTo>
                <a:lnTo>
                  <a:pt x="34988" y="371"/>
                </a:lnTo>
                <a:lnTo>
                  <a:pt x="33361" y="186"/>
                </a:lnTo>
                <a:lnTo>
                  <a:pt x="31734" y="38"/>
                </a:lnTo>
                <a:lnTo>
                  <a:pt x="30106" y="1"/>
                </a:lnTo>
                <a:close/>
              </a:path>
            </a:pathLst>
          </a:custGeom>
          <a:gradFill>
            <a:gsLst>
              <a:gs pos="0">
                <a:srgbClr val="EC8BCE"/>
              </a:gs>
              <a:gs pos="100000">
                <a:srgbClr val="3429A3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6"/>
          <p:cNvSpPr/>
          <p:nvPr/>
        </p:nvSpPr>
        <p:spPr>
          <a:xfrm flipH="1" rot="-2700000">
            <a:off x="-152154" y="-514981"/>
            <a:ext cx="453114" cy="1353827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3429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22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"/>
          <p:cNvSpPr txBox="1"/>
          <p:nvPr>
            <p:ph type="title"/>
          </p:nvPr>
        </p:nvSpPr>
        <p:spPr>
          <a:xfrm>
            <a:off x="720000" y="539500"/>
            <a:ext cx="7704000" cy="457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9" name="Google Shape;179;p17"/>
          <p:cNvSpPr/>
          <p:nvPr/>
        </p:nvSpPr>
        <p:spPr>
          <a:xfrm flipH="1" rot="10800000">
            <a:off x="7111775" y="4608575"/>
            <a:ext cx="2356000" cy="977350"/>
          </a:xfrm>
          <a:custGeom>
            <a:rect b="b" l="l" r="r" t="t"/>
            <a:pathLst>
              <a:path extrusionOk="0" h="39094" w="94240">
                <a:moveTo>
                  <a:pt x="37689" y="25742"/>
                </a:moveTo>
                <a:lnTo>
                  <a:pt x="37911" y="26482"/>
                </a:lnTo>
                <a:lnTo>
                  <a:pt x="38170" y="27221"/>
                </a:lnTo>
                <a:lnTo>
                  <a:pt x="38429" y="27924"/>
                </a:lnTo>
                <a:lnTo>
                  <a:pt x="38762" y="28627"/>
                </a:lnTo>
                <a:lnTo>
                  <a:pt x="39095" y="29329"/>
                </a:lnTo>
                <a:lnTo>
                  <a:pt x="39464" y="29995"/>
                </a:lnTo>
                <a:lnTo>
                  <a:pt x="39871" y="30661"/>
                </a:lnTo>
                <a:lnTo>
                  <a:pt x="40315" y="31290"/>
                </a:lnTo>
                <a:lnTo>
                  <a:pt x="40056" y="31623"/>
                </a:lnTo>
                <a:lnTo>
                  <a:pt x="39354" y="32510"/>
                </a:lnTo>
                <a:lnTo>
                  <a:pt x="38577" y="33361"/>
                </a:lnTo>
                <a:lnTo>
                  <a:pt x="37726" y="34138"/>
                </a:lnTo>
                <a:lnTo>
                  <a:pt x="36875" y="34877"/>
                </a:lnTo>
                <a:lnTo>
                  <a:pt x="35914" y="34064"/>
                </a:lnTo>
                <a:lnTo>
                  <a:pt x="35026" y="33213"/>
                </a:lnTo>
                <a:lnTo>
                  <a:pt x="34176" y="32288"/>
                </a:lnTo>
                <a:lnTo>
                  <a:pt x="33436" y="31327"/>
                </a:lnTo>
                <a:lnTo>
                  <a:pt x="37689" y="25742"/>
                </a:lnTo>
                <a:close/>
                <a:moveTo>
                  <a:pt x="33177" y="31660"/>
                </a:moveTo>
                <a:lnTo>
                  <a:pt x="33917" y="32584"/>
                </a:lnTo>
                <a:lnTo>
                  <a:pt x="34730" y="33509"/>
                </a:lnTo>
                <a:lnTo>
                  <a:pt x="35581" y="34322"/>
                </a:lnTo>
                <a:lnTo>
                  <a:pt x="36543" y="35136"/>
                </a:lnTo>
                <a:lnTo>
                  <a:pt x="35729" y="35691"/>
                </a:lnTo>
                <a:lnTo>
                  <a:pt x="34878" y="36209"/>
                </a:lnTo>
                <a:lnTo>
                  <a:pt x="34028" y="36690"/>
                </a:lnTo>
                <a:lnTo>
                  <a:pt x="33140" y="37096"/>
                </a:lnTo>
                <a:lnTo>
                  <a:pt x="32289" y="36690"/>
                </a:lnTo>
                <a:lnTo>
                  <a:pt x="31439" y="36209"/>
                </a:lnTo>
                <a:lnTo>
                  <a:pt x="30625" y="35691"/>
                </a:lnTo>
                <a:lnTo>
                  <a:pt x="29811" y="35136"/>
                </a:lnTo>
                <a:lnTo>
                  <a:pt x="30662" y="34396"/>
                </a:lnTo>
                <a:lnTo>
                  <a:pt x="31513" y="33620"/>
                </a:lnTo>
                <a:lnTo>
                  <a:pt x="32289" y="32769"/>
                </a:lnTo>
                <a:lnTo>
                  <a:pt x="32992" y="31881"/>
                </a:lnTo>
                <a:lnTo>
                  <a:pt x="33177" y="31660"/>
                </a:lnTo>
                <a:close/>
                <a:moveTo>
                  <a:pt x="40574" y="31660"/>
                </a:moveTo>
                <a:lnTo>
                  <a:pt x="41314" y="32584"/>
                </a:lnTo>
                <a:lnTo>
                  <a:pt x="42127" y="33509"/>
                </a:lnTo>
                <a:lnTo>
                  <a:pt x="42978" y="34322"/>
                </a:lnTo>
                <a:lnTo>
                  <a:pt x="43940" y="35136"/>
                </a:lnTo>
                <a:lnTo>
                  <a:pt x="43126" y="35691"/>
                </a:lnTo>
                <a:lnTo>
                  <a:pt x="42275" y="36209"/>
                </a:lnTo>
                <a:lnTo>
                  <a:pt x="41425" y="36690"/>
                </a:lnTo>
                <a:lnTo>
                  <a:pt x="40537" y="37096"/>
                </a:lnTo>
                <a:lnTo>
                  <a:pt x="39686" y="36690"/>
                </a:lnTo>
                <a:lnTo>
                  <a:pt x="38836" y="36209"/>
                </a:lnTo>
                <a:lnTo>
                  <a:pt x="38022" y="35691"/>
                </a:lnTo>
                <a:lnTo>
                  <a:pt x="37208" y="35136"/>
                </a:lnTo>
                <a:lnTo>
                  <a:pt x="38059" y="34396"/>
                </a:lnTo>
                <a:lnTo>
                  <a:pt x="38910" y="33620"/>
                </a:lnTo>
                <a:lnTo>
                  <a:pt x="39686" y="32769"/>
                </a:lnTo>
                <a:lnTo>
                  <a:pt x="40389" y="31881"/>
                </a:lnTo>
                <a:lnTo>
                  <a:pt x="40574" y="31660"/>
                </a:lnTo>
                <a:close/>
                <a:moveTo>
                  <a:pt x="29478" y="35395"/>
                </a:moveTo>
                <a:lnTo>
                  <a:pt x="30218" y="35950"/>
                </a:lnTo>
                <a:lnTo>
                  <a:pt x="31032" y="36431"/>
                </a:lnTo>
                <a:lnTo>
                  <a:pt x="31808" y="36911"/>
                </a:lnTo>
                <a:lnTo>
                  <a:pt x="32659" y="37318"/>
                </a:lnTo>
                <a:lnTo>
                  <a:pt x="31845" y="37614"/>
                </a:lnTo>
                <a:lnTo>
                  <a:pt x="31069" y="37873"/>
                </a:lnTo>
                <a:lnTo>
                  <a:pt x="30255" y="38132"/>
                </a:lnTo>
                <a:lnTo>
                  <a:pt x="29441" y="38317"/>
                </a:lnTo>
                <a:lnTo>
                  <a:pt x="28628" y="38132"/>
                </a:lnTo>
                <a:lnTo>
                  <a:pt x="27814" y="37873"/>
                </a:lnTo>
                <a:lnTo>
                  <a:pt x="27037" y="37614"/>
                </a:lnTo>
                <a:lnTo>
                  <a:pt x="26261" y="37318"/>
                </a:lnTo>
                <a:lnTo>
                  <a:pt x="27111" y="36911"/>
                </a:lnTo>
                <a:lnTo>
                  <a:pt x="27925" y="36431"/>
                </a:lnTo>
                <a:lnTo>
                  <a:pt x="28702" y="35950"/>
                </a:lnTo>
                <a:lnTo>
                  <a:pt x="29478" y="35395"/>
                </a:lnTo>
                <a:close/>
                <a:moveTo>
                  <a:pt x="36875" y="35395"/>
                </a:moveTo>
                <a:lnTo>
                  <a:pt x="37615" y="35950"/>
                </a:lnTo>
                <a:lnTo>
                  <a:pt x="38429" y="36431"/>
                </a:lnTo>
                <a:lnTo>
                  <a:pt x="39206" y="36911"/>
                </a:lnTo>
                <a:lnTo>
                  <a:pt x="40056" y="37318"/>
                </a:lnTo>
                <a:lnTo>
                  <a:pt x="39243" y="37614"/>
                </a:lnTo>
                <a:lnTo>
                  <a:pt x="38466" y="37873"/>
                </a:lnTo>
                <a:lnTo>
                  <a:pt x="37652" y="38132"/>
                </a:lnTo>
                <a:lnTo>
                  <a:pt x="36839" y="38317"/>
                </a:lnTo>
                <a:lnTo>
                  <a:pt x="36025" y="38132"/>
                </a:lnTo>
                <a:lnTo>
                  <a:pt x="35211" y="37873"/>
                </a:lnTo>
                <a:lnTo>
                  <a:pt x="34434" y="37614"/>
                </a:lnTo>
                <a:lnTo>
                  <a:pt x="33658" y="37318"/>
                </a:lnTo>
                <a:lnTo>
                  <a:pt x="34508" y="36911"/>
                </a:lnTo>
                <a:lnTo>
                  <a:pt x="35322" y="36431"/>
                </a:lnTo>
                <a:lnTo>
                  <a:pt x="36099" y="35950"/>
                </a:lnTo>
                <a:lnTo>
                  <a:pt x="36875" y="35395"/>
                </a:lnTo>
                <a:close/>
                <a:moveTo>
                  <a:pt x="44273" y="35395"/>
                </a:moveTo>
                <a:lnTo>
                  <a:pt x="45012" y="35950"/>
                </a:lnTo>
                <a:lnTo>
                  <a:pt x="45826" y="36431"/>
                </a:lnTo>
                <a:lnTo>
                  <a:pt x="46603" y="36911"/>
                </a:lnTo>
                <a:lnTo>
                  <a:pt x="47453" y="37318"/>
                </a:lnTo>
                <a:lnTo>
                  <a:pt x="46640" y="37614"/>
                </a:lnTo>
                <a:lnTo>
                  <a:pt x="45863" y="37873"/>
                </a:lnTo>
                <a:lnTo>
                  <a:pt x="45049" y="38132"/>
                </a:lnTo>
                <a:lnTo>
                  <a:pt x="44236" y="38317"/>
                </a:lnTo>
                <a:lnTo>
                  <a:pt x="43422" y="38132"/>
                </a:lnTo>
                <a:lnTo>
                  <a:pt x="42608" y="37873"/>
                </a:lnTo>
                <a:lnTo>
                  <a:pt x="41832" y="37614"/>
                </a:lnTo>
                <a:lnTo>
                  <a:pt x="41055" y="37318"/>
                </a:lnTo>
                <a:lnTo>
                  <a:pt x="41906" y="36911"/>
                </a:lnTo>
                <a:lnTo>
                  <a:pt x="42719" y="36431"/>
                </a:lnTo>
                <a:lnTo>
                  <a:pt x="43496" y="35950"/>
                </a:lnTo>
                <a:lnTo>
                  <a:pt x="44273" y="35395"/>
                </a:lnTo>
                <a:close/>
                <a:moveTo>
                  <a:pt x="25743" y="37577"/>
                </a:moveTo>
                <a:lnTo>
                  <a:pt x="26409" y="37836"/>
                </a:lnTo>
                <a:lnTo>
                  <a:pt x="27074" y="38058"/>
                </a:lnTo>
                <a:lnTo>
                  <a:pt x="27740" y="38280"/>
                </a:lnTo>
                <a:lnTo>
                  <a:pt x="28406" y="38502"/>
                </a:lnTo>
                <a:lnTo>
                  <a:pt x="28184" y="38502"/>
                </a:lnTo>
                <a:lnTo>
                  <a:pt x="27518" y="38576"/>
                </a:lnTo>
                <a:lnTo>
                  <a:pt x="26889" y="38650"/>
                </a:lnTo>
                <a:lnTo>
                  <a:pt x="26261" y="38687"/>
                </a:lnTo>
                <a:lnTo>
                  <a:pt x="24966" y="38687"/>
                </a:lnTo>
                <a:lnTo>
                  <a:pt x="24337" y="38613"/>
                </a:lnTo>
                <a:lnTo>
                  <a:pt x="23709" y="38576"/>
                </a:lnTo>
                <a:lnTo>
                  <a:pt x="23080" y="38502"/>
                </a:lnTo>
                <a:lnTo>
                  <a:pt x="23746" y="38280"/>
                </a:lnTo>
                <a:lnTo>
                  <a:pt x="24448" y="38058"/>
                </a:lnTo>
                <a:lnTo>
                  <a:pt x="25114" y="37836"/>
                </a:lnTo>
                <a:lnTo>
                  <a:pt x="25743" y="37577"/>
                </a:lnTo>
                <a:close/>
                <a:moveTo>
                  <a:pt x="33140" y="37577"/>
                </a:moveTo>
                <a:lnTo>
                  <a:pt x="33806" y="37836"/>
                </a:lnTo>
                <a:lnTo>
                  <a:pt x="34471" y="38058"/>
                </a:lnTo>
                <a:lnTo>
                  <a:pt x="35137" y="38280"/>
                </a:lnTo>
                <a:lnTo>
                  <a:pt x="35803" y="38502"/>
                </a:lnTo>
                <a:lnTo>
                  <a:pt x="35581" y="38502"/>
                </a:lnTo>
                <a:lnTo>
                  <a:pt x="34915" y="38576"/>
                </a:lnTo>
                <a:lnTo>
                  <a:pt x="34287" y="38650"/>
                </a:lnTo>
                <a:lnTo>
                  <a:pt x="33658" y="38687"/>
                </a:lnTo>
                <a:lnTo>
                  <a:pt x="32363" y="38687"/>
                </a:lnTo>
                <a:lnTo>
                  <a:pt x="31735" y="38613"/>
                </a:lnTo>
                <a:lnTo>
                  <a:pt x="31106" y="38576"/>
                </a:lnTo>
                <a:lnTo>
                  <a:pt x="30477" y="38502"/>
                </a:lnTo>
                <a:lnTo>
                  <a:pt x="31143" y="38280"/>
                </a:lnTo>
                <a:lnTo>
                  <a:pt x="31845" y="38058"/>
                </a:lnTo>
                <a:lnTo>
                  <a:pt x="32511" y="37836"/>
                </a:lnTo>
                <a:lnTo>
                  <a:pt x="33140" y="37577"/>
                </a:lnTo>
                <a:close/>
                <a:moveTo>
                  <a:pt x="40537" y="37577"/>
                </a:moveTo>
                <a:lnTo>
                  <a:pt x="41203" y="37836"/>
                </a:lnTo>
                <a:lnTo>
                  <a:pt x="41869" y="38058"/>
                </a:lnTo>
                <a:lnTo>
                  <a:pt x="42534" y="38280"/>
                </a:lnTo>
                <a:lnTo>
                  <a:pt x="43200" y="38502"/>
                </a:lnTo>
                <a:lnTo>
                  <a:pt x="42978" y="38502"/>
                </a:lnTo>
                <a:lnTo>
                  <a:pt x="42312" y="38576"/>
                </a:lnTo>
                <a:lnTo>
                  <a:pt x="41684" y="38650"/>
                </a:lnTo>
                <a:lnTo>
                  <a:pt x="41055" y="38687"/>
                </a:lnTo>
                <a:lnTo>
                  <a:pt x="39760" y="38687"/>
                </a:lnTo>
                <a:lnTo>
                  <a:pt x="39132" y="38613"/>
                </a:lnTo>
                <a:lnTo>
                  <a:pt x="38503" y="38576"/>
                </a:lnTo>
                <a:lnTo>
                  <a:pt x="37874" y="38502"/>
                </a:lnTo>
                <a:lnTo>
                  <a:pt x="38540" y="38280"/>
                </a:lnTo>
                <a:lnTo>
                  <a:pt x="39243" y="38058"/>
                </a:lnTo>
                <a:lnTo>
                  <a:pt x="39908" y="37836"/>
                </a:lnTo>
                <a:lnTo>
                  <a:pt x="40537" y="37577"/>
                </a:lnTo>
                <a:close/>
                <a:moveTo>
                  <a:pt x="47934" y="37577"/>
                </a:moveTo>
                <a:lnTo>
                  <a:pt x="48600" y="37836"/>
                </a:lnTo>
                <a:lnTo>
                  <a:pt x="49266" y="38058"/>
                </a:lnTo>
                <a:lnTo>
                  <a:pt x="49931" y="38280"/>
                </a:lnTo>
                <a:lnTo>
                  <a:pt x="50597" y="38502"/>
                </a:lnTo>
                <a:lnTo>
                  <a:pt x="50375" y="38502"/>
                </a:lnTo>
                <a:lnTo>
                  <a:pt x="49709" y="38576"/>
                </a:lnTo>
                <a:lnTo>
                  <a:pt x="49081" y="38650"/>
                </a:lnTo>
                <a:lnTo>
                  <a:pt x="48452" y="38687"/>
                </a:lnTo>
                <a:lnTo>
                  <a:pt x="47157" y="38687"/>
                </a:lnTo>
                <a:lnTo>
                  <a:pt x="46529" y="38613"/>
                </a:lnTo>
                <a:lnTo>
                  <a:pt x="45900" y="38576"/>
                </a:lnTo>
                <a:lnTo>
                  <a:pt x="45271" y="38502"/>
                </a:lnTo>
                <a:lnTo>
                  <a:pt x="45937" y="38280"/>
                </a:lnTo>
                <a:lnTo>
                  <a:pt x="46640" y="38058"/>
                </a:lnTo>
                <a:lnTo>
                  <a:pt x="47305" y="37836"/>
                </a:lnTo>
                <a:lnTo>
                  <a:pt x="47934" y="37577"/>
                </a:lnTo>
                <a:close/>
                <a:moveTo>
                  <a:pt x="11023" y="0"/>
                </a:moveTo>
                <a:lnTo>
                  <a:pt x="3736" y="9579"/>
                </a:lnTo>
                <a:lnTo>
                  <a:pt x="3219" y="10319"/>
                </a:lnTo>
                <a:lnTo>
                  <a:pt x="2701" y="11096"/>
                </a:lnTo>
                <a:lnTo>
                  <a:pt x="2257" y="11872"/>
                </a:lnTo>
                <a:lnTo>
                  <a:pt x="1850" y="12686"/>
                </a:lnTo>
                <a:lnTo>
                  <a:pt x="1480" y="13500"/>
                </a:lnTo>
                <a:lnTo>
                  <a:pt x="1147" y="14313"/>
                </a:lnTo>
                <a:lnTo>
                  <a:pt x="852" y="15164"/>
                </a:lnTo>
                <a:lnTo>
                  <a:pt x="593" y="16015"/>
                </a:lnTo>
                <a:lnTo>
                  <a:pt x="371" y="16902"/>
                </a:lnTo>
                <a:lnTo>
                  <a:pt x="223" y="17753"/>
                </a:lnTo>
                <a:lnTo>
                  <a:pt x="112" y="18678"/>
                </a:lnTo>
                <a:lnTo>
                  <a:pt x="38" y="19565"/>
                </a:lnTo>
                <a:lnTo>
                  <a:pt x="1" y="20453"/>
                </a:lnTo>
                <a:lnTo>
                  <a:pt x="1" y="21378"/>
                </a:lnTo>
                <a:lnTo>
                  <a:pt x="75" y="22265"/>
                </a:lnTo>
                <a:lnTo>
                  <a:pt x="186" y="23190"/>
                </a:lnTo>
                <a:lnTo>
                  <a:pt x="334" y="24114"/>
                </a:lnTo>
                <a:lnTo>
                  <a:pt x="519" y="25002"/>
                </a:lnTo>
                <a:lnTo>
                  <a:pt x="741" y="25890"/>
                </a:lnTo>
                <a:lnTo>
                  <a:pt x="1000" y="26740"/>
                </a:lnTo>
                <a:lnTo>
                  <a:pt x="1332" y="27591"/>
                </a:lnTo>
                <a:lnTo>
                  <a:pt x="1665" y="28405"/>
                </a:lnTo>
                <a:lnTo>
                  <a:pt x="2072" y="29218"/>
                </a:lnTo>
                <a:lnTo>
                  <a:pt x="2479" y="29995"/>
                </a:lnTo>
                <a:lnTo>
                  <a:pt x="2960" y="30772"/>
                </a:lnTo>
                <a:lnTo>
                  <a:pt x="3478" y="31512"/>
                </a:lnTo>
                <a:lnTo>
                  <a:pt x="3995" y="32214"/>
                </a:lnTo>
                <a:lnTo>
                  <a:pt x="4587" y="32880"/>
                </a:lnTo>
                <a:lnTo>
                  <a:pt x="5179" y="33546"/>
                </a:lnTo>
                <a:lnTo>
                  <a:pt x="5845" y="34175"/>
                </a:lnTo>
                <a:lnTo>
                  <a:pt x="6510" y="34803"/>
                </a:lnTo>
                <a:lnTo>
                  <a:pt x="7250" y="35358"/>
                </a:lnTo>
                <a:lnTo>
                  <a:pt x="7842" y="35802"/>
                </a:lnTo>
                <a:lnTo>
                  <a:pt x="8471" y="36209"/>
                </a:lnTo>
                <a:lnTo>
                  <a:pt x="9099" y="36616"/>
                </a:lnTo>
                <a:lnTo>
                  <a:pt x="9765" y="36985"/>
                </a:lnTo>
                <a:lnTo>
                  <a:pt x="10431" y="37318"/>
                </a:lnTo>
                <a:lnTo>
                  <a:pt x="11097" y="37614"/>
                </a:lnTo>
                <a:lnTo>
                  <a:pt x="11799" y="37910"/>
                </a:lnTo>
                <a:lnTo>
                  <a:pt x="12465" y="38132"/>
                </a:lnTo>
                <a:lnTo>
                  <a:pt x="13168" y="38354"/>
                </a:lnTo>
                <a:lnTo>
                  <a:pt x="13907" y="38576"/>
                </a:lnTo>
                <a:lnTo>
                  <a:pt x="14610" y="38724"/>
                </a:lnTo>
                <a:lnTo>
                  <a:pt x="15350" y="38872"/>
                </a:lnTo>
                <a:lnTo>
                  <a:pt x="16090" y="38983"/>
                </a:lnTo>
                <a:lnTo>
                  <a:pt x="16829" y="39057"/>
                </a:lnTo>
                <a:lnTo>
                  <a:pt x="17569" y="39094"/>
                </a:lnTo>
                <a:lnTo>
                  <a:pt x="18309" y="39094"/>
                </a:lnTo>
                <a:lnTo>
                  <a:pt x="19566" y="39057"/>
                </a:lnTo>
                <a:lnTo>
                  <a:pt x="20824" y="38946"/>
                </a:lnTo>
                <a:lnTo>
                  <a:pt x="22007" y="38724"/>
                </a:lnTo>
                <a:lnTo>
                  <a:pt x="22932" y="38872"/>
                </a:lnTo>
                <a:lnTo>
                  <a:pt x="23857" y="39020"/>
                </a:lnTo>
                <a:lnTo>
                  <a:pt x="24781" y="39094"/>
                </a:lnTo>
                <a:lnTo>
                  <a:pt x="25706" y="39094"/>
                </a:lnTo>
                <a:lnTo>
                  <a:pt x="26963" y="39057"/>
                </a:lnTo>
                <a:lnTo>
                  <a:pt x="28221" y="38946"/>
                </a:lnTo>
                <a:lnTo>
                  <a:pt x="29404" y="38724"/>
                </a:lnTo>
                <a:lnTo>
                  <a:pt x="30329" y="38872"/>
                </a:lnTo>
                <a:lnTo>
                  <a:pt x="31254" y="39020"/>
                </a:lnTo>
                <a:lnTo>
                  <a:pt x="32178" y="39094"/>
                </a:lnTo>
                <a:lnTo>
                  <a:pt x="33103" y="39094"/>
                </a:lnTo>
                <a:lnTo>
                  <a:pt x="34360" y="39057"/>
                </a:lnTo>
                <a:lnTo>
                  <a:pt x="35618" y="38946"/>
                </a:lnTo>
                <a:lnTo>
                  <a:pt x="36802" y="38724"/>
                </a:lnTo>
                <a:lnTo>
                  <a:pt x="37726" y="38872"/>
                </a:lnTo>
                <a:lnTo>
                  <a:pt x="38651" y="39020"/>
                </a:lnTo>
                <a:lnTo>
                  <a:pt x="39575" y="39094"/>
                </a:lnTo>
                <a:lnTo>
                  <a:pt x="40500" y="39094"/>
                </a:lnTo>
                <a:lnTo>
                  <a:pt x="41758" y="39057"/>
                </a:lnTo>
                <a:lnTo>
                  <a:pt x="43015" y="38946"/>
                </a:lnTo>
                <a:lnTo>
                  <a:pt x="44199" y="38724"/>
                </a:lnTo>
                <a:lnTo>
                  <a:pt x="45123" y="38872"/>
                </a:lnTo>
                <a:lnTo>
                  <a:pt x="46048" y="39020"/>
                </a:lnTo>
                <a:lnTo>
                  <a:pt x="46973" y="39094"/>
                </a:lnTo>
                <a:lnTo>
                  <a:pt x="47897" y="39094"/>
                </a:lnTo>
                <a:lnTo>
                  <a:pt x="49155" y="39057"/>
                </a:lnTo>
                <a:lnTo>
                  <a:pt x="50412" y="38946"/>
                </a:lnTo>
                <a:lnTo>
                  <a:pt x="51596" y="38724"/>
                </a:lnTo>
                <a:lnTo>
                  <a:pt x="52520" y="38872"/>
                </a:lnTo>
                <a:lnTo>
                  <a:pt x="53445" y="39020"/>
                </a:lnTo>
                <a:lnTo>
                  <a:pt x="54370" y="39094"/>
                </a:lnTo>
                <a:lnTo>
                  <a:pt x="55294" y="39094"/>
                </a:lnTo>
                <a:lnTo>
                  <a:pt x="56552" y="39057"/>
                </a:lnTo>
                <a:lnTo>
                  <a:pt x="57809" y="38946"/>
                </a:lnTo>
                <a:lnTo>
                  <a:pt x="58734" y="38798"/>
                </a:lnTo>
                <a:lnTo>
                  <a:pt x="59622" y="38613"/>
                </a:lnTo>
                <a:lnTo>
                  <a:pt x="60509" y="38354"/>
                </a:lnTo>
                <a:lnTo>
                  <a:pt x="61360" y="38095"/>
                </a:lnTo>
                <a:lnTo>
                  <a:pt x="62211" y="37799"/>
                </a:lnTo>
                <a:lnTo>
                  <a:pt x="63024" y="37429"/>
                </a:lnTo>
                <a:lnTo>
                  <a:pt x="63838" y="37022"/>
                </a:lnTo>
                <a:lnTo>
                  <a:pt x="64615" y="36616"/>
                </a:lnTo>
                <a:lnTo>
                  <a:pt x="65391" y="36135"/>
                </a:lnTo>
                <a:lnTo>
                  <a:pt x="66131" y="35654"/>
                </a:lnTo>
                <a:lnTo>
                  <a:pt x="66834" y="35099"/>
                </a:lnTo>
                <a:lnTo>
                  <a:pt x="67536" y="34507"/>
                </a:lnTo>
                <a:lnTo>
                  <a:pt x="68202" y="33916"/>
                </a:lnTo>
                <a:lnTo>
                  <a:pt x="68831" y="33250"/>
                </a:lnTo>
                <a:lnTo>
                  <a:pt x="69423" y="32584"/>
                </a:lnTo>
                <a:lnTo>
                  <a:pt x="69978" y="31881"/>
                </a:lnTo>
                <a:lnTo>
                  <a:pt x="94240" y="0"/>
                </a:lnTo>
                <a:lnTo>
                  <a:pt x="93722" y="0"/>
                </a:lnTo>
                <a:lnTo>
                  <a:pt x="69645" y="31623"/>
                </a:lnTo>
                <a:lnTo>
                  <a:pt x="69090" y="32325"/>
                </a:lnTo>
                <a:lnTo>
                  <a:pt x="68498" y="32991"/>
                </a:lnTo>
                <a:lnTo>
                  <a:pt x="67906" y="33620"/>
                </a:lnTo>
                <a:lnTo>
                  <a:pt x="67241" y="34212"/>
                </a:lnTo>
                <a:lnTo>
                  <a:pt x="66575" y="34766"/>
                </a:lnTo>
                <a:lnTo>
                  <a:pt x="65872" y="35284"/>
                </a:lnTo>
                <a:lnTo>
                  <a:pt x="65169" y="35802"/>
                </a:lnTo>
                <a:lnTo>
                  <a:pt x="64430" y="36246"/>
                </a:lnTo>
                <a:lnTo>
                  <a:pt x="63653" y="36653"/>
                </a:lnTo>
                <a:lnTo>
                  <a:pt x="62876" y="37059"/>
                </a:lnTo>
                <a:lnTo>
                  <a:pt x="62063" y="37392"/>
                </a:lnTo>
                <a:lnTo>
                  <a:pt x="61249" y="37688"/>
                </a:lnTo>
                <a:lnTo>
                  <a:pt x="60398" y="37984"/>
                </a:lnTo>
                <a:lnTo>
                  <a:pt x="59548" y="38206"/>
                </a:lnTo>
                <a:lnTo>
                  <a:pt x="58660" y="38391"/>
                </a:lnTo>
                <a:lnTo>
                  <a:pt x="57772" y="38502"/>
                </a:lnTo>
                <a:lnTo>
                  <a:pt x="57107" y="38576"/>
                </a:lnTo>
                <a:lnTo>
                  <a:pt x="56478" y="38650"/>
                </a:lnTo>
                <a:lnTo>
                  <a:pt x="55849" y="38687"/>
                </a:lnTo>
                <a:lnTo>
                  <a:pt x="54555" y="38687"/>
                </a:lnTo>
                <a:lnTo>
                  <a:pt x="53926" y="38613"/>
                </a:lnTo>
                <a:lnTo>
                  <a:pt x="53297" y="38576"/>
                </a:lnTo>
                <a:lnTo>
                  <a:pt x="52668" y="38502"/>
                </a:lnTo>
                <a:lnTo>
                  <a:pt x="53408" y="38280"/>
                </a:lnTo>
                <a:lnTo>
                  <a:pt x="54111" y="38058"/>
                </a:lnTo>
                <a:lnTo>
                  <a:pt x="54813" y="37762"/>
                </a:lnTo>
                <a:lnTo>
                  <a:pt x="55516" y="37466"/>
                </a:lnTo>
                <a:lnTo>
                  <a:pt x="56219" y="37170"/>
                </a:lnTo>
                <a:lnTo>
                  <a:pt x="56885" y="36800"/>
                </a:lnTo>
                <a:lnTo>
                  <a:pt x="57550" y="36431"/>
                </a:lnTo>
                <a:lnTo>
                  <a:pt x="58179" y="36024"/>
                </a:lnTo>
                <a:lnTo>
                  <a:pt x="58808" y="35580"/>
                </a:lnTo>
                <a:lnTo>
                  <a:pt x="59400" y="35136"/>
                </a:lnTo>
                <a:lnTo>
                  <a:pt x="59991" y="34655"/>
                </a:lnTo>
                <a:lnTo>
                  <a:pt x="60546" y="34138"/>
                </a:lnTo>
                <a:lnTo>
                  <a:pt x="61101" y="33620"/>
                </a:lnTo>
                <a:lnTo>
                  <a:pt x="61619" y="33065"/>
                </a:lnTo>
                <a:lnTo>
                  <a:pt x="62100" y="32473"/>
                </a:lnTo>
                <a:lnTo>
                  <a:pt x="62580" y="31881"/>
                </a:lnTo>
                <a:lnTo>
                  <a:pt x="86843" y="0"/>
                </a:lnTo>
                <a:lnTo>
                  <a:pt x="86325" y="0"/>
                </a:lnTo>
                <a:lnTo>
                  <a:pt x="62248" y="31623"/>
                </a:lnTo>
                <a:lnTo>
                  <a:pt x="61767" y="32251"/>
                </a:lnTo>
                <a:lnTo>
                  <a:pt x="61212" y="32843"/>
                </a:lnTo>
                <a:lnTo>
                  <a:pt x="60657" y="33435"/>
                </a:lnTo>
                <a:lnTo>
                  <a:pt x="60102" y="33990"/>
                </a:lnTo>
                <a:lnTo>
                  <a:pt x="59474" y="34544"/>
                </a:lnTo>
                <a:lnTo>
                  <a:pt x="58845" y="35025"/>
                </a:lnTo>
                <a:lnTo>
                  <a:pt x="58216" y="35506"/>
                </a:lnTo>
                <a:lnTo>
                  <a:pt x="57550" y="35950"/>
                </a:lnTo>
                <a:lnTo>
                  <a:pt x="56848" y="36357"/>
                </a:lnTo>
                <a:lnTo>
                  <a:pt x="56145" y="36727"/>
                </a:lnTo>
                <a:lnTo>
                  <a:pt x="55442" y="37059"/>
                </a:lnTo>
                <a:lnTo>
                  <a:pt x="54703" y="37392"/>
                </a:lnTo>
                <a:lnTo>
                  <a:pt x="53963" y="37651"/>
                </a:lnTo>
                <a:lnTo>
                  <a:pt x="53186" y="37910"/>
                </a:lnTo>
                <a:lnTo>
                  <a:pt x="52409" y="38132"/>
                </a:lnTo>
                <a:lnTo>
                  <a:pt x="51633" y="38317"/>
                </a:lnTo>
                <a:lnTo>
                  <a:pt x="50819" y="38132"/>
                </a:lnTo>
                <a:lnTo>
                  <a:pt x="50005" y="37873"/>
                </a:lnTo>
                <a:lnTo>
                  <a:pt x="49229" y="37614"/>
                </a:lnTo>
                <a:lnTo>
                  <a:pt x="48452" y="37318"/>
                </a:lnTo>
                <a:lnTo>
                  <a:pt x="49414" y="36837"/>
                </a:lnTo>
                <a:lnTo>
                  <a:pt x="50375" y="36283"/>
                </a:lnTo>
                <a:lnTo>
                  <a:pt x="51263" y="35691"/>
                </a:lnTo>
                <a:lnTo>
                  <a:pt x="52151" y="35025"/>
                </a:lnTo>
                <a:lnTo>
                  <a:pt x="52964" y="34322"/>
                </a:lnTo>
                <a:lnTo>
                  <a:pt x="53741" y="33546"/>
                </a:lnTo>
                <a:lnTo>
                  <a:pt x="54481" y="32732"/>
                </a:lnTo>
                <a:lnTo>
                  <a:pt x="55183" y="31881"/>
                </a:lnTo>
                <a:lnTo>
                  <a:pt x="79446" y="0"/>
                </a:lnTo>
                <a:lnTo>
                  <a:pt x="78928" y="0"/>
                </a:lnTo>
                <a:lnTo>
                  <a:pt x="54850" y="31623"/>
                </a:lnTo>
                <a:lnTo>
                  <a:pt x="54148" y="32510"/>
                </a:lnTo>
                <a:lnTo>
                  <a:pt x="53408" y="33324"/>
                </a:lnTo>
                <a:lnTo>
                  <a:pt x="52594" y="34101"/>
                </a:lnTo>
                <a:lnTo>
                  <a:pt x="51744" y="34803"/>
                </a:lnTo>
                <a:lnTo>
                  <a:pt x="50856" y="35469"/>
                </a:lnTo>
                <a:lnTo>
                  <a:pt x="49931" y="36061"/>
                </a:lnTo>
                <a:lnTo>
                  <a:pt x="48933" y="36616"/>
                </a:lnTo>
                <a:lnTo>
                  <a:pt x="47934" y="37096"/>
                </a:lnTo>
                <a:lnTo>
                  <a:pt x="47083" y="36690"/>
                </a:lnTo>
                <a:lnTo>
                  <a:pt x="46233" y="36209"/>
                </a:lnTo>
                <a:lnTo>
                  <a:pt x="45419" y="35691"/>
                </a:lnTo>
                <a:lnTo>
                  <a:pt x="44605" y="35136"/>
                </a:lnTo>
                <a:lnTo>
                  <a:pt x="45456" y="34396"/>
                </a:lnTo>
                <a:lnTo>
                  <a:pt x="46307" y="33620"/>
                </a:lnTo>
                <a:lnTo>
                  <a:pt x="47083" y="32769"/>
                </a:lnTo>
                <a:lnTo>
                  <a:pt x="47786" y="31881"/>
                </a:lnTo>
                <a:lnTo>
                  <a:pt x="72049" y="0"/>
                </a:lnTo>
                <a:lnTo>
                  <a:pt x="71531" y="0"/>
                </a:lnTo>
                <a:lnTo>
                  <a:pt x="47453" y="31623"/>
                </a:lnTo>
                <a:lnTo>
                  <a:pt x="46751" y="32510"/>
                </a:lnTo>
                <a:lnTo>
                  <a:pt x="45974" y="33361"/>
                </a:lnTo>
                <a:lnTo>
                  <a:pt x="45123" y="34138"/>
                </a:lnTo>
                <a:lnTo>
                  <a:pt x="44273" y="34877"/>
                </a:lnTo>
                <a:lnTo>
                  <a:pt x="43311" y="34064"/>
                </a:lnTo>
                <a:lnTo>
                  <a:pt x="42423" y="33213"/>
                </a:lnTo>
                <a:lnTo>
                  <a:pt x="41573" y="32288"/>
                </a:lnTo>
                <a:lnTo>
                  <a:pt x="40833" y="31327"/>
                </a:lnTo>
                <a:lnTo>
                  <a:pt x="64652" y="0"/>
                </a:lnTo>
                <a:lnTo>
                  <a:pt x="64134" y="0"/>
                </a:lnTo>
                <a:lnTo>
                  <a:pt x="40574" y="30957"/>
                </a:lnTo>
                <a:lnTo>
                  <a:pt x="40130" y="30291"/>
                </a:lnTo>
                <a:lnTo>
                  <a:pt x="39760" y="29625"/>
                </a:lnTo>
                <a:lnTo>
                  <a:pt x="39391" y="28960"/>
                </a:lnTo>
                <a:lnTo>
                  <a:pt x="39058" y="28257"/>
                </a:lnTo>
                <a:lnTo>
                  <a:pt x="38725" y="27554"/>
                </a:lnTo>
                <a:lnTo>
                  <a:pt x="38466" y="26814"/>
                </a:lnTo>
                <a:lnTo>
                  <a:pt x="38207" y="26075"/>
                </a:lnTo>
                <a:lnTo>
                  <a:pt x="37985" y="25298"/>
                </a:lnTo>
                <a:lnTo>
                  <a:pt x="57255" y="0"/>
                </a:lnTo>
                <a:lnTo>
                  <a:pt x="56737" y="0"/>
                </a:lnTo>
                <a:lnTo>
                  <a:pt x="37874" y="24780"/>
                </a:lnTo>
                <a:lnTo>
                  <a:pt x="37689" y="23967"/>
                </a:lnTo>
                <a:lnTo>
                  <a:pt x="37578" y="23153"/>
                </a:lnTo>
                <a:lnTo>
                  <a:pt x="37467" y="22228"/>
                </a:lnTo>
                <a:lnTo>
                  <a:pt x="37430" y="21341"/>
                </a:lnTo>
                <a:lnTo>
                  <a:pt x="37393" y="20453"/>
                </a:lnTo>
                <a:lnTo>
                  <a:pt x="37430" y="19565"/>
                </a:lnTo>
                <a:lnTo>
                  <a:pt x="37504" y="18715"/>
                </a:lnTo>
                <a:lnTo>
                  <a:pt x="37615" y="17827"/>
                </a:lnTo>
                <a:lnTo>
                  <a:pt x="37763" y="16976"/>
                </a:lnTo>
                <a:lnTo>
                  <a:pt x="37985" y="16126"/>
                </a:lnTo>
                <a:lnTo>
                  <a:pt x="38207" y="15275"/>
                </a:lnTo>
                <a:lnTo>
                  <a:pt x="38503" y="14461"/>
                </a:lnTo>
                <a:lnTo>
                  <a:pt x="38836" y="13648"/>
                </a:lnTo>
                <a:lnTo>
                  <a:pt x="39206" y="12834"/>
                </a:lnTo>
                <a:lnTo>
                  <a:pt x="39612" y="12057"/>
                </a:lnTo>
                <a:lnTo>
                  <a:pt x="40056" y="11318"/>
                </a:lnTo>
                <a:lnTo>
                  <a:pt x="40537" y="10578"/>
                </a:lnTo>
                <a:lnTo>
                  <a:pt x="41055" y="9838"/>
                </a:lnTo>
                <a:lnTo>
                  <a:pt x="48526" y="0"/>
                </a:lnTo>
                <a:lnTo>
                  <a:pt x="48008" y="0"/>
                </a:lnTo>
                <a:lnTo>
                  <a:pt x="40722" y="9579"/>
                </a:lnTo>
                <a:lnTo>
                  <a:pt x="40204" y="10319"/>
                </a:lnTo>
                <a:lnTo>
                  <a:pt x="39686" y="11096"/>
                </a:lnTo>
                <a:lnTo>
                  <a:pt x="39243" y="11872"/>
                </a:lnTo>
                <a:lnTo>
                  <a:pt x="38836" y="12686"/>
                </a:lnTo>
                <a:lnTo>
                  <a:pt x="38466" y="13500"/>
                </a:lnTo>
                <a:lnTo>
                  <a:pt x="38133" y="14313"/>
                </a:lnTo>
                <a:lnTo>
                  <a:pt x="37837" y="15164"/>
                </a:lnTo>
                <a:lnTo>
                  <a:pt x="37578" y="16015"/>
                </a:lnTo>
                <a:lnTo>
                  <a:pt x="37356" y="16902"/>
                </a:lnTo>
                <a:lnTo>
                  <a:pt x="37208" y="17753"/>
                </a:lnTo>
                <a:lnTo>
                  <a:pt x="37097" y="18678"/>
                </a:lnTo>
                <a:lnTo>
                  <a:pt x="37023" y="19565"/>
                </a:lnTo>
                <a:lnTo>
                  <a:pt x="36986" y="20453"/>
                </a:lnTo>
                <a:lnTo>
                  <a:pt x="36986" y="21378"/>
                </a:lnTo>
                <a:lnTo>
                  <a:pt x="37060" y="22265"/>
                </a:lnTo>
                <a:lnTo>
                  <a:pt x="37171" y="23190"/>
                </a:lnTo>
                <a:lnTo>
                  <a:pt x="37319" y="24225"/>
                </a:lnTo>
                <a:lnTo>
                  <a:pt x="37541" y="25224"/>
                </a:lnTo>
                <a:lnTo>
                  <a:pt x="33177" y="30957"/>
                </a:lnTo>
                <a:lnTo>
                  <a:pt x="32622" y="30069"/>
                </a:lnTo>
                <a:lnTo>
                  <a:pt x="32104" y="29181"/>
                </a:lnTo>
                <a:lnTo>
                  <a:pt x="31624" y="28220"/>
                </a:lnTo>
                <a:lnTo>
                  <a:pt x="31217" y="27258"/>
                </a:lnTo>
                <a:lnTo>
                  <a:pt x="30884" y="26260"/>
                </a:lnTo>
                <a:lnTo>
                  <a:pt x="30588" y="25261"/>
                </a:lnTo>
                <a:lnTo>
                  <a:pt x="30329" y="24188"/>
                </a:lnTo>
                <a:lnTo>
                  <a:pt x="30181" y="23153"/>
                </a:lnTo>
                <a:lnTo>
                  <a:pt x="30070" y="22228"/>
                </a:lnTo>
                <a:lnTo>
                  <a:pt x="30033" y="21341"/>
                </a:lnTo>
                <a:lnTo>
                  <a:pt x="29996" y="20453"/>
                </a:lnTo>
                <a:lnTo>
                  <a:pt x="30033" y="19565"/>
                </a:lnTo>
                <a:lnTo>
                  <a:pt x="30107" y="18715"/>
                </a:lnTo>
                <a:lnTo>
                  <a:pt x="30218" y="17827"/>
                </a:lnTo>
                <a:lnTo>
                  <a:pt x="30366" y="16976"/>
                </a:lnTo>
                <a:lnTo>
                  <a:pt x="30588" y="16126"/>
                </a:lnTo>
                <a:lnTo>
                  <a:pt x="30810" y="15275"/>
                </a:lnTo>
                <a:lnTo>
                  <a:pt x="31106" y="14461"/>
                </a:lnTo>
                <a:lnTo>
                  <a:pt x="31439" y="13648"/>
                </a:lnTo>
                <a:lnTo>
                  <a:pt x="31808" y="12834"/>
                </a:lnTo>
                <a:lnTo>
                  <a:pt x="32215" y="12057"/>
                </a:lnTo>
                <a:lnTo>
                  <a:pt x="32659" y="11318"/>
                </a:lnTo>
                <a:lnTo>
                  <a:pt x="33140" y="10578"/>
                </a:lnTo>
                <a:lnTo>
                  <a:pt x="33658" y="9838"/>
                </a:lnTo>
                <a:lnTo>
                  <a:pt x="41129" y="0"/>
                </a:lnTo>
                <a:lnTo>
                  <a:pt x="40611" y="0"/>
                </a:lnTo>
                <a:lnTo>
                  <a:pt x="33325" y="9579"/>
                </a:lnTo>
                <a:lnTo>
                  <a:pt x="32807" y="10319"/>
                </a:lnTo>
                <a:lnTo>
                  <a:pt x="32289" y="11096"/>
                </a:lnTo>
                <a:lnTo>
                  <a:pt x="31845" y="11872"/>
                </a:lnTo>
                <a:lnTo>
                  <a:pt x="31439" y="12686"/>
                </a:lnTo>
                <a:lnTo>
                  <a:pt x="31069" y="13500"/>
                </a:lnTo>
                <a:lnTo>
                  <a:pt x="30736" y="14313"/>
                </a:lnTo>
                <a:lnTo>
                  <a:pt x="30440" y="15164"/>
                </a:lnTo>
                <a:lnTo>
                  <a:pt x="30181" y="16015"/>
                </a:lnTo>
                <a:lnTo>
                  <a:pt x="29959" y="16902"/>
                </a:lnTo>
                <a:lnTo>
                  <a:pt x="29811" y="17753"/>
                </a:lnTo>
                <a:lnTo>
                  <a:pt x="29700" y="18678"/>
                </a:lnTo>
                <a:lnTo>
                  <a:pt x="29626" y="19565"/>
                </a:lnTo>
                <a:lnTo>
                  <a:pt x="29589" y="20453"/>
                </a:lnTo>
                <a:lnTo>
                  <a:pt x="29589" y="21378"/>
                </a:lnTo>
                <a:lnTo>
                  <a:pt x="29663" y="22265"/>
                </a:lnTo>
                <a:lnTo>
                  <a:pt x="29774" y="23190"/>
                </a:lnTo>
                <a:lnTo>
                  <a:pt x="29959" y="24299"/>
                </a:lnTo>
                <a:lnTo>
                  <a:pt x="30181" y="25372"/>
                </a:lnTo>
                <a:lnTo>
                  <a:pt x="30477" y="26445"/>
                </a:lnTo>
                <a:lnTo>
                  <a:pt x="30847" y="27480"/>
                </a:lnTo>
                <a:lnTo>
                  <a:pt x="31291" y="28479"/>
                </a:lnTo>
                <a:lnTo>
                  <a:pt x="31771" y="29440"/>
                </a:lnTo>
                <a:lnTo>
                  <a:pt x="32326" y="30402"/>
                </a:lnTo>
                <a:lnTo>
                  <a:pt x="32918" y="31290"/>
                </a:lnTo>
                <a:lnTo>
                  <a:pt x="32659" y="31623"/>
                </a:lnTo>
                <a:lnTo>
                  <a:pt x="31956" y="32510"/>
                </a:lnTo>
                <a:lnTo>
                  <a:pt x="31180" y="33361"/>
                </a:lnTo>
                <a:lnTo>
                  <a:pt x="30329" y="34138"/>
                </a:lnTo>
                <a:lnTo>
                  <a:pt x="29478" y="34877"/>
                </a:lnTo>
                <a:lnTo>
                  <a:pt x="28776" y="34322"/>
                </a:lnTo>
                <a:lnTo>
                  <a:pt x="28147" y="33731"/>
                </a:lnTo>
                <a:lnTo>
                  <a:pt x="27555" y="33102"/>
                </a:lnTo>
                <a:lnTo>
                  <a:pt x="26963" y="32473"/>
                </a:lnTo>
                <a:lnTo>
                  <a:pt x="26409" y="31807"/>
                </a:lnTo>
                <a:lnTo>
                  <a:pt x="25891" y="31105"/>
                </a:lnTo>
                <a:lnTo>
                  <a:pt x="25410" y="30402"/>
                </a:lnTo>
                <a:lnTo>
                  <a:pt x="24966" y="29662"/>
                </a:lnTo>
                <a:lnTo>
                  <a:pt x="24559" y="28923"/>
                </a:lnTo>
                <a:lnTo>
                  <a:pt x="24189" y="28146"/>
                </a:lnTo>
                <a:lnTo>
                  <a:pt x="23857" y="27369"/>
                </a:lnTo>
                <a:lnTo>
                  <a:pt x="23561" y="26556"/>
                </a:lnTo>
                <a:lnTo>
                  <a:pt x="23302" y="25705"/>
                </a:lnTo>
                <a:lnTo>
                  <a:pt x="23080" y="24854"/>
                </a:lnTo>
                <a:lnTo>
                  <a:pt x="22895" y="24004"/>
                </a:lnTo>
                <a:lnTo>
                  <a:pt x="22784" y="23153"/>
                </a:lnTo>
                <a:lnTo>
                  <a:pt x="22673" y="22228"/>
                </a:lnTo>
                <a:lnTo>
                  <a:pt x="22636" y="21341"/>
                </a:lnTo>
                <a:lnTo>
                  <a:pt x="22599" y="20453"/>
                </a:lnTo>
                <a:lnTo>
                  <a:pt x="22636" y="19565"/>
                </a:lnTo>
                <a:lnTo>
                  <a:pt x="22710" y="18715"/>
                </a:lnTo>
                <a:lnTo>
                  <a:pt x="22821" y="17827"/>
                </a:lnTo>
                <a:lnTo>
                  <a:pt x="22969" y="16976"/>
                </a:lnTo>
                <a:lnTo>
                  <a:pt x="23191" y="16126"/>
                </a:lnTo>
                <a:lnTo>
                  <a:pt x="23413" y="15275"/>
                </a:lnTo>
                <a:lnTo>
                  <a:pt x="23709" y="14461"/>
                </a:lnTo>
                <a:lnTo>
                  <a:pt x="24042" y="13648"/>
                </a:lnTo>
                <a:lnTo>
                  <a:pt x="24411" y="12834"/>
                </a:lnTo>
                <a:lnTo>
                  <a:pt x="24818" y="12057"/>
                </a:lnTo>
                <a:lnTo>
                  <a:pt x="25262" y="11318"/>
                </a:lnTo>
                <a:lnTo>
                  <a:pt x="25743" y="10578"/>
                </a:lnTo>
                <a:lnTo>
                  <a:pt x="26261" y="9838"/>
                </a:lnTo>
                <a:lnTo>
                  <a:pt x="33732" y="0"/>
                </a:lnTo>
                <a:lnTo>
                  <a:pt x="33214" y="0"/>
                </a:lnTo>
                <a:lnTo>
                  <a:pt x="25928" y="9579"/>
                </a:lnTo>
                <a:lnTo>
                  <a:pt x="25410" y="10319"/>
                </a:lnTo>
                <a:lnTo>
                  <a:pt x="24892" y="11096"/>
                </a:lnTo>
                <a:lnTo>
                  <a:pt x="24448" y="11872"/>
                </a:lnTo>
                <a:lnTo>
                  <a:pt x="24042" y="12686"/>
                </a:lnTo>
                <a:lnTo>
                  <a:pt x="23672" y="13500"/>
                </a:lnTo>
                <a:lnTo>
                  <a:pt x="23339" y="14313"/>
                </a:lnTo>
                <a:lnTo>
                  <a:pt x="23043" y="15164"/>
                </a:lnTo>
                <a:lnTo>
                  <a:pt x="22784" y="16015"/>
                </a:lnTo>
                <a:lnTo>
                  <a:pt x="22562" y="16902"/>
                </a:lnTo>
                <a:lnTo>
                  <a:pt x="22414" y="17753"/>
                </a:lnTo>
                <a:lnTo>
                  <a:pt x="22303" y="18678"/>
                </a:lnTo>
                <a:lnTo>
                  <a:pt x="22229" y="19565"/>
                </a:lnTo>
                <a:lnTo>
                  <a:pt x="22192" y="20453"/>
                </a:lnTo>
                <a:lnTo>
                  <a:pt x="22192" y="21378"/>
                </a:lnTo>
                <a:lnTo>
                  <a:pt x="22266" y="22265"/>
                </a:lnTo>
                <a:lnTo>
                  <a:pt x="22377" y="23190"/>
                </a:lnTo>
                <a:lnTo>
                  <a:pt x="22488" y="24078"/>
                </a:lnTo>
                <a:lnTo>
                  <a:pt x="22673" y="24965"/>
                </a:lnTo>
                <a:lnTo>
                  <a:pt x="22895" y="25816"/>
                </a:lnTo>
                <a:lnTo>
                  <a:pt x="23154" y="26666"/>
                </a:lnTo>
                <a:lnTo>
                  <a:pt x="23450" y="27480"/>
                </a:lnTo>
                <a:lnTo>
                  <a:pt x="23820" y="28294"/>
                </a:lnTo>
                <a:lnTo>
                  <a:pt x="24189" y="29071"/>
                </a:lnTo>
                <a:lnTo>
                  <a:pt x="24596" y="29847"/>
                </a:lnTo>
                <a:lnTo>
                  <a:pt x="25040" y="30587"/>
                </a:lnTo>
                <a:lnTo>
                  <a:pt x="25521" y="31327"/>
                </a:lnTo>
                <a:lnTo>
                  <a:pt x="26039" y="31992"/>
                </a:lnTo>
                <a:lnTo>
                  <a:pt x="26594" y="32695"/>
                </a:lnTo>
                <a:lnTo>
                  <a:pt x="27185" y="33324"/>
                </a:lnTo>
                <a:lnTo>
                  <a:pt x="27777" y="33953"/>
                </a:lnTo>
                <a:lnTo>
                  <a:pt x="28443" y="34544"/>
                </a:lnTo>
                <a:lnTo>
                  <a:pt x="29146" y="35136"/>
                </a:lnTo>
                <a:lnTo>
                  <a:pt x="28332" y="35691"/>
                </a:lnTo>
                <a:lnTo>
                  <a:pt x="27481" y="36209"/>
                </a:lnTo>
                <a:lnTo>
                  <a:pt x="26631" y="36690"/>
                </a:lnTo>
                <a:lnTo>
                  <a:pt x="25743" y="37096"/>
                </a:lnTo>
                <a:lnTo>
                  <a:pt x="24855" y="36653"/>
                </a:lnTo>
                <a:lnTo>
                  <a:pt x="23968" y="36172"/>
                </a:lnTo>
                <a:lnTo>
                  <a:pt x="23117" y="35617"/>
                </a:lnTo>
                <a:lnTo>
                  <a:pt x="22266" y="35025"/>
                </a:lnTo>
                <a:lnTo>
                  <a:pt x="21563" y="34470"/>
                </a:lnTo>
                <a:lnTo>
                  <a:pt x="20935" y="33879"/>
                </a:lnTo>
                <a:lnTo>
                  <a:pt x="20269" y="33250"/>
                </a:lnTo>
                <a:lnTo>
                  <a:pt x="19677" y="32621"/>
                </a:lnTo>
                <a:lnTo>
                  <a:pt x="19122" y="31955"/>
                </a:lnTo>
                <a:lnTo>
                  <a:pt x="18605" y="31253"/>
                </a:lnTo>
                <a:lnTo>
                  <a:pt x="18087" y="30550"/>
                </a:lnTo>
                <a:lnTo>
                  <a:pt x="17643" y="29773"/>
                </a:lnTo>
                <a:lnTo>
                  <a:pt x="17236" y="29034"/>
                </a:lnTo>
                <a:lnTo>
                  <a:pt x="16829" y="28220"/>
                </a:lnTo>
                <a:lnTo>
                  <a:pt x="16496" y="27443"/>
                </a:lnTo>
                <a:lnTo>
                  <a:pt x="16201" y="26593"/>
                </a:lnTo>
                <a:lnTo>
                  <a:pt x="15942" y="25779"/>
                </a:lnTo>
                <a:lnTo>
                  <a:pt x="15720" y="24891"/>
                </a:lnTo>
                <a:lnTo>
                  <a:pt x="15535" y="24041"/>
                </a:lnTo>
                <a:lnTo>
                  <a:pt x="15387" y="23153"/>
                </a:lnTo>
                <a:lnTo>
                  <a:pt x="15276" y="22228"/>
                </a:lnTo>
                <a:lnTo>
                  <a:pt x="15239" y="21341"/>
                </a:lnTo>
                <a:lnTo>
                  <a:pt x="15202" y="20453"/>
                </a:lnTo>
                <a:lnTo>
                  <a:pt x="15239" y="19565"/>
                </a:lnTo>
                <a:lnTo>
                  <a:pt x="15313" y="18715"/>
                </a:lnTo>
                <a:lnTo>
                  <a:pt x="15424" y="17827"/>
                </a:lnTo>
                <a:lnTo>
                  <a:pt x="15572" y="16976"/>
                </a:lnTo>
                <a:lnTo>
                  <a:pt x="15794" y="16126"/>
                </a:lnTo>
                <a:lnTo>
                  <a:pt x="16016" y="15275"/>
                </a:lnTo>
                <a:lnTo>
                  <a:pt x="16312" y="14461"/>
                </a:lnTo>
                <a:lnTo>
                  <a:pt x="16644" y="13648"/>
                </a:lnTo>
                <a:lnTo>
                  <a:pt x="17014" y="12834"/>
                </a:lnTo>
                <a:lnTo>
                  <a:pt x="17421" y="12057"/>
                </a:lnTo>
                <a:lnTo>
                  <a:pt x="17865" y="11318"/>
                </a:lnTo>
                <a:lnTo>
                  <a:pt x="18346" y="10578"/>
                </a:lnTo>
                <a:lnTo>
                  <a:pt x="18864" y="9838"/>
                </a:lnTo>
                <a:lnTo>
                  <a:pt x="26335" y="0"/>
                </a:lnTo>
                <a:lnTo>
                  <a:pt x="25817" y="0"/>
                </a:lnTo>
                <a:lnTo>
                  <a:pt x="18531" y="9579"/>
                </a:lnTo>
                <a:lnTo>
                  <a:pt x="18013" y="10319"/>
                </a:lnTo>
                <a:lnTo>
                  <a:pt x="17495" y="11096"/>
                </a:lnTo>
                <a:lnTo>
                  <a:pt x="17051" y="11872"/>
                </a:lnTo>
                <a:lnTo>
                  <a:pt x="16644" y="12686"/>
                </a:lnTo>
                <a:lnTo>
                  <a:pt x="16275" y="13500"/>
                </a:lnTo>
                <a:lnTo>
                  <a:pt x="15942" y="14313"/>
                </a:lnTo>
                <a:lnTo>
                  <a:pt x="15646" y="15164"/>
                </a:lnTo>
                <a:lnTo>
                  <a:pt x="15387" y="16015"/>
                </a:lnTo>
                <a:lnTo>
                  <a:pt x="15165" y="16902"/>
                </a:lnTo>
                <a:lnTo>
                  <a:pt x="15017" y="17753"/>
                </a:lnTo>
                <a:lnTo>
                  <a:pt x="14906" y="18678"/>
                </a:lnTo>
                <a:lnTo>
                  <a:pt x="14832" y="19565"/>
                </a:lnTo>
                <a:lnTo>
                  <a:pt x="14795" y="20453"/>
                </a:lnTo>
                <a:lnTo>
                  <a:pt x="14795" y="21378"/>
                </a:lnTo>
                <a:lnTo>
                  <a:pt x="14869" y="22265"/>
                </a:lnTo>
                <a:lnTo>
                  <a:pt x="14980" y="23190"/>
                </a:lnTo>
                <a:lnTo>
                  <a:pt x="15128" y="24114"/>
                </a:lnTo>
                <a:lnTo>
                  <a:pt x="15313" y="25002"/>
                </a:lnTo>
                <a:lnTo>
                  <a:pt x="15535" y="25890"/>
                </a:lnTo>
                <a:lnTo>
                  <a:pt x="15794" y="26740"/>
                </a:lnTo>
                <a:lnTo>
                  <a:pt x="16127" y="27591"/>
                </a:lnTo>
                <a:lnTo>
                  <a:pt x="16459" y="28405"/>
                </a:lnTo>
                <a:lnTo>
                  <a:pt x="16866" y="29218"/>
                </a:lnTo>
                <a:lnTo>
                  <a:pt x="17273" y="29995"/>
                </a:lnTo>
                <a:lnTo>
                  <a:pt x="17754" y="30772"/>
                </a:lnTo>
                <a:lnTo>
                  <a:pt x="18272" y="31512"/>
                </a:lnTo>
                <a:lnTo>
                  <a:pt x="18790" y="32214"/>
                </a:lnTo>
                <a:lnTo>
                  <a:pt x="19381" y="32880"/>
                </a:lnTo>
                <a:lnTo>
                  <a:pt x="19973" y="33546"/>
                </a:lnTo>
                <a:lnTo>
                  <a:pt x="20639" y="34175"/>
                </a:lnTo>
                <a:lnTo>
                  <a:pt x="21305" y="34803"/>
                </a:lnTo>
                <a:lnTo>
                  <a:pt x="22044" y="35358"/>
                </a:lnTo>
                <a:lnTo>
                  <a:pt x="22784" y="35913"/>
                </a:lnTo>
                <a:lnTo>
                  <a:pt x="23598" y="36431"/>
                </a:lnTo>
                <a:lnTo>
                  <a:pt x="24411" y="36911"/>
                </a:lnTo>
                <a:lnTo>
                  <a:pt x="25262" y="37318"/>
                </a:lnTo>
                <a:lnTo>
                  <a:pt x="24448" y="37614"/>
                </a:lnTo>
                <a:lnTo>
                  <a:pt x="23672" y="37873"/>
                </a:lnTo>
                <a:lnTo>
                  <a:pt x="22858" y="38132"/>
                </a:lnTo>
                <a:lnTo>
                  <a:pt x="22044" y="38317"/>
                </a:lnTo>
                <a:lnTo>
                  <a:pt x="21083" y="38058"/>
                </a:lnTo>
                <a:lnTo>
                  <a:pt x="20121" y="37799"/>
                </a:lnTo>
                <a:lnTo>
                  <a:pt x="19196" y="37466"/>
                </a:lnTo>
                <a:lnTo>
                  <a:pt x="18309" y="37059"/>
                </a:lnTo>
                <a:lnTo>
                  <a:pt x="17421" y="36653"/>
                </a:lnTo>
                <a:lnTo>
                  <a:pt x="16533" y="36172"/>
                </a:lnTo>
                <a:lnTo>
                  <a:pt x="15683" y="35617"/>
                </a:lnTo>
                <a:lnTo>
                  <a:pt x="14869" y="35025"/>
                </a:lnTo>
                <a:lnTo>
                  <a:pt x="14166" y="34470"/>
                </a:lnTo>
                <a:lnTo>
                  <a:pt x="13538" y="33879"/>
                </a:lnTo>
                <a:lnTo>
                  <a:pt x="12872" y="33250"/>
                </a:lnTo>
                <a:lnTo>
                  <a:pt x="12280" y="32621"/>
                </a:lnTo>
                <a:lnTo>
                  <a:pt x="11725" y="31955"/>
                </a:lnTo>
                <a:lnTo>
                  <a:pt x="11208" y="31253"/>
                </a:lnTo>
                <a:lnTo>
                  <a:pt x="10690" y="30550"/>
                </a:lnTo>
                <a:lnTo>
                  <a:pt x="10246" y="29773"/>
                </a:lnTo>
                <a:lnTo>
                  <a:pt x="9839" y="29034"/>
                </a:lnTo>
                <a:lnTo>
                  <a:pt x="9432" y="28220"/>
                </a:lnTo>
                <a:lnTo>
                  <a:pt x="9099" y="27443"/>
                </a:lnTo>
                <a:lnTo>
                  <a:pt x="8803" y="26593"/>
                </a:lnTo>
                <a:lnTo>
                  <a:pt x="8545" y="25779"/>
                </a:lnTo>
                <a:lnTo>
                  <a:pt x="8323" y="24891"/>
                </a:lnTo>
                <a:lnTo>
                  <a:pt x="8138" y="24041"/>
                </a:lnTo>
                <a:lnTo>
                  <a:pt x="7990" y="23153"/>
                </a:lnTo>
                <a:lnTo>
                  <a:pt x="7879" y="22228"/>
                </a:lnTo>
                <a:lnTo>
                  <a:pt x="7842" y="21341"/>
                </a:lnTo>
                <a:lnTo>
                  <a:pt x="7805" y="20453"/>
                </a:lnTo>
                <a:lnTo>
                  <a:pt x="7842" y="19565"/>
                </a:lnTo>
                <a:lnTo>
                  <a:pt x="7916" y="18715"/>
                </a:lnTo>
                <a:lnTo>
                  <a:pt x="8027" y="17827"/>
                </a:lnTo>
                <a:lnTo>
                  <a:pt x="8175" y="16976"/>
                </a:lnTo>
                <a:lnTo>
                  <a:pt x="8397" y="16126"/>
                </a:lnTo>
                <a:lnTo>
                  <a:pt x="8619" y="15275"/>
                </a:lnTo>
                <a:lnTo>
                  <a:pt x="8914" y="14461"/>
                </a:lnTo>
                <a:lnTo>
                  <a:pt x="9247" y="13648"/>
                </a:lnTo>
                <a:lnTo>
                  <a:pt x="9617" y="12834"/>
                </a:lnTo>
                <a:lnTo>
                  <a:pt x="10024" y="12057"/>
                </a:lnTo>
                <a:lnTo>
                  <a:pt x="10468" y="11318"/>
                </a:lnTo>
                <a:lnTo>
                  <a:pt x="10949" y="10578"/>
                </a:lnTo>
                <a:lnTo>
                  <a:pt x="11466" y="9838"/>
                </a:lnTo>
                <a:lnTo>
                  <a:pt x="18938" y="0"/>
                </a:lnTo>
                <a:lnTo>
                  <a:pt x="18420" y="0"/>
                </a:lnTo>
                <a:lnTo>
                  <a:pt x="11134" y="9579"/>
                </a:lnTo>
                <a:lnTo>
                  <a:pt x="10616" y="10319"/>
                </a:lnTo>
                <a:lnTo>
                  <a:pt x="10098" y="11096"/>
                </a:lnTo>
                <a:lnTo>
                  <a:pt x="9654" y="11872"/>
                </a:lnTo>
                <a:lnTo>
                  <a:pt x="9247" y="12686"/>
                </a:lnTo>
                <a:lnTo>
                  <a:pt x="8877" y="13500"/>
                </a:lnTo>
                <a:lnTo>
                  <a:pt x="8545" y="14313"/>
                </a:lnTo>
                <a:lnTo>
                  <a:pt x="8249" y="15164"/>
                </a:lnTo>
                <a:lnTo>
                  <a:pt x="7990" y="16015"/>
                </a:lnTo>
                <a:lnTo>
                  <a:pt x="7768" y="16902"/>
                </a:lnTo>
                <a:lnTo>
                  <a:pt x="7620" y="17753"/>
                </a:lnTo>
                <a:lnTo>
                  <a:pt x="7509" y="18678"/>
                </a:lnTo>
                <a:lnTo>
                  <a:pt x="7435" y="19565"/>
                </a:lnTo>
                <a:lnTo>
                  <a:pt x="7398" y="20453"/>
                </a:lnTo>
                <a:lnTo>
                  <a:pt x="7398" y="21378"/>
                </a:lnTo>
                <a:lnTo>
                  <a:pt x="7472" y="22265"/>
                </a:lnTo>
                <a:lnTo>
                  <a:pt x="7583" y="23190"/>
                </a:lnTo>
                <a:lnTo>
                  <a:pt x="7731" y="24114"/>
                </a:lnTo>
                <a:lnTo>
                  <a:pt x="7916" y="25002"/>
                </a:lnTo>
                <a:lnTo>
                  <a:pt x="8138" y="25890"/>
                </a:lnTo>
                <a:lnTo>
                  <a:pt x="8397" y="26740"/>
                </a:lnTo>
                <a:lnTo>
                  <a:pt x="8730" y="27591"/>
                </a:lnTo>
                <a:lnTo>
                  <a:pt x="9062" y="28405"/>
                </a:lnTo>
                <a:lnTo>
                  <a:pt x="9469" y="29218"/>
                </a:lnTo>
                <a:lnTo>
                  <a:pt x="9876" y="29995"/>
                </a:lnTo>
                <a:lnTo>
                  <a:pt x="10357" y="30772"/>
                </a:lnTo>
                <a:lnTo>
                  <a:pt x="10875" y="31512"/>
                </a:lnTo>
                <a:lnTo>
                  <a:pt x="11392" y="32214"/>
                </a:lnTo>
                <a:lnTo>
                  <a:pt x="11984" y="32880"/>
                </a:lnTo>
                <a:lnTo>
                  <a:pt x="12576" y="33546"/>
                </a:lnTo>
                <a:lnTo>
                  <a:pt x="13242" y="34175"/>
                </a:lnTo>
                <a:lnTo>
                  <a:pt x="13907" y="34803"/>
                </a:lnTo>
                <a:lnTo>
                  <a:pt x="14647" y="35358"/>
                </a:lnTo>
                <a:lnTo>
                  <a:pt x="15350" y="35876"/>
                </a:lnTo>
                <a:lnTo>
                  <a:pt x="16127" y="36394"/>
                </a:lnTo>
                <a:lnTo>
                  <a:pt x="16903" y="36837"/>
                </a:lnTo>
                <a:lnTo>
                  <a:pt x="17680" y="37244"/>
                </a:lnTo>
                <a:lnTo>
                  <a:pt x="18494" y="37614"/>
                </a:lnTo>
                <a:lnTo>
                  <a:pt x="19307" y="37947"/>
                </a:lnTo>
                <a:lnTo>
                  <a:pt x="20158" y="38243"/>
                </a:lnTo>
                <a:lnTo>
                  <a:pt x="21009" y="38502"/>
                </a:lnTo>
                <a:lnTo>
                  <a:pt x="20787" y="38502"/>
                </a:lnTo>
                <a:lnTo>
                  <a:pt x="19899" y="38613"/>
                </a:lnTo>
                <a:lnTo>
                  <a:pt x="19011" y="38687"/>
                </a:lnTo>
                <a:lnTo>
                  <a:pt x="18124" y="38687"/>
                </a:lnTo>
                <a:lnTo>
                  <a:pt x="17236" y="38650"/>
                </a:lnTo>
                <a:lnTo>
                  <a:pt x="16349" y="38576"/>
                </a:lnTo>
                <a:lnTo>
                  <a:pt x="15498" y="38465"/>
                </a:lnTo>
                <a:lnTo>
                  <a:pt x="14610" y="38317"/>
                </a:lnTo>
                <a:lnTo>
                  <a:pt x="13760" y="38095"/>
                </a:lnTo>
                <a:lnTo>
                  <a:pt x="12946" y="37873"/>
                </a:lnTo>
                <a:lnTo>
                  <a:pt x="12095" y="37577"/>
                </a:lnTo>
                <a:lnTo>
                  <a:pt x="11282" y="37244"/>
                </a:lnTo>
                <a:lnTo>
                  <a:pt x="10505" y="36874"/>
                </a:lnTo>
                <a:lnTo>
                  <a:pt x="9728" y="36468"/>
                </a:lnTo>
                <a:lnTo>
                  <a:pt x="8951" y="36024"/>
                </a:lnTo>
                <a:lnTo>
                  <a:pt x="8212" y="35543"/>
                </a:lnTo>
                <a:lnTo>
                  <a:pt x="7472" y="35025"/>
                </a:lnTo>
                <a:lnTo>
                  <a:pt x="6769" y="34470"/>
                </a:lnTo>
                <a:lnTo>
                  <a:pt x="6141" y="33879"/>
                </a:lnTo>
                <a:lnTo>
                  <a:pt x="5475" y="33250"/>
                </a:lnTo>
                <a:lnTo>
                  <a:pt x="4883" y="32621"/>
                </a:lnTo>
                <a:lnTo>
                  <a:pt x="4328" y="31955"/>
                </a:lnTo>
                <a:lnTo>
                  <a:pt x="3810" y="31253"/>
                </a:lnTo>
                <a:lnTo>
                  <a:pt x="3293" y="30550"/>
                </a:lnTo>
                <a:lnTo>
                  <a:pt x="2849" y="29773"/>
                </a:lnTo>
                <a:lnTo>
                  <a:pt x="2442" y="29034"/>
                </a:lnTo>
                <a:lnTo>
                  <a:pt x="2035" y="28220"/>
                </a:lnTo>
                <a:lnTo>
                  <a:pt x="1702" y="27443"/>
                </a:lnTo>
                <a:lnTo>
                  <a:pt x="1406" y="26593"/>
                </a:lnTo>
                <a:lnTo>
                  <a:pt x="1147" y="25779"/>
                </a:lnTo>
                <a:lnTo>
                  <a:pt x="926" y="24891"/>
                </a:lnTo>
                <a:lnTo>
                  <a:pt x="741" y="24041"/>
                </a:lnTo>
                <a:lnTo>
                  <a:pt x="593" y="23153"/>
                </a:lnTo>
                <a:lnTo>
                  <a:pt x="482" y="22228"/>
                </a:lnTo>
                <a:lnTo>
                  <a:pt x="445" y="21341"/>
                </a:lnTo>
                <a:lnTo>
                  <a:pt x="408" y="20453"/>
                </a:lnTo>
                <a:lnTo>
                  <a:pt x="445" y="19565"/>
                </a:lnTo>
                <a:lnTo>
                  <a:pt x="519" y="18715"/>
                </a:lnTo>
                <a:lnTo>
                  <a:pt x="630" y="17827"/>
                </a:lnTo>
                <a:lnTo>
                  <a:pt x="778" y="16976"/>
                </a:lnTo>
                <a:lnTo>
                  <a:pt x="1000" y="16126"/>
                </a:lnTo>
                <a:lnTo>
                  <a:pt x="1221" y="15275"/>
                </a:lnTo>
                <a:lnTo>
                  <a:pt x="1517" y="14461"/>
                </a:lnTo>
                <a:lnTo>
                  <a:pt x="1850" y="13648"/>
                </a:lnTo>
                <a:lnTo>
                  <a:pt x="2220" y="12834"/>
                </a:lnTo>
                <a:lnTo>
                  <a:pt x="2627" y="12057"/>
                </a:lnTo>
                <a:lnTo>
                  <a:pt x="3071" y="11318"/>
                </a:lnTo>
                <a:lnTo>
                  <a:pt x="3552" y="10578"/>
                </a:lnTo>
                <a:lnTo>
                  <a:pt x="4069" y="9838"/>
                </a:lnTo>
                <a:lnTo>
                  <a:pt x="11540" y="0"/>
                </a:lnTo>
                <a:close/>
              </a:path>
            </a:pathLst>
          </a:custGeom>
          <a:solidFill>
            <a:srgbClr val="EC8BCE"/>
          </a:solidFill>
          <a:ln cap="flat" cmpd="sng" w="9525">
            <a:solidFill>
              <a:srgbClr val="EC8B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0" name="Google Shape;180;p17"/>
          <p:cNvGrpSpPr/>
          <p:nvPr/>
        </p:nvGrpSpPr>
        <p:grpSpPr>
          <a:xfrm>
            <a:off x="-242731" y="3490553"/>
            <a:ext cx="1876937" cy="1874096"/>
            <a:chOff x="14014" y="1403925"/>
            <a:chExt cx="3749374" cy="3743700"/>
          </a:xfrm>
        </p:grpSpPr>
        <p:sp>
          <p:nvSpPr>
            <p:cNvPr id="181" name="Google Shape;181;p17"/>
            <p:cNvSpPr/>
            <p:nvPr/>
          </p:nvSpPr>
          <p:spPr>
            <a:xfrm>
              <a:off x="19688" y="1403925"/>
              <a:ext cx="3743700" cy="3743700"/>
            </a:xfrm>
            <a:prstGeom prst="rtTriangle">
              <a:avLst/>
            </a:prstGeom>
            <a:gradFill>
              <a:gsLst>
                <a:gs pos="0">
                  <a:srgbClr val="EC8BCE"/>
                </a:gs>
                <a:gs pos="100000">
                  <a:srgbClr val="3429A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2" name="Google Shape;182;p17"/>
            <p:cNvCxnSpPr/>
            <p:nvPr/>
          </p:nvCxnSpPr>
          <p:spPr>
            <a:xfrm rot="10800000">
              <a:off x="27321" y="1515106"/>
              <a:ext cx="3648600" cy="36270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3" name="Google Shape;183;p17"/>
            <p:cNvCxnSpPr/>
            <p:nvPr/>
          </p:nvCxnSpPr>
          <p:spPr>
            <a:xfrm rot="10800000">
              <a:off x="19689" y="4908525"/>
              <a:ext cx="239100" cy="2391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4" name="Google Shape;184;p17"/>
            <p:cNvCxnSpPr/>
            <p:nvPr/>
          </p:nvCxnSpPr>
          <p:spPr>
            <a:xfrm rot="10800000">
              <a:off x="19689" y="4754625"/>
              <a:ext cx="393000" cy="3930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5" name="Google Shape;185;p17"/>
            <p:cNvCxnSpPr/>
            <p:nvPr/>
          </p:nvCxnSpPr>
          <p:spPr>
            <a:xfrm rot="10800000">
              <a:off x="19689" y="4607325"/>
              <a:ext cx="540300" cy="5403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6" name="Google Shape;186;p17"/>
            <p:cNvCxnSpPr/>
            <p:nvPr/>
          </p:nvCxnSpPr>
          <p:spPr>
            <a:xfrm rot="10800000">
              <a:off x="19608" y="4399125"/>
              <a:ext cx="748500" cy="7485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7" name="Google Shape;187;p17"/>
            <p:cNvCxnSpPr/>
            <p:nvPr/>
          </p:nvCxnSpPr>
          <p:spPr>
            <a:xfrm rot="10800000">
              <a:off x="19636" y="4259025"/>
              <a:ext cx="888600" cy="8886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" name="Google Shape;188;p17"/>
            <p:cNvCxnSpPr/>
            <p:nvPr/>
          </p:nvCxnSpPr>
          <p:spPr>
            <a:xfrm rot="10800000">
              <a:off x="19900" y="4092225"/>
              <a:ext cx="1055400" cy="10554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" name="Google Shape;189;p17"/>
            <p:cNvCxnSpPr/>
            <p:nvPr/>
          </p:nvCxnSpPr>
          <p:spPr>
            <a:xfrm rot="10800000">
              <a:off x="19688" y="3932325"/>
              <a:ext cx="1215300" cy="12153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" name="Google Shape;190;p17"/>
            <p:cNvCxnSpPr/>
            <p:nvPr/>
          </p:nvCxnSpPr>
          <p:spPr>
            <a:xfrm rot="10800000">
              <a:off x="19424" y="3768825"/>
              <a:ext cx="1379100" cy="13788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" name="Google Shape;191;p17"/>
            <p:cNvCxnSpPr/>
            <p:nvPr/>
          </p:nvCxnSpPr>
          <p:spPr>
            <a:xfrm rot="10800000">
              <a:off x="19708" y="3592125"/>
              <a:ext cx="1555500" cy="15555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" name="Google Shape;192;p17"/>
            <p:cNvCxnSpPr/>
            <p:nvPr/>
          </p:nvCxnSpPr>
          <p:spPr>
            <a:xfrm rot="10800000">
              <a:off x="19744" y="3428625"/>
              <a:ext cx="1719000" cy="17190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" name="Google Shape;193;p17"/>
            <p:cNvCxnSpPr>
              <a:stCxn id="181" idx="3"/>
              <a:endCxn id="181" idx="1"/>
            </p:cNvCxnSpPr>
            <p:nvPr/>
          </p:nvCxnSpPr>
          <p:spPr>
            <a:xfrm rot="10800000">
              <a:off x="19538" y="3275625"/>
              <a:ext cx="1872000" cy="18720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" name="Google Shape;194;p17"/>
            <p:cNvCxnSpPr/>
            <p:nvPr/>
          </p:nvCxnSpPr>
          <p:spPr>
            <a:xfrm rot="10800000">
              <a:off x="14014" y="3097725"/>
              <a:ext cx="2050200" cy="20499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5" name="Google Shape;195;p17"/>
            <p:cNvCxnSpPr/>
            <p:nvPr/>
          </p:nvCxnSpPr>
          <p:spPr>
            <a:xfrm rot="10800000">
              <a:off x="19853" y="2928825"/>
              <a:ext cx="2218800" cy="22188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6" name="Google Shape;196;p17"/>
            <p:cNvCxnSpPr/>
            <p:nvPr/>
          </p:nvCxnSpPr>
          <p:spPr>
            <a:xfrm rot="10800000">
              <a:off x="19456" y="2780925"/>
              <a:ext cx="2366700" cy="23667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7" name="Google Shape;197;p17"/>
            <p:cNvCxnSpPr/>
            <p:nvPr/>
          </p:nvCxnSpPr>
          <p:spPr>
            <a:xfrm rot="10800000">
              <a:off x="19595" y="2606625"/>
              <a:ext cx="2541000" cy="25410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" name="Google Shape;198;p17"/>
            <p:cNvCxnSpPr/>
            <p:nvPr/>
          </p:nvCxnSpPr>
          <p:spPr>
            <a:xfrm rot="10800000">
              <a:off x="19654" y="2461425"/>
              <a:ext cx="2686200" cy="26862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17"/>
            <p:cNvCxnSpPr/>
            <p:nvPr/>
          </p:nvCxnSpPr>
          <p:spPr>
            <a:xfrm rot="10800000">
              <a:off x="19658" y="2284425"/>
              <a:ext cx="2863200" cy="28632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" name="Google Shape;200;p17"/>
            <p:cNvCxnSpPr/>
            <p:nvPr/>
          </p:nvCxnSpPr>
          <p:spPr>
            <a:xfrm rot="10800000">
              <a:off x="19571" y="2132325"/>
              <a:ext cx="3015600" cy="30153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" name="Google Shape;201;p17"/>
            <p:cNvCxnSpPr/>
            <p:nvPr/>
          </p:nvCxnSpPr>
          <p:spPr>
            <a:xfrm rot="10800000">
              <a:off x="19650" y="1977225"/>
              <a:ext cx="3170400" cy="31704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" name="Google Shape;202;p17"/>
            <p:cNvCxnSpPr/>
            <p:nvPr/>
          </p:nvCxnSpPr>
          <p:spPr>
            <a:xfrm rot="10800000">
              <a:off x="19500" y="1816425"/>
              <a:ext cx="3331200" cy="33312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" name="Google Shape;203;p17"/>
            <p:cNvCxnSpPr/>
            <p:nvPr/>
          </p:nvCxnSpPr>
          <p:spPr>
            <a:xfrm rot="10800000">
              <a:off x="19556" y="1643325"/>
              <a:ext cx="3504300" cy="3504300"/>
            </a:xfrm>
            <a:prstGeom prst="straightConnector1">
              <a:avLst/>
            </a:prstGeom>
            <a:noFill/>
            <a:ln cap="flat" cmpd="sng" w="19050">
              <a:solidFill>
                <a:srgbClr val="3429A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spd="slow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/>
          <p:nvPr/>
        </p:nvSpPr>
        <p:spPr>
          <a:xfrm>
            <a:off x="-15750" y="0"/>
            <a:ext cx="9175500" cy="5143500"/>
          </a:xfrm>
          <a:prstGeom prst="rect">
            <a:avLst/>
          </a:prstGeom>
          <a:solidFill>
            <a:srgbClr val="5D7F36">
              <a:alpha val="836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2811296" y="2027178"/>
            <a:ext cx="5143500" cy="9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700">
                <a:solidFill>
                  <a:schemeClr val="lt1"/>
                </a:solidFill>
              </a:rPr>
              <a:t>RAPID EXPRESS </a:t>
            </a:r>
            <a:endParaRPr b="1" sz="3700">
              <a:solidFill>
                <a:schemeClr val="lt1"/>
              </a:solidFill>
            </a:endParaRPr>
          </a:p>
        </p:txBody>
      </p:sp>
      <p:sp>
        <p:nvSpPr>
          <p:cNvPr id="214" name="Google Shape;214;p19"/>
          <p:cNvSpPr txBox="1"/>
          <p:nvPr/>
        </p:nvSpPr>
        <p:spPr>
          <a:xfrm>
            <a:off x="4496097" y="4633204"/>
            <a:ext cx="79725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RRHH, </a:t>
            </a:r>
            <a:r>
              <a:rPr lang="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Departamento de Analistas de Datos 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19" title="Logo Rapid Express - Letras blancas.png"/>
          <p:cNvPicPr preferRelativeResize="0"/>
          <p:nvPr/>
        </p:nvPicPr>
        <p:blipFill rotWithShape="1">
          <a:blip r:embed="rId4">
            <a:alphaModFix/>
          </a:blip>
          <a:srcRect b="35086" l="0" r="0" t="0"/>
          <a:stretch/>
        </p:blipFill>
        <p:spPr>
          <a:xfrm>
            <a:off x="1626024" y="1607976"/>
            <a:ext cx="1776351" cy="115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4E6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7450" y="0"/>
            <a:ext cx="3463201" cy="4753751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/>
          <p:nvPr/>
        </p:nvSpPr>
        <p:spPr>
          <a:xfrm>
            <a:off x="-17450" y="-17425"/>
            <a:ext cx="3463200" cy="499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2" name="Google Shape;222;p20" title="Logo Rapid Express - Letras blancas.png"/>
          <p:cNvPicPr preferRelativeResize="0"/>
          <p:nvPr/>
        </p:nvPicPr>
        <p:blipFill rotWithShape="1">
          <a:blip r:embed="rId4">
            <a:alphaModFix/>
          </a:blip>
          <a:srcRect b="35086" l="0" r="0" t="0"/>
          <a:stretch/>
        </p:blipFill>
        <p:spPr>
          <a:xfrm>
            <a:off x="-324441" y="-299190"/>
            <a:ext cx="1233029" cy="800399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0"/>
          <p:cNvSpPr txBox="1"/>
          <p:nvPr/>
        </p:nvSpPr>
        <p:spPr>
          <a:xfrm>
            <a:off x="3911725" y="276975"/>
            <a:ext cx="4951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7000"/>
              </a:lnSpc>
              <a:spcBef>
                <a:spcPts val="9200"/>
              </a:spcBef>
              <a:spcAft>
                <a:spcPts val="9200"/>
              </a:spcAft>
              <a:buNone/>
            </a:pPr>
            <a:r>
              <a:rPr lang="es" sz="2600">
                <a:solidFill>
                  <a:srgbClr val="8BC349"/>
                </a:solidFill>
                <a:latin typeface="Albert Sans"/>
                <a:ea typeface="Albert Sans"/>
                <a:cs typeface="Albert Sans"/>
                <a:sym typeface="Albert Sans"/>
              </a:rPr>
              <a:t>El </a:t>
            </a:r>
            <a:r>
              <a:rPr lang="es" sz="2600">
                <a:solidFill>
                  <a:srgbClr val="8BC349"/>
                </a:solidFill>
                <a:latin typeface="Albert Sans"/>
                <a:ea typeface="Albert Sans"/>
                <a:cs typeface="Albert Sans"/>
                <a:sym typeface="Albert Sans"/>
              </a:rPr>
              <a:t>engranaje</a:t>
            </a:r>
            <a:r>
              <a:rPr lang="es" sz="2600">
                <a:solidFill>
                  <a:srgbClr val="8BC349"/>
                </a:solidFill>
                <a:latin typeface="Albert Sans"/>
                <a:ea typeface="Albert Sans"/>
                <a:cs typeface="Albert Sans"/>
                <a:sym typeface="Albert Sans"/>
              </a:rPr>
              <a:t>: l</a:t>
            </a:r>
            <a:r>
              <a:rPr lang="es" sz="2600">
                <a:solidFill>
                  <a:srgbClr val="8BC349"/>
                </a:solidFill>
                <a:latin typeface="Albert Sans"/>
                <a:ea typeface="Albert Sans"/>
                <a:cs typeface="Albert Sans"/>
                <a:sym typeface="Albert Sans"/>
              </a:rPr>
              <a:t>os repartidores</a:t>
            </a:r>
            <a:endParaRPr sz="2600">
              <a:solidFill>
                <a:srgbClr val="8BC349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3911725" y="1648174"/>
            <a:ext cx="4794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En Rapid Express hacemos llegar cada paquete de forma rápida, segura y sostenible.</a:t>
            </a:r>
            <a:br>
              <a:rPr lang="es" sz="1600">
                <a:solidFill>
                  <a:schemeClr val="dk2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</a:br>
            <a:endParaRPr sz="1600">
              <a:solidFill>
                <a:schemeClr val="dk2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El verdadero motor que lo hace posible es el capital </a:t>
            </a:r>
            <a:r>
              <a:rPr lang="es" sz="1600">
                <a:solidFill>
                  <a:srgbClr val="8BC349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humano</a:t>
            </a:r>
            <a:r>
              <a:rPr lang="es" sz="1600">
                <a:solidFill>
                  <a:schemeClr val="dk2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.</a:t>
            </a:r>
            <a:endParaRPr sz="1600">
              <a:solidFill>
                <a:schemeClr val="dk2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3911725" y="3517655"/>
            <a:ext cx="4951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9200"/>
              </a:spcBef>
              <a:spcAft>
                <a:spcPts val="9200"/>
              </a:spcAft>
              <a:buNone/>
            </a:pPr>
            <a:r>
              <a:rPr lang="es" sz="1500">
                <a:solidFill>
                  <a:srgbClr val="8BC349"/>
                </a:solidFill>
                <a:latin typeface="Albert Sans ExtraLight"/>
                <a:ea typeface="Albert Sans ExtraLight"/>
                <a:cs typeface="Albert Sans ExtraLight"/>
                <a:sym typeface="Albert Sans ExtraLight"/>
              </a:rPr>
              <a:t>Nuestro negocio depende de nuestra plantilla.</a:t>
            </a:r>
            <a:endParaRPr sz="1500">
              <a:latin typeface="Albert Sans ExtraLight"/>
              <a:ea typeface="Albert Sans ExtraLight"/>
              <a:cs typeface="Albert Sans ExtraLight"/>
              <a:sym typeface="Albert Sans ExtraLight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-17450" y="4719225"/>
            <a:ext cx="9144000" cy="424200"/>
          </a:xfrm>
          <a:prstGeom prst="rect">
            <a:avLst/>
          </a:prstGeom>
          <a:solidFill>
            <a:srgbClr val="8BC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D7F36"/>
            </a:gs>
            <a:gs pos="5000">
              <a:srgbClr val="5D7F36"/>
            </a:gs>
            <a:gs pos="100000">
              <a:srgbClr val="FFFFFF">
                <a:alpha val="0"/>
              </a:srgbClr>
            </a:gs>
          </a:gsLst>
          <a:lin ang="0" scaled="0"/>
        </a:gra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1"/>
          <p:cNvSpPr/>
          <p:nvPr/>
        </p:nvSpPr>
        <p:spPr>
          <a:xfrm>
            <a:off x="-11618" y="-23243"/>
            <a:ext cx="9144000" cy="5219100"/>
          </a:xfrm>
          <a:prstGeom prst="rect">
            <a:avLst/>
          </a:prstGeom>
          <a:solidFill>
            <a:srgbClr val="5D7F36">
              <a:alpha val="9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466061" y="1875971"/>
            <a:ext cx="8211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7000"/>
              </a:lnSpc>
              <a:spcBef>
                <a:spcPts val="9200"/>
              </a:spcBef>
              <a:spcAft>
                <a:spcPts val="9200"/>
              </a:spcAft>
              <a:buNone/>
            </a:pPr>
            <a:r>
              <a:rPr lang="es" sz="2200">
                <a:solidFill>
                  <a:srgbClr val="DEF7CF"/>
                </a:solidFill>
                <a:latin typeface="Albert Sans"/>
                <a:ea typeface="Albert Sans"/>
                <a:cs typeface="Albert Sans"/>
                <a:sym typeface="Albert Sans"/>
              </a:rPr>
              <a:t>Desde RRHH avanzaremos hacia propuestas concretas, basadas en datos, con el objetivo de impulsar mejoras reales en nuestros trabajadores.</a:t>
            </a:r>
            <a:endParaRPr sz="2200">
              <a:solidFill>
                <a:srgbClr val="DEF7CF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4E6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/>
          <p:nvPr/>
        </p:nvSpPr>
        <p:spPr>
          <a:xfrm>
            <a:off x="-17450" y="4719225"/>
            <a:ext cx="9144000" cy="424200"/>
          </a:xfrm>
          <a:prstGeom prst="rect">
            <a:avLst/>
          </a:prstGeom>
          <a:solidFill>
            <a:srgbClr val="8BC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2"/>
          <p:cNvSpPr/>
          <p:nvPr/>
        </p:nvSpPr>
        <p:spPr>
          <a:xfrm>
            <a:off x="-17450" y="-17425"/>
            <a:ext cx="9144000" cy="5187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22" title="Logo Rapid Express - Letras blancas.png"/>
          <p:cNvPicPr preferRelativeResize="0"/>
          <p:nvPr/>
        </p:nvPicPr>
        <p:blipFill rotWithShape="1">
          <a:blip r:embed="rId3">
            <a:alphaModFix/>
          </a:blip>
          <a:srcRect b="35086" l="0" r="0" t="0"/>
          <a:stretch/>
        </p:blipFill>
        <p:spPr>
          <a:xfrm>
            <a:off x="-324441" y="-299190"/>
            <a:ext cx="1233029" cy="80039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/>
          <p:nvPr/>
        </p:nvSpPr>
        <p:spPr>
          <a:xfrm>
            <a:off x="116779" y="1213956"/>
            <a:ext cx="40140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434343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Para dar respuesta a los retos, </a:t>
            </a:r>
            <a:r>
              <a:rPr b="1" lang="es" sz="1600">
                <a:solidFill>
                  <a:srgbClr val="8BC349"/>
                </a:solidFill>
                <a:latin typeface="Albert Sans"/>
                <a:ea typeface="Albert Sans"/>
                <a:cs typeface="Albert Sans"/>
                <a:sym typeface="Albert Sans"/>
              </a:rPr>
              <a:t>se ha desarrollado</a:t>
            </a:r>
            <a:r>
              <a:rPr lang="es" sz="1600">
                <a:solidFill>
                  <a:srgbClr val="8BC349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 </a:t>
            </a:r>
            <a:r>
              <a:rPr b="1" lang="es" sz="1600">
                <a:solidFill>
                  <a:srgbClr val="8BC349"/>
                </a:solidFill>
                <a:latin typeface="Albert Sans"/>
                <a:ea typeface="Albert Sans"/>
                <a:cs typeface="Albert Sans"/>
                <a:sym typeface="Albert Sans"/>
              </a:rPr>
              <a:t>una app</a:t>
            </a:r>
            <a:r>
              <a:rPr lang="es" sz="1600">
                <a:solidFill>
                  <a:srgbClr val="434343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 que centralizará los análisis y estrategias generados </a:t>
            </a:r>
            <a:r>
              <a:rPr b="1" lang="es" sz="1600">
                <a:solidFill>
                  <a:srgbClr val="434343"/>
                </a:solidFill>
                <a:latin typeface="Albert Sans"/>
                <a:ea typeface="Albert Sans"/>
                <a:cs typeface="Albert Sans"/>
                <a:sym typeface="Albert Sans"/>
              </a:rPr>
              <a:t>durante el proyecto</a:t>
            </a:r>
            <a:r>
              <a:rPr lang="es" sz="1600">
                <a:solidFill>
                  <a:srgbClr val="434343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, aportando valor añadido y sirviendo como herramienta de apoyo para todo el departamento de </a:t>
            </a:r>
            <a:r>
              <a:rPr b="1" lang="es" sz="1600">
                <a:solidFill>
                  <a:srgbClr val="434343"/>
                </a:solidFill>
                <a:latin typeface="Albert Sans"/>
                <a:ea typeface="Albert Sans"/>
                <a:cs typeface="Albert Sans"/>
                <a:sym typeface="Albert Sans"/>
              </a:rPr>
              <a:t>RRHH</a:t>
            </a:r>
            <a:r>
              <a:rPr lang="es" sz="1600">
                <a:solidFill>
                  <a:srgbClr val="434343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.</a:t>
            </a:r>
            <a:endParaRPr sz="1600">
              <a:solidFill>
                <a:srgbClr val="434343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434343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En su desarrollo participarán los </a:t>
            </a:r>
            <a:r>
              <a:rPr lang="es" sz="1600">
                <a:solidFill>
                  <a:srgbClr val="8BC349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Analistas de Perfil y Desempeño Profesiona</a:t>
            </a:r>
            <a:r>
              <a:rPr lang="es" sz="1600">
                <a:solidFill>
                  <a:srgbClr val="8EC349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l </a:t>
            </a:r>
            <a:r>
              <a:rPr lang="es" sz="1600">
                <a:solidFill>
                  <a:srgbClr val="434343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y los </a:t>
            </a:r>
            <a:r>
              <a:rPr lang="es" sz="1600">
                <a:solidFill>
                  <a:srgbClr val="8EC349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Analistas de Absentismo y Bienestar Laboral</a:t>
            </a:r>
            <a:r>
              <a:rPr lang="es" sz="1600">
                <a:solidFill>
                  <a:srgbClr val="434343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.</a:t>
            </a:r>
            <a:endParaRPr sz="1600">
              <a:solidFill>
                <a:srgbClr val="434343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</p:txBody>
      </p:sp>
      <p:pic>
        <p:nvPicPr>
          <p:cNvPr id="242" name="Google Shape;24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4725" y="1224325"/>
            <a:ext cx="4587475" cy="3058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4E6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3"/>
          <p:cNvSpPr/>
          <p:nvPr/>
        </p:nvSpPr>
        <p:spPr>
          <a:xfrm>
            <a:off x="-17450" y="4719225"/>
            <a:ext cx="9144000" cy="424200"/>
          </a:xfrm>
          <a:prstGeom prst="rect">
            <a:avLst/>
          </a:prstGeom>
          <a:solidFill>
            <a:srgbClr val="8BC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3"/>
          <p:cNvSpPr/>
          <p:nvPr/>
        </p:nvSpPr>
        <p:spPr>
          <a:xfrm>
            <a:off x="-17450" y="-17425"/>
            <a:ext cx="9144000" cy="5187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9" name="Google Shape;249;p23" title="Logo Rapid Express - Letras blancas.png"/>
          <p:cNvPicPr preferRelativeResize="0"/>
          <p:nvPr/>
        </p:nvPicPr>
        <p:blipFill rotWithShape="1">
          <a:blip r:embed="rId3">
            <a:alphaModFix/>
          </a:blip>
          <a:srcRect b="35086" l="0" r="0" t="0"/>
          <a:stretch/>
        </p:blipFill>
        <p:spPr>
          <a:xfrm>
            <a:off x="-324441" y="-299190"/>
            <a:ext cx="1233029" cy="800399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3"/>
          <p:cNvSpPr txBox="1"/>
          <p:nvPr/>
        </p:nvSpPr>
        <p:spPr>
          <a:xfrm>
            <a:off x="271419" y="1901112"/>
            <a:ext cx="8186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Analizar el </a:t>
            </a:r>
            <a:r>
              <a:rPr b="1"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perfil sociodemográfico</a:t>
            </a:r>
            <a:r>
              <a:rPr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 de los empleados para diseñar </a:t>
            </a:r>
            <a:r>
              <a:rPr b="1"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políticas de talento</a:t>
            </a:r>
            <a:r>
              <a:rPr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 más adaptadas y fomentar su compromiso y </a:t>
            </a:r>
            <a:r>
              <a:rPr b="1"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desarrollo</a:t>
            </a:r>
            <a:r>
              <a:rPr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 profesional.</a:t>
            </a:r>
            <a:br>
              <a:rPr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sz="16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Evaluar la </a:t>
            </a:r>
            <a:r>
              <a:rPr b="1"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magnitud</a:t>
            </a:r>
            <a:r>
              <a:rPr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 y </a:t>
            </a:r>
            <a:r>
              <a:rPr b="1"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estacionalidad</a:t>
            </a:r>
            <a:r>
              <a:rPr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 del absentismo laboral para mejorar la </a:t>
            </a:r>
            <a:r>
              <a:rPr b="1"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planificación</a:t>
            </a:r>
            <a:r>
              <a:rPr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 de recursos humanos y garantizar la </a:t>
            </a:r>
            <a:r>
              <a:rPr b="1"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continuidad</a:t>
            </a:r>
            <a:r>
              <a:rPr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 operativa.</a:t>
            </a:r>
            <a:endParaRPr sz="1600">
              <a:solidFill>
                <a:srgbClr val="CCCCCC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51" name="Google Shape;251;p23"/>
          <p:cNvSpPr txBox="1"/>
          <p:nvPr/>
        </p:nvSpPr>
        <p:spPr>
          <a:xfrm>
            <a:off x="-17450" y="543850"/>
            <a:ext cx="909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7000"/>
              </a:lnSpc>
              <a:spcBef>
                <a:spcPts val="9200"/>
              </a:spcBef>
              <a:spcAft>
                <a:spcPts val="9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200">
                <a:solidFill>
                  <a:srgbClr val="8BC349"/>
                </a:solidFill>
                <a:latin typeface="Albert Sans"/>
                <a:ea typeface="Albert Sans"/>
                <a:cs typeface="Albert Sans"/>
                <a:sym typeface="Albert Sans"/>
              </a:rPr>
              <a:t>OBJETIVOS</a:t>
            </a:r>
            <a:endParaRPr sz="2200">
              <a:solidFill>
                <a:srgbClr val="8BC349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4E6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4"/>
          <p:cNvSpPr/>
          <p:nvPr/>
        </p:nvSpPr>
        <p:spPr>
          <a:xfrm>
            <a:off x="-17450" y="4719225"/>
            <a:ext cx="9144000" cy="424200"/>
          </a:xfrm>
          <a:prstGeom prst="rect">
            <a:avLst/>
          </a:prstGeom>
          <a:solidFill>
            <a:srgbClr val="8BC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4"/>
          <p:cNvSpPr/>
          <p:nvPr/>
        </p:nvSpPr>
        <p:spPr>
          <a:xfrm>
            <a:off x="-17450" y="-17425"/>
            <a:ext cx="9144000" cy="5187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8" name="Google Shape;258;p24" title="Logo Rapid Express - Letras blancas.png"/>
          <p:cNvPicPr preferRelativeResize="0"/>
          <p:nvPr/>
        </p:nvPicPr>
        <p:blipFill rotWithShape="1">
          <a:blip r:embed="rId3">
            <a:alphaModFix/>
          </a:blip>
          <a:srcRect b="35086" l="0" r="0" t="0"/>
          <a:stretch/>
        </p:blipFill>
        <p:spPr>
          <a:xfrm>
            <a:off x="-324441" y="-299190"/>
            <a:ext cx="1233029" cy="800399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4"/>
          <p:cNvSpPr txBox="1"/>
          <p:nvPr/>
        </p:nvSpPr>
        <p:spPr>
          <a:xfrm>
            <a:off x="271419" y="1901112"/>
            <a:ext cx="8186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Analizar el </a:t>
            </a:r>
            <a:r>
              <a:rPr b="1"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perfil sociodemográfico</a:t>
            </a:r>
            <a:r>
              <a:rPr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 de los empleados para diseñar </a:t>
            </a:r>
            <a:r>
              <a:rPr b="1"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políticas de talento</a:t>
            </a:r>
            <a:r>
              <a:rPr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 más adaptadas y fomentar su compromiso y </a:t>
            </a:r>
            <a:r>
              <a:rPr b="1"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desarrollo</a:t>
            </a:r>
            <a:r>
              <a:rPr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 profesional.</a:t>
            </a:r>
            <a:br>
              <a:rPr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sz="16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Evaluar la </a:t>
            </a:r>
            <a:r>
              <a:rPr b="1"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magnitud</a:t>
            </a:r>
            <a:r>
              <a:rPr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 y </a:t>
            </a:r>
            <a:r>
              <a:rPr b="1"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estacionalidad</a:t>
            </a:r>
            <a:r>
              <a:rPr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 del absentismo laboral para mejorar la </a:t>
            </a:r>
            <a:r>
              <a:rPr b="1"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planificación</a:t>
            </a:r>
            <a:r>
              <a:rPr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 de recursos humanos y garantizar la </a:t>
            </a:r>
            <a:r>
              <a:rPr b="1"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continuidad</a:t>
            </a:r>
            <a:r>
              <a:rPr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 operativa.</a:t>
            </a:r>
            <a:endParaRPr sz="1600">
              <a:solidFill>
                <a:srgbClr val="CCCCCC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60" name="Google Shape;260;p24"/>
          <p:cNvSpPr txBox="1"/>
          <p:nvPr/>
        </p:nvSpPr>
        <p:spPr>
          <a:xfrm>
            <a:off x="-17450" y="543850"/>
            <a:ext cx="909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7000"/>
              </a:lnSpc>
              <a:spcBef>
                <a:spcPts val="9200"/>
              </a:spcBef>
              <a:spcAft>
                <a:spcPts val="9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200">
                <a:solidFill>
                  <a:srgbClr val="8BC349"/>
                </a:solidFill>
                <a:latin typeface="Albert Sans"/>
                <a:ea typeface="Albert Sans"/>
                <a:cs typeface="Albert Sans"/>
                <a:sym typeface="Albert Sans"/>
              </a:rPr>
              <a:t>OBJETIVOS</a:t>
            </a:r>
            <a:endParaRPr sz="2200">
              <a:solidFill>
                <a:srgbClr val="8BC349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61" name="Google Shape;261;p24"/>
          <p:cNvSpPr/>
          <p:nvPr/>
        </p:nvSpPr>
        <p:spPr>
          <a:xfrm>
            <a:off x="249900" y="1941160"/>
            <a:ext cx="8299500" cy="645000"/>
          </a:xfrm>
          <a:prstGeom prst="rect">
            <a:avLst/>
          </a:prstGeom>
          <a:noFill/>
          <a:ln cap="flat" cmpd="sng" w="19050">
            <a:solidFill>
              <a:srgbClr val="8EC3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5" title="Rapid_EXPRESS.jpg"/>
          <p:cNvPicPr preferRelativeResize="0"/>
          <p:nvPr/>
        </p:nvPicPr>
        <p:blipFill rotWithShape="1">
          <a:blip r:embed="rId3">
            <a:alphaModFix/>
          </a:blip>
          <a:srcRect b="23829" l="0" r="0" t="18640"/>
          <a:stretch/>
        </p:blipFill>
        <p:spPr>
          <a:xfrm>
            <a:off x="18414" y="-1"/>
            <a:ext cx="9072325" cy="52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/>
          <p:nvPr/>
        </p:nvSpPr>
        <p:spPr>
          <a:xfrm>
            <a:off x="-17429" y="14514"/>
            <a:ext cx="9144000" cy="5219100"/>
          </a:xfrm>
          <a:prstGeom prst="rect">
            <a:avLst/>
          </a:prstGeom>
          <a:solidFill>
            <a:srgbClr val="5D7F36">
              <a:alpha val="9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8" name="Google Shape;268;p25" title="Logo Rapid Express - Letras blancas.png"/>
          <p:cNvPicPr preferRelativeResize="0"/>
          <p:nvPr/>
        </p:nvPicPr>
        <p:blipFill rotWithShape="1">
          <a:blip r:embed="rId4">
            <a:alphaModFix/>
          </a:blip>
          <a:srcRect b="35086" l="0" r="0" t="0"/>
          <a:stretch/>
        </p:blipFill>
        <p:spPr>
          <a:xfrm>
            <a:off x="-324441" y="-299190"/>
            <a:ext cx="1233029" cy="80039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5"/>
          <p:cNvSpPr txBox="1"/>
          <p:nvPr/>
        </p:nvSpPr>
        <p:spPr>
          <a:xfrm>
            <a:off x="130950" y="718250"/>
            <a:ext cx="8919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7000"/>
              </a:lnSpc>
              <a:spcBef>
                <a:spcPts val="9200"/>
              </a:spcBef>
              <a:spcAft>
                <a:spcPts val="9200"/>
              </a:spcAft>
              <a:buNone/>
            </a:pPr>
            <a:r>
              <a:rPr lang="es" sz="2900">
                <a:solidFill>
                  <a:srgbClr val="DEF7CF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METODOLOGÍA                                      </a:t>
            </a:r>
            <a:br>
              <a:rPr lang="es" sz="2900">
                <a:solidFill>
                  <a:srgbClr val="DEF7CF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</a:br>
            <a:endParaRPr sz="2900">
              <a:solidFill>
                <a:srgbClr val="DEF7CF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270" name="Google Shape;270;p25"/>
          <p:cNvSpPr txBox="1"/>
          <p:nvPr/>
        </p:nvSpPr>
        <p:spPr>
          <a:xfrm>
            <a:off x="399500" y="1643037"/>
            <a:ext cx="7776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F7CF"/>
              </a:buClr>
              <a:buSzPts val="2500"/>
              <a:buFont typeface="Albert Sans Light"/>
              <a:buAutoNum type="arabicPeriod"/>
            </a:pPr>
            <a:r>
              <a:rPr lang="es" sz="2500">
                <a:solidFill>
                  <a:srgbClr val="DEF7CF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Agrupación de Datos </a:t>
            </a:r>
            <a:endParaRPr sz="2500">
              <a:solidFill>
                <a:srgbClr val="DEF7CF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F7CF"/>
              </a:buClr>
              <a:buSzPts val="2500"/>
              <a:buFont typeface="Albert Sans Light"/>
              <a:buAutoNum type="arabicPeriod"/>
            </a:pPr>
            <a:r>
              <a:rPr lang="es" sz="2500">
                <a:solidFill>
                  <a:srgbClr val="DEF7CF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Preprocesamiento </a:t>
            </a:r>
            <a:endParaRPr sz="2500">
              <a:solidFill>
                <a:srgbClr val="DEF7CF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F7CF"/>
              </a:buClr>
              <a:buSzPts val="2500"/>
              <a:buFont typeface="Albert Sans Light"/>
              <a:buAutoNum type="arabicPeriod"/>
            </a:pPr>
            <a:r>
              <a:rPr lang="es" sz="2500">
                <a:solidFill>
                  <a:srgbClr val="DEF7CF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K-Means, Clustering </a:t>
            </a:r>
            <a:endParaRPr sz="2500">
              <a:solidFill>
                <a:srgbClr val="DEF7CF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F7CF"/>
              </a:buClr>
              <a:buSzPts val="2500"/>
              <a:buFont typeface="Albert Sans Light"/>
              <a:buAutoNum type="arabicPeriod"/>
            </a:pPr>
            <a:r>
              <a:rPr lang="es" sz="2500">
                <a:solidFill>
                  <a:srgbClr val="DEF7CF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PCA </a:t>
            </a:r>
            <a:endParaRPr sz="2500">
              <a:solidFill>
                <a:srgbClr val="DEF7CF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F7CF"/>
              </a:buClr>
              <a:buSzPts val="2500"/>
              <a:buFont typeface="Albert Sans Light"/>
              <a:buAutoNum type="arabicPeriod"/>
            </a:pPr>
            <a:r>
              <a:rPr lang="es" sz="2500">
                <a:solidFill>
                  <a:srgbClr val="DEF7CF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Métricas y KPIs</a:t>
            </a:r>
            <a:endParaRPr sz="2500">
              <a:solidFill>
                <a:srgbClr val="DEF7CF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6"/>
          <p:cNvSpPr txBox="1"/>
          <p:nvPr/>
        </p:nvSpPr>
        <p:spPr>
          <a:xfrm>
            <a:off x="3684725" y="146486"/>
            <a:ext cx="52368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7000"/>
              </a:lnSpc>
              <a:spcBef>
                <a:spcPts val="9200"/>
              </a:spcBef>
              <a:spcAft>
                <a:spcPts val="9200"/>
              </a:spcAft>
              <a:buNone/>
            </a:pPr>
            <a:r>
              <a:rPr b="1" lang="es" sz="2600">
                <a:solidFill>
                  <a:srgbClr val="8BC349"/>
                </a:solidFill>
                <a:latin typeface="Albert Sans"/>
                <a:ea typeface="Albert Sans"/>
                <a:cs typeface="Albert Sans"/>
                <a:sym typeface="Albert Sans"/>
              </a:rPr>
              <a:t>Segmento A: El Motor Familiar </a:t>
            </a:r>
            <a:r>
              <a:rPr b="1" lang="es" sz="1200">
                <a:solidFill>
                  <a:srgbClr val="8BC349"/>
                </a:solidFill>
                <a:latin typeface="Albert Sans"/>
                <a:ea typeface="Albert Sans"/>
                <a:cs typeface="Albert Sans"/>
                <a:sym typeface="Albert Sans"/>
              </a:rPr>
              <a:t>(42%)</a:t>
            </a:r>
            <a:r>
              <a:rPr b="1" lang="es" sz="2100">
                <a:solidFill>
                  <a:srgbClr val="8BC349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endParaRPr b="1" sz="2100">
              <a:solidFill>
                <a:srgbClr val="8BC349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76" name="Google Shape;276;p26"/>
          <p:cNvSpPr txBox="1"/>
          <p:nvPr/>
        </p:nvSpPr>
        <p:spPr>
          <a:xfrm>
            <a:off x="3827226" y="1438953"/>
            <a:ext cx="47949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8EC349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Perfil: </a:t>
            </a:r>
            <a:r>
              <a:rPr lang="es" sz="1600">
                <a:solidFill>
                  <a:srgbClr val="434343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Media de 37 años, carga familiar activa</a:t>
            </a:r>
            <a:r>
              <a:rPr lang="es" sz="1600">
                <a:solidFill>
                  <a:srgbClr val="434343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 (entre uno y dos hijos)</a:t>
            </a:r>
            <a:r>
              <a:rPr lang="es" sz="1600">
                <a:solidFill>
                  <a:srgbClr val="434343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, alta socialización, y </a:t>
            </a:r>
            <a:r>
              <a:rPr lang="es" sz="1600">
                <a:solidFill>
                  <a:srgbClr val="434343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también con niveles de IMC alto.</a:t>
            </a:r>
            <a:r>
              <a:rPr lang="es" sz="1600">
                <a:solidFill>
                  <a:srgbClr val="434343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 </a:t>
            </a:r>
            <a:br>
              <a:rPr lang="es" sz="1600">
                <a:solidFill>
                  <a:srgbClr val="434343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</a:br>
            <a:endParaRPr sz="1600">
              <a:solidFill>
                <a:srgbClr val="434343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8EC349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Riesgo</a:t>
            </a:r>
            <a:r>
              <a:rPr lang="es" sz="1600">
                <a:solidFill>
                  <a:srgbClr val="434343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: </a:t>
            </a:r>
            <a:r>
              <a:rPr i="1" lang="es" sz="1600">
                <a:solidFill>
                  <a:srgbClr val="434343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Burnout</a:t>
            </a:r>
            <a:r>
              <a:rPr lang="es" sz="1600">
                <a:solidFill>
                  <a:srgbClr val="434343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, turnos que dificultan conciliación, mayor cansancio acumulado, nivel de estrés elevado.</a:t>
            </a:r>
            <a:endParaRPr sz="1600">
              <a:solidFill>
                <a:srgbClr val="434343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</p:txBody>
      </p:sp>
      <p:sp>
        <p:nvSpPr>
          <p:cNvPr id="277" name="Google Shape;277;p26"/>
          <p:cNvSpPr txBox="1"/>
          <p:nvPr/>
        </p:nvSpPr>
        <p:spPr>
          <a:xfrm>
            <a:off x="3741250" y="3952700"/>
            <a:ext cx="538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9200"/>
              </a:spcBef>
              <a:spcAft>
                <a:spcPts val="9200"/>
              </a:spcAft>
              <a:buNone/>
            </a:pPr>
            <a:r>
              <a:rPr lang="es">
                <a:solidFill>
                  <a:srgbClr val="8BC349"/>
                </a:solidFill>
                <a:latin typeface="Albert Sans"/>
                <a:ea typeface="Albert Sans"/>
                <a:cs typeface="Albert Sans"/>
                <a:sym typeface="Albert Sans"/>
              </a:rPr>
              <a:t>Conciliación efectiva además de reducir fatiga y estrés logístico diario.</a:t>
            </a:r>
            <a:endParaRPr>
              <a:solidFill>
                <a:srgbClr val="8BC349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78" name="Google Shape;278;p26"/>
          <p:cNvSpPr/>
          <p:nvPr/>
        </p:nvSpPr>
        <p:spPr>
          <a:xfrm>
            <a:off x="0" y="-17436"/>
            <a:ext cx="3463200" cy="7353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9" name="Google Shape;279;p26" title="Logo Rapid Express - Letras blancas.png"/>
          <p:cNvPicPr preferRelativeResize="0"/>
          <p:nvPr/>
        </p:nvPicPr>
        <p:blipFill rotWithShape="1">
          <a:blip r:embed="rId3">
            <a:alphaModFix/>
          </a:blip>
          <a:srcRect b="35086" l="0" r="0" t="0"/>
          <a:stretch/>
        </p:blipFill>
        <p:spPr>
          <a:xfrm>
            <a:off x="-299441" y="-182490"/>
            <a:ext cx="1233029" cy="800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6" title="Gemini_Generated_Image_n2td8wn2td8wn2td.png"/>
          <p:cNvPicPr preferRelativeResize="0"/>
          <p:nvPr/>
        </p:nvPicPr>
        <p:blipFill rotWithShape="1">
          <a:blip r:embed="rId4">
            <a:alphaModFix/>
          </a:blip>
          <a:srcRect b="0" l="10112" r="5128" t="0"/>
          <a:stretch/>
        </p:blipFill>
        <p:spPr>
          <a:xfrm>
            <a:off x="0" y="703275"/>
            <a:ext cx="3463201" cy="4085701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6"/>
          <p:cNvSpPr/>
          <p:nvPr/>
        </p:nvSpPr>
        <p:spPr>
          <a:xfrm>
            <a:off x="-17450" y="4719225"/>
            <a:ext cx="9144000" cy="424200"/>
          </a:xfrm>
          <a:prstGeom prst="rect">
            <a:avLst/>
          </a:prstGeom>
          <a:solidFill>
            <a:srgbClr val="8BC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7" title="Rapid_EXPRESS.jpg"/>
          <p:cNvPicPr preferRelativeResize="0"/>
          <p:nvPr/>
        </p:nvPicPr>
        <p:blipFill rotWithShape="1">
          <a:blip r:embed="rId3">
            <a:alphaModFix/>
          </a:blip>
          <a:srcRect b="23829" l="0" r="0" t="18640"/>
          <a:stretch/>
        </p:blipFill>
        <p:spPr>
          <a:xfrm>
            <a:off x="18414" y="-1"/>
            <a:ext cx="9072325" cy="52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7"/>
          <p:cNvSpPr/>
          <p:nvPr/>
        </p:nvSpPr>
        <p:spPr>
          <a:xfrm>
            <a:off x="-17429" y="-2922"/>
            <a:ext cx="9144000" cy="5219100"/>
          </a:xfrm>
          <a:prstGeom prst="rect">
            <a:avLst/>
          </a:prstGeom>
          <a:solidFill>
            <a:srgbClr val="5D7F36">
              <a:alpha val="899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8" name="Google Shape;288;p27" title="Logo Rapid Express - Letras blancas.png"/>
          <p:cNvPicPr preferRelativeResize="0"/>
          <p:nvPr/>
        </p:nvPicPr>
        <p:blipFill rotWithShape="1">
          <a:blip r:embed="rId4">
            <a:alphaModFix/>
          </a:blip>
          <a:srcRect b="35086" l="0" r="0" t="0"/>
          <a:stretch/>
        </p:blipFill>
        <p:spPr>
          <a:xfrm>
            <a:off x="-324441" y="-281754"/>
            <a:ext cx="1233029" cy="80039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7"/>
          <p:cNvSpPr txBox="1"/>
          <p:nvPr/>
        </p:nvSpPr>
        <p:spPr>
          <a:xfrm>
            <a:off x="159175" y="711214"/>
            <a:ext cx="89199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7000"/>
              </a:lnSpc>
              <a:spcBef>
                <a:spcPts val="9200"/>
              </a:spcBef>
              <a:spcAft>
                <a:spcPts val="9200"/>
              </a:spcAft>
              <a:buNone/>
            </a:pPr>
            <a:r>
              <a:rPr lang="es" sz="2900">
                <a:solidFill>
                  <a:srgbClr val="DEF7CF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Acciones estratégicas </a:t>
            </a:r>
            <a:endParaRPr sz="2900">
              <a:solidFill>
                <a:srgbClr val="DEF7CF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290" name="Google Shape;290;p27"/>
          <p:cNvSpPr txBox="1"/>
          <p:nvPr/>
        </p:nvSpPr>
        <p:spPr>
          <a:xfrm>
            <a:off x="1596800" y="2030225"/>
            <a:ext cx="564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</p:txBody>
      </p:sp>
      <p:graphicFrame>
        <p:nvGraphicFramePr>
          <p:cNvPr id="291" name="Google Shape;291;p27"/>
          <p:cNvGraphicFramePr/>
          <p:nvPr/>
        </p:nvGraphicFramePr>
        <p:xfrm>
          <a:off x="159175" y="16069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{232C4F56-C7B0-4627-B254-02706719AAB3}</a:tableStyleId>
              </a:tblPr>
              <a:tblGrid>
                <a:gridCol w="1927625"/>
                <a:gridCol w="6898000"/>
              </a:tblGrid>
              <a:tr h="1706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7000"/>
                        </a:lnSpc>
                        <a:spcBef>
                          <a:spcPts val="9200"/>
                        </a:spcBef>
                        <a:spcAft>
                          <a:spcPts val="9200"/>
                        </a:spcAft>
                        <a:buNone/>
                      </a:pPr>
                      <a:r>
                        <a:rPr lang="es" sz="2200">
                          <a:solidFill>
                            <a:srgbClr val="DEF7CF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Segmento A: </a:t>
                      </a:r>
                      <a:r>
                        <a:rPr lang="es" sz="2100">
                          <a:solidFill>
                            <a:srgbClr val="DEF7CF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El Motor Familiar</a:t>
                      </a:r>
                      <a:endParaRPr sz="2100">
                        <a:solidFill>
                          <a:srgbClr val="DEF7CF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378000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BC3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s" sz="100">
                          <a:solidFill>
                            <a:schemeClr val="lt1"/>
                          </a:solidFill>
                          <a:latin typeface="Albert Sans Light"/>
                          <a:ea typeface="Albert Sans Light"/>
                          <a:cs typeface="Albert Sans Light"/>
                          <a:sym typeface="Albert Sans Light"/>
                        </a:rPr>
                      </a:br>
                      <a:br>
                        <a:rPr lang="es" sz="100">
                          <a:solidFill>
                            <a:schemeClr val="lt1"/>
                          </a:solidFill>
                          <a:latin typeface="Albert Sans Light"/>
                          <a:ea typeface="Albert Sans Light"/>
                          <a:cs typeface="Albert Sans Light"/>
                          <a:sym typeface="Albert Sans Light"/>
                        </a:rPr>
                      </a:br>
                      <a:br>
                        <a:rPr lang="es" sz="100">
                          <a:solidFill>
                            <a:schemeClr val="lt1"/>
                          </a:solidFill>
                          <a:latin typeface="Albert Sans Light"/>
                          <a:ea typeface="Albert Sans Light"/>
                          <a:cs typeface="Albert Sans Light"/>
                          <a:sym typeface="Albert Sans Light"/>
                        </a:rPr>
                      </a:br>
                      <a:r>
                        <a:rPr lang="es" sz="1600">
                          <a:solidFill>
                            <a:schemeClr val="lt1"/>
                          </a:solidFill>
                          <a:latin typeface="Albert Sans Light"/>
                          <a:ea typeface="Albert Sans Light"/>
                          <a:cs typeface="Albert Sans Light"/>
                          <a:sym typeface="Albert Sans Light"/>
                        </a:rPr>
                        <a:t>Flexibilidad horaria y turnos compatibles con horarios escolares.</a:t>
                      </a:r>
                      <a:endParaRPr sz="1600">
                        <a:solidFill>
                          <a:schemeClr val="lt1"/>
                        </a:solidFill>
                        <a:latin typeface="Albert Sans Light"/>
                        <a:ea typeface="Albert Sans Light"/>
                        <a:cs typeface="Albert Sans Light"/>
                        <a:sym typeface="Albert Sans Light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chemeClr val="lt1"/>
                          </a:solidFill>
                          <a:latin typeface="Albert Sans Light"/>
                          <a:ea typeface="Albert Sans Light"/>
                          <a:cs typeface="Albert Sans Light"/>
                          <a:sym typeface="Albert Sans Light"/>
                        </a:rPr>
                        <a:t>Beneficios sociales (cheques guardería).</a:t>
                      </a:r>
                      <a:endParaRPr sz="1600">
                        <a:solidFill>
                          <a:schemeClr val="lt1"/>
                        </a:solidFill>
                        <a:latin typeface="Albert Sans Light"/>
                        <a:ea typeface="Albert Sans Light"/>
                        <a:cs typeface="Albert Sans Light"/>
                        <a:sym typeface="Albert Sans Light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chemeClr val="lt1"/>
                          </a:solidFill>
                          <a:latin typeface="Albert Sans Light"/>
                          <a:ea typeface="Albert Sans Light"/>
                          <a:cs typeface="Albert Sans Light"/>
                          <a:sym typeface="Albert Sans Light"/>
                        </a:rPr>
                        <a:t>Rutas recurrentes con menor carga cognitiva.</a:t>
                      </a:r>
                      <a:endParaRPr sz="1600">
                        <a:solidFill>
                          <a:schemeClr val="lt1"/>
                        </a:solidFill>
                        <a:latin typeface="Albert Sans Light"/>
                        <a:ea typeface="Albert Sans Light"/>
                        <a:cs typeface="Albert Sans Light"/>
                        <a:sym typeface="Albert Sans Light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chemeClr val="lt1"/>
                          </a:solidFill>
                          <a:latin typeface="Albert Sans Light"/>
                          <a:ea typeface="Albert Sans Light"/>
                          <a:cs typeface="Albert Sans Light"/>
                          <a:sym typeface="Albert Sans Light"/>
                        </a:rPr>
                        <a:t>Formación en  ergonomía de carga y equipos de apoyo.</a:t>
                      </a:r>
                      <a:endParaRPr/>
                    </a:p>
                  </a:txBody>
                  <a:tcPr marT="0" marB="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8"/>
          <p:cNvSpPr txBox="1"/>
          <p:nvPr/>
        </p:nvSpPr>
        <p:spPr>
          <a:xfrm>
            <a:off x="3684725" y="146486"/>
            <a:ext cx="5236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7000"/>
              </a:lnSpc>
              <a:spcBef>
                <a:spcPts val="9200"/>
              </a:spcBef>
              <a:spcAft>
                <a:spcPts val="9200"/>
              </a:spcAft>
              <a:buNone/>
            </a:pPr>
            <a:r>
              <a:rPr b="1" lang="es" sz="2600">
                <a:solidFill>
                  <a:srgbClr val="8BC349"/>
                </a:solidFill>
                <a:latin typeface="Albert Sans"/>
                <a:ea typeface="Albert Sans"/>
                <a:cs typeface="Albert Sans"/>
                <a:sym typeface="Albert Sans"/>
              </a:rPr>
              <a:t>Segmento B: </a:t>
            </a:r>
            <a:r>
              <a:rPr b="1" lang="es" sz="2600">
                <a:solidFill>
                  <a:srgbClr val="8BC349"/>
                </a:solidFill>
                <a:latin typeface="Albert Sans"/>
                <a:ea typeface="Albert Sans"/>
                <a:cs typeface="Albert Sans"/>
                <a:sym typeface="Albert Sans"/>
              </a:rPr>
              <a:t>El Talento Enfocado y Resolutivo</a:t>
            </a:r>
            <a:r>
              <a:rPr b="1" lang="es" sz="2600">
                <a:solidFill>
                  <a:srgbClr val="8BC349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b="1" lang="es" sz="1200">
                <a:solidFill>
                  <a:srgbClr val="8BC349"/>
                </a:solidFill>
                <a:latin typeface="Albert Sans"/>
                <a:ea typeface="Albert Sans"/>
                <a:cs typeface="Albert Sans"/>
                <a:sym typeface="Albert Sans"/>
              </a:rPr>
              <a:t>(39%) </a:t>
            </a:r>
            <a:endParaRPr b="1" sz="1200">
              <a:solidFill>
                <a:srgbClr val="8BC349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3792355" y="1613309"/>
            <a:ext cx="47949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8EC349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Perfil</a:t>
            </a:r>
            <a:r>
              <a:rPr lang="es" sz="1600">
                <a:solidFill>
                  <a:schemeClr val="dk2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: </a:t>
            </a:r>
            <a:r>
              <a:rPr lang="es" sz="1600">
                <a:solidFill>
                  <a:schemeClr val="dk2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Vida saludable - IMC bajo, abstemio, no fumadores. Menor carga </a:t>
            </a:r>
            <a:r>
              <a:rPr lang="es" sz="1600">
                <a:solidFill>
                  <a:schemeClr val="dk2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familiar</a:t>
            </a:r>
            <a:r>
              <a:rPr lang="es" sz="1600">
                <a:solidFill>
                  <a:schemeClr val="dk2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.</a:t>
            </a:r>
            <a:endParaRPr sz="1600">
              <a:solidFill>
                <a:schemeClr val="dk2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8EC349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Riesgo</a:t>
            </a:r>
            <a:r>
              <a:rPr lang="es" sz="1600">
                <a:solidFill>
                  <a:srgbClr val="434343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: Falta de proyección de crecimiento, estancamiento en tareas repetitivas. Puede incrementar rotación externa. </a:t>
            </a:r>
            <a:endParaRPr sz="1600">
              <a:solidFill>
                <a:srgbClr val="434343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3792350" y="4247352"/>
            <a:ext cx="5094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9200"/>
              </a:spcBef>
              <a:spcAft>
                <a:spcPts val="9200"/>
              </a:spcAft>
              <a:buNone/>
            </a:pPr>
            <a:r>
              <a:rPr lang="es" sz="1600">
                <a:solidFill>
                  <a:srgbClr val="8BC349"/>
                </a:solidFill>
                <a:latin typeface="Albert Sans"/>
                <a:ea typeface="Albert Sans"/>
                <a:cs typeface="Albert Sans"/>
                <a:sym typeface="Albert Sans"/>
              </a:rPr>
              <a:t>Desarrollo y </a:t>
            </a:r>
            <a:r>
              <a:rPr i="1" lang="es" sz="1600">
                <a:solidFill>
                  <a:srgbClr val="8BC349"/>
                </a:solidFill>
                <a:latin typeface="Albert Sans"/>
                <a:ea typeface="Albert Sans"/>
                <a:cs typeface="Albert Sans"/>
                <a:sym typeface="Albert Sans"/>
              </a:rPr>
              <a:t>Upskilling</a:t>
            </a:r>
            <a:r>
              <a:rPr lang="es" sz="1600">
                <a:solidFill>
                  <a:srgbClr val="8BC349"/>
                </a:solidFill>
                <a:latin typeface="Albert Sans"/>
                <a:ea typeface="Albert Sans"/>
                <a:cs typeface="Albert Sans"/>
                <a:sym typeface="Albert Sans"/>
              </a:rPr>
              <a:t>.</a:t>
            </a:r>
            <a:endParaRPr sz="1600">
              <a:solidFill>
                <a:srgbClr val="8BC349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299" name="Google Shape;299;p28" title="ChatGPT Image 5 mar 2026, 15_43_27.png"/>
          <p:cNvPicPr preferRelativeResize="0"/>
          <p:nvPr/>
        </p:nvPicPr>
        <p:blipFill rotWithShape="1">
          <a:blip r:embed="rId3">
            <a:alphaModFix/>
          </a:blip>
          <a:srcRect b="0" l="48262" r="3872" t="2525"/>
          <a:stretch/>
        </p:blipFill>
        <p:spPr>
          <a:xfrm>
            <a:off x="-17450" y="-2340"/>
            <a:ext cx="3463200" cy="4719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8" title="ChatGPT Image 5 mar 2026, 15_43_27.png"/>
          <p:cNvPicPr preferRelativeResize="0"/>
          <p:nvPr/>
        </p:nvPicPr>
        <p:blipFill rotWithShape="1">
          <a:blip r:embed="rId3">
            <a:alphaModFix/>
          </a:blip>
          <a:srcRect b="-4420" l="51158" r="3955" t="4420"/>
          <a:stretch/>
        </p:blipFill>
        <p:spPr>
          <a:xfrm>
            <a:off x="-17450" y="0"/>
            <a:ext cx="34632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8"/>
          <p:cNvSpPr/>
          <p:nvPr/>
        </p:nvSpPr>
        <p:spPr>
          <a:xfrm>
            <a:off x="-17450" y="4719225"/>
            <a:ext cx="9144000" cy="424200"/>
          </a:xfrm>
          <a:prstGeom prst="rect">
            <a:avLst/>
          </a:prstGeom>
          <a:solidFill>
            <a:srgbClr val="8BC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8"/>
          <p:cNvSpPr/>
          <p:nvPr/>
        </p:nvSpPr>
        <p:spPr>
          <a:xfrm>
            <a:off x="-17450" y="-9781"/>
            <a:ext cx="3463200" cy="7353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3" name="Google Shape;303;p28" title="Logo Rapid Express - Letras blancas.png"/>
          <p:cNvPicPr preferRelativeResize="0"/>
          <p:nvPr/>
        </p:nvPicPr>
        <p:blipFill rotWithShape="1">
          <a:blip r:embed="rId4">
            <a:alphaModFix/>
          </a:blip>
          <a:srcRect b="35086" l="0" r="0" t="0"/>
          <a:stretch/>
        </p:blipFill>
        <p:spPr>
          <a:xfrm>
            <a:off x="-299441" y="-182490"/>
            <a:ext cx="1233029" cy="800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 title="Rapid_EXPRESS.jpg"/>
          <p:cNvPicPr preferRelativeResize="0"/>
          <p:nvPr/>
        </p:nvPicPr>
        <p:blipFill rotWithShape="1">
          <a:blip r:embed="rId3">
            <a:alphaModFix/>
          </a:blip>
          <a:srcRect b="23829" l="0" r="0" t="18640"/>
          <a:stretch/>
        </p:blipFill>
        <p:spPr>
          <a:xfrm>
            <a:off x="18414" y="-1"/>
            <a:ext cx="9072325" cy="52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7429" y="-2922"/>
            <a:ext cx="9144000" cy="5219100"/>
          </a:xfrm>
          <a:prstGeom prst="rect">
            <a:avLst/>
          </a:prstGeom>
          <a:solidFill>
            <a:srgbClr val="5D7F36">
              <a:alpha val="899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0" name="Google Shape;310;p29" title="Logo Rapid Express - Letras blancas.png"/>
          <p:cNvPicPr preferRelativeResize="0"/>
          <p:nvPr/>
        </p:nvPicPr>
        <p:blipFill rotWithShape="1">
          <a:blip r:embed="rId4">
            <a:alphaModFix/>
          </a:blip>
          <a:srcRect b="35086" l="0" r="0" t="0"/>
          <a:stretch/>
        </p:blipFill>
        <p:spPr>
          <a:xfrm>
            <a:off x="-324441" y="-281754"/>
            <a:ext cx="1233029" cy="800399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9"/>
          <p:cNvSpPr txBox="1"/>
          <p:nvPr/>
        </p:nvSpPr>
        <p:spPr>
          <a:xfrm>
            <a:off x="159175" y="711450"/>
            <a:ext cx="89199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7000"/>
              </a:lnSpc>
              <a:spcBef>
                <a:spcPts val="9200"/>
              </a:spcBef>
              <a:spcAft>
                <a:spcPts val="9200"/>
              </a:spcAft>
              <a:buNone/>
            </a:pPr>
            <a:r>
              <a:rPr lang="es" sz="2900">
                <a:solidFill>
                  <a:srgbClr val="DEF7CF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Acciones estratégicas </a:t>
            </a:r>
            <a:endParaRPr sz="2900">
              <a:solidFill>
                <a:srgbClr val="DEF7CF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1596800" y="2030225"/>
            <a:ext cx="564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</p:txBody>
      </p:sp>
      <p:graphicFrame>
        <p:nvGraphicFramePr>
          <p:cNvPr id="313" name="Google Shape;313;p29"/>
          <p:cNvGraphicFramePr/>
          <p:nvPr/>
        </p:nvGraphicFramePr>
        <p:xfrm>
          <a:off x="159175" y="15877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{232C4F56-C7B0-4627-B254-02706719AAB3}</a:tableStyleId>
              </a:tblPr>
              <a:tblGrid>
                <a:gridCol w="1927625"/>
                <a:gridCol w="6898000"/>
              </a:tblGrid>
              <a:tr h="369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200">
                          <a:solidFill>
                            <a:srgbClr val="DEF7CF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Segmento B: </a:t>
                      </a:r>
                      <a:r>
                        <a:rPr lang="es" sz="2100">
                          <a:solidFill>
                            <a:srgbClr val="DEF7CF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El Talento Enfocado y Resolutivo</a:t>
                      </a:r>
                      <a:endParaRPr sz="2100">
                        <a:solidFill>
                          <a:srgbClr val="DEF7CF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324000" marB="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BC3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chemeClr val="lt1"/>
                          </a:solidFill>
                          <a:latin typeface="Albert Sans Light"/>
                          <a:ea typeface="Albert Sans Light"/>
                          <a:cs typeface="Albert Sans Light"/>
                          <a:sym typeface="Albert Sans Light"/>
                        </a:rPr>
                        <a:t>Vertical: Promoción a coordinador de zona, proyectos piloto. </a:t>
                      </a:r>
                      <a:endParaRPr sz="1600">
                        <a:solidFill>
                          <a:schemeClr val="lt1"/>
                        </a:solidFill>
                        <a:latin typeface="Albert Sans Light"/>
                        <a:ea typeface="Albert Sans Light"/>
                        <a:cs typeface="Albert Sans Light"/>
                        <a:sym typeface="Albert Sans Light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chemeClr val="lt1"/>
                          </a:solidFill>
                          <a:latin typeface="Albert Sans Light"/>
                          <a:ea typeface="Albert Sans Light"/>
                          <a:cs typeface="Albert Sans Light"/>
                          <a:sym typeface="Albert Sans Light"/>
                        </a:rPr>
                        <a:t>Horizontal: Certificación “Repartidor Senior”, Formación técnica especializada y optimización de rutas.</a:t>
                      </a:r>
                      <a:endParaRPr sz="1600">
                        <a:solidFill>
                          <a:schemeClr val="lt1"/>
                        </a:solidFill>
                        <a:latin typeface="Albert Sans Light"/>
                        <a:ea typeface="Albert Sans Light"/>
                        <a:cs typeface="Albert Sans Light"/>
                        <a:sym typeface="Albert Sans Light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chemeClr val="lt1"/>
                          </a:solidFill>
                          <a:latin typeface="Albert Sans Light"/>
                          <a:ea typeface="Albert Sans Light"/>
                          <a:cs typeface="Albert Sans Light"/>
                          <a:sym typeface="Albert Sans Light"/>
                        </a:rPr>
                        <a:t>Inscripción a programa de incentivos: ranking mensual de eficiencia</a:t>
                      </a:r>
                      <a:endParaRPr sz="1600">
                        <a:solidFill>
                          <a:schemeClr val="lt1"/>
                        </a:solidFill>
                        <a:latin typeface="Albert Sans Light"/>
                        <a:ea typeface="Albert Sans Light"/>
                        <a:cs typeface="Albert Sans Light"/>
                        <a:sym typeface="Albert Sans Light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chemeClr val="lt1"/>
                          </a:solidFill>
                          <a:latin typeface="Albert Sans Light"/>
                          <a:ea typeface="Albert Sans Light"/>
                          <a:cs typeface="Albert Sans Light"/>
                          <a:sym typeface="Albert Sans Light"/>
                        </a:rPr>
                        <a:t>Programa de bonos por volumen y puntualidad</a:t>
                      </a:r>
                      <a:endParaRPr sz="1600">
                        <a:solidFill>
                          <a:schemeClr val="lt1"/>
                        </a:solidFill>
                        <a:latin typeface="Albert Sans Light"/>
                        <a:ea typeface="Albert Sans Light"/>
                        <a:cs typeface="Albert Sans Light"/>
                        <a:sym typeface="Albert Sans Light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0"/>
          <p:cNvSpPr txBox="1"/>
          <p:nvPr/>
        </p:nvSpPr>
        <p:spPr>
          <a:xfrm>
            <a:off x="3684725" y="146486"/>
            <a:ext cx="52368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7000"/>
              </a:lnSpc>
              <a:spcBef>
                <a:spcPts val="9200"/>
              </a:spcBef>
              <a:spcAft>
                <a:spcPts val="9200"/>
              </a:spcAft>
              <a:buNone/>
            </a:pPr>
            <a:r>
              <a:rPr b="1" lang="es" sz="2600">
                <a:solidFill>
                  <a:srgbClr val="8BC349"/>
                </a:solidFill>
                <a:latin typeface="Albert Sans"/>
                <a:ea typeface="Albert Sans"/>
                <a:cs typeface="Albert Sans"/>
                <a:sym typeface="Albert Sans"/>
              </a:rPr>
              <a:t>Segmento C: Talento Senior con Necesidad de Sostenibilidad</a:t>
            </a:r>
            <a:r>
              <a:rPr b="1" lang="es" sz="2600">
                <a:solidFill>
                  <a:srgbClr val="8BC349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br>
              <a:rPr b="1" lang="es" sz="2600">
                <a:solidFill>
                  <a:srgbClr val="8BC349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r>
              <a:rPr b="1" lang="es" sz="1200">
                <a:solidFill>
                  <a:srgbClr val="8BC349"/>
                </a:solidFill>
                <a:latin typeface="Albert Sans"/>
                <a:ea typeface="Albert Sans"/>
                <a:cs typeface="Albert Sans"/>
                <a:sym typeface="Albert Sans"/>
              </a:rPr>
              <a:t>(19%)</a:t>
            </a:r>
            <a:r>
              <a:rPr b="1" lang="es" sz="2100">
                <a:solidFill>
                  <a:srgbClr val="8BC349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endParaRPr b="1" sz="2100">
              <a:solidFill>
                <a:srgbClr val="8BC349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19" name="Google Shape;319;p30"/>
          <p:cNvSpPr txBox="1"/>
          <p:nvPr/>
        </p:nvSpPr>
        <p:spPr>
          <a:xfrm>
            <a:off x="3792355" y="1613309"/>
            <a:ext cx="47949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8EC349"/>
                </a:solidFill>
                <a:latin typeface="Albert Sans"/>
                <a:ea typeface="Albert Sans"/>
                <a:cs typeface="Albert Sans"/>
                <a:sym typeface="Albert Sans"/>
              </a:rPr>
              <a:t>Perfil</a:t>
            </a:r>
            <a:r>
              <a:rPr lang="es" sz="1600">
                <a:solidFill>
                  <a:srgbClr val="8EC349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: </a:t>
            </a:r>
            <a:r>
              <a:rPr lang="es" sz="1600">
                <a:solidFill>
                  <a:srgbClr val="434343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Mayor</a:t>
            </a:r>
            <a:r>
              <a:rPr lang="es" sz="1600">
                <a:solidFill>
                  <a:srgbClr val="434343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 edad y mayor carga familiar. Peso saludable, 100% fumadores. Mayor desgaste musculoesquelético (tiempo conduciendo).</a:t>
            </a:r>
            <a:endParaRPr sz="1600">
              <a:solidFill>
                <a:srgbClr val="434343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8EC349"/>
                </a:solidFill>
                <a:latin typeface="Albert Sans"/>
                <a:ea typeface="Albert Sans"/>
                <a:cs typeface="Albert Sans"/>
                <a:sym typeface="Albert Sans"/>
              </a:rPr>
              <a:t>Riesgo</a:t>
            </a:r>
            <a:r>
              <a:rPr lang="es" sz="1600">
                <a:solidFill>
                  <a:srgbClr val="434343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: Accidentes por fatiga, menor resistencia física, incremento del riesgo por lesiones.</a:t>
            </a:r>
            <a:endParaRPr sz="1600">
              <a:solidFill>
                <a:srgbClr val="434343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</p:txBody>
      </p:sp>
      <p:sp>
        <p:nvSpPr>
          <p:cNvPr id="320" name="Google Shape;320;p30"/>
          <p:cNvSpPr txBox="1"/>
          <p:nvPr/>
        </p:nvSpPr>
        <p:spPr>
          <a:xfrm>
            <a:off x="3755975" y="4322102"/>
            <a:ext cx="5094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9200"/>
              </a:spcBef>
              <a:spcAft>
                <a:spcPts val="9200"/>
              </a:spcAft>
              <a:buNone/>
            </a:pPr>
            <a:r>
              <a:rPr lang="es" sz="1600">
                <a:solidFill>
                  <a:srgbClr val="8BC349"/>
                </a:solidFill>
                <a:latin typeface="Albert Sans"/>
                <a:ea typeface="Albert Sans"/>
                <a:cs typeface="Albert Sans"/>
                <a:sym typeface="Albert Sans"/>
              </a:rPr>
              <a:t>Bienestar Integral y Reconocimiento.</a:t>
            </a:r>
            <a:endParaRPr sz="1600">
              <a:solidFill>
                <a:srgbClr val="8BC349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321" name="Google Shape;321;p30" title="ChatGPT Image 5 mar 2026, 15_51_27.png"/>
          <p:cNvPicPr preferRelativeResize="0"/>
          <p:nvPr/>
        </p:nvPicPr>
        <p:blipFill rotWithShape="1">
          <a:blip r:embed="rId3">
            <a:alphaModFix/>
          </a:blip>
          <a:srcRect b="0" l="41265" r="5061" t="0"/>
          <a:stretch/>
        </p:blipFill>
        <p:spPr>
          <a:xfrm>
            <a:off x="0" y="617900"/>
            <a:ext cx="3428325" cy="4258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0"/>
          <p:cNvSpPr/>
          <p:nvPr/>
        </p:nvSpPr>
        <p:spPr>
          <a:xfrm>
            <a:off x="-17450" y="4719225"/>
            <a:ext cx="9144000" cy="424200"/>
          </a:xfrm>
          <a:prstGeom prst="rect">
            <a:avLst/>
          </a:prstGeom>
          <a:solidFill>
            <a:srgbClr val="8BC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0"/>
          <p:cNvSpPr/>
          <p:nvPr/>
        </p:nvSpPr>
        <p:spPr>
          <a:xfrm>
            <a:off x="-29539" y="-17436"/>
            <a:ext cx="3463200" cy="7353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4" name="Google Shape;324;p30" title="Logo Rapid Express - Letras blancas.png"/>
          <p:cNvPicPr preferRelativeResize="0"/>
          <p:nvPr/>
        </p:nvPicPr>
        <p:blipFill rotWithShape="1">
          <a:blip r:embed="rId4">
            <a:alphaModFix/>
          </a:blip>
          <a:srcRect b="35086" l="0" r="0" t="0"/>
          <a:stretch/>
        </p:blipFill>
        <p:spPr>
          <a:xfrm>
            <a:off x="-299441" y="-182490"/>
            <a:ext cx="1233029" cy="800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31" title="Rapid_EXPRESS.jpg"/>
          <p:cNvPicPr preferRelativeResize="0"/>
          <p:nvPr/>
        </p:nvPicPr>
        <p:blipFill rotWithShape="1">
          <a:blip r:embed="rId3">
            <a:alphaModFix/>
          </a:blip>
          <a:srcRect b="23829" l="0" r="0" t="18640"/>
          <a:stretch/>
        </p:blipFill>
        <p:spPr>
          <a:xfrm>
            <a:off x="18414" y="-1"/>
            <a:ext cx="9072325" cy="52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1"/>
          <p:cNvSpPr/>
          <p:nvPr/>
        </p:nvSpPr>
        <p:spPr>
          <a:xfrm>
            <a:off x="-17429" y="-2922"/>
            <a:ext cx="9144000" cy="5219100"/>
          </a:xfrm>
          <a:prstGeom prst="rect">
            <a:avLst/>
          </a:prstGeom>
          <a:solidFill>
            <a:srgbClr val="5D7F36">
              <a:alpha val="899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1" name="Google Shape;331;p31" title="Logo Rapid Express - Letras blancas.png"/>
          <p:cNvPicPr preferRelativeResize="0"/>
          <p:nvPr/>
        </p:nvPicPr>
        <p:blipFill rotWithShape="1">
          <a:blip r:embed="rId4">
            <a:alphaModFix/>
          </a:blip>
          <a:srcRect b="35086" l="0" r="0" t="0"/>
          <a:stretch/>
        </p:blipFill>
        <p:spPr>
          <a:xfrm>
            <a:off x="-324441" y="-281754"/>
            <a:ext cx="1233029" cy="80039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159175" y="711450"/>
            <a:ext cx="89199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7000"/>
              </a:lnSpc>
              <a:spcBef>
                <a:spcPts val="9200"/>
              </a:spcBef>
              <a:spcAft>
                <a:spcPts val="9200"/>
              </a:spcAft>
              <a:buNone/>
            </a:pPr>
            <a:r>
              <a:rPr lang="es" sz="2900">
                <a:solidFill>
                  <a:srgbClr val="DEF7CF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Acciones estratégicas </a:t>
            </a:r>
            <a:endParaRPr sz="2900">
              <a:solidFill>
                <a:srgbClr val="DEF7CF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1596800" y="2030225"/>
            <a:ext cx="564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</p:txBody>
      </p:sp>
      <p:graphicFrame>
        <p:nvGraphicFramePr>
          <p:cNvPr id="334" name="Google Shape;334;p31"/>
          <p:cNvGraphicFramePr/>
          <p:nvPr/>
        </p:nvGraphicFramePr>
        <p:xfrm>
          <a:off x="159175" y="15877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{232C4F56-C7B0-4627-B254-02706719AAB3}</a:tableStyleId>
              </a:tblPr>
              <a:tblGrid>
                <a:gridCol w="1927625"/>
                <a:gridCol w="6898000"/>
              </a:tblGrid>
              <a:tr h="369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7000"/>
                        </a:lnSpc>
                        <a:spcBef>
                          <a:spcPts val="9200"/>
                        </a:spcBef>
                        <a:spcAft>
                          <a:spcPts val="9200"/>
                        </a:spcAft>
                        <a:buNone/>
                      </a:pPr>
                      <a:r>
                        <a:rPr lang="es" sz="2200">
                          <a:solidFill>
                            <a:srgbClr val="DEF7CF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Segmento C: </a:t>
                      </a:r>
                      <a:r>
                        <a:rPr lang="es" sz="2100">
                          <a:solidFill>
                            <a:srgbClr val="DEF7CF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Talento Senior con Necesidad de Sostenibilidad</a:t>
                      </a:r>
                      <a:br>
                        <a:rPr lang="es" sz="2100">
                          <a:solidFill>
                            <a:srgbClr val="DEF7CF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</a:br>
                      <a:endParaRPr sz="2100">
                        <a:solidFill>
                          <a:srgbClr val="DEF7CF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324000" marB="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BC3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lt1"/>
                        </a:solidFill>
                        <a:latin typeface="Albert Sans Light"/>
                        <a:ea typeface="Albert Sans Light"/>
                        <a:cs typeface="Albert Sans Light"/>
                        <a:sym typeface="Albert Sans Light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chemeClr val="lt1"/>
                          </a:solidFill>
                          <a:latin typeface="Albert Sans Light"/>
                          <a:ea typeface="Albert Sans Light"/>
                          <a:cs typeface="Albert Sans Light"/>
                          <a:sym typeface="Albert Sans Light"/>
                        </a:rPr>
                        <a:t>Transición a mentor/formador.</a:t>
                      </a:r>
                      <a:endParaRPr sz="1600">
                        <a:solidFill>
                          <a:schemeClr val="lt1"/>
                        </a:solidFill>
                        <a:latin typeface="Albert Sans Light"/>
                        <a:ea typeface="Albert Sans Light"/>
                        <a:cs typeface="Albert Sans Light"/>
                        <a:sym typeface="Albert Sans Light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chemeClr val="lt1"/>
                          </a:solidFill>
                          <a:latin typeface="Albert Sans Light"/>
                          <a:ea typeface="Albert Sans Light"/>
                          <a:cs typeface="Albert Sans Light"/>
                          <a:sym typeface="Albert Sans Light"/>
                        </a:rPr>
                        <a:t>Reducción de carga física y de entregas, vehículos transmisión automática.</a:t>
                      </a:r>
                      <a:endParaRPr sz="1600">
                        <a:solidFill>
                          <a:schemeClr val="lt1"/>
                        </a:solidFill>
                        <a:latin typeface="Albert Sans Light"/>
                        <a:ea typeface="Albert Sans Light"/>
                        <a:cs typeface="Albert Sans Light"/>
                        <a:sym typeface="Albert Sans Light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" sz="1600">
                          <a:solidFill>
                            <a:schemeClr val="lt1"/>
                          </a:solidFill>
                          <a:latin typeface="Albert Sans Light"/>
                          <a:ea typeface="Albert Sans Light"/>
                          <a:cs typeface="Albert Sans Light"/>
                          <a:sym typeface="Albert Sans Light"/>
                        </a:rPr>
                        <a:t>Care &amp; Prevention Program</a:t>
                      </a:r>
                      <a:r>
                        <a:rPr lang="es" sz="1600">
                          <a:solidFill>
                            <a:schemeClr val="lt1"/>
                          </a:solidFill>
                          <a:latin typeface="Albert Sans Light"/>
                          <a:ea typeface="Albert Sans Light"/>
                          <a:cs typeface="Albert Sans Light"/>
                          <a:sym typeface="Albert Sans Light"/>
                        </a:rPr>
                        <a:t>: deshabituación tabáquica o fisioterapia preventiva.</a:t>
                      </a:r>
                      <a:endParaRPr sz="1600">
                        <a:solidFill>
                          <a:schemeClr val="lt1"/>
                        </a:solidFill>
                        <a:latin typeface="Albert Sans Light"/>
                        <a:ea typeface="Albert Sans Light"/>
                        <a:cs typeface="Albert Sans Light"/>
                        <a:sym typeface="Albert Sans Light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4E6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2"/>
          <p:cNvSpPr/>
          <p:nvPr/>
        </p:nvSpPr>
        <p:spPr>
          <a:xfrm>
            <a:off x="-17450" y="4719225"/>
            <a:ext cx="9144000" cy="424200"/>
          </a:xfrm>
          <a:prstGeom prst="rect">
            <a:avLst/>
          </a:prstGeom>
          <a:solidFill>
            <a:srgbClr val="8BC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2"/>
          <p:cNvSpPr/>
          <p:nvPr/>
        </p:nvSpPr>
        <p:spPr>
          <a:xfrm>
            <a:off x="-17450" y="-17425"/>
            <a:ext cx="9144000" cy="5187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1" name="Google Shape;341;p32" title="Logo Rapid Express - Letras blancas.png"/>
          <p:cNvPicPr preferRelativeResize="0"/>
          <p:nvPr/>
        </p:nvPicPr>
        <p:blipFill rotWithShape="1">
          <a:blip r:embed="rId3">
            <a:alphaModFix/>
          </a:blip>
          <a:srcRect b="35086" l="0" r="0" t="0"/>
          <a:stretch/>
        </p:blipFill>
        <p:spPr>
          <a:xfrm>
            <a:off x="-324441" y="-299190"/>
            <a:ext cx="1233029" cy="800399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2"/>
          <p:cNvSpPr txBox="1"/>
          <p:nvPr/>
        </p:nvSpPr>
        <p:spPr>
          <a:xfrm>
            <a:off x="271419" y="1901112"/>
            <a:ext cx="8186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Analizar el </a:t>
            </a:r>
            <a:r>
              <a:rPr b="1"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perfil sociodemográfico</a:t>
            </a:r>
            <a:r>
              <a:rPr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 de los empleados para diseñar </a:t>
            </a:r>
            <a:r>
              <a:rPr b="1"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políticas de talento</a:t>
            </a:r>
            <a:r>
              <a:rPr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 más adaptadas y fomentar su compromiso y </a:t>
            </a:r>
            <a:r>
              <a:rPr b="1"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desarrollo</a:t>
            </a:r>
            <a:r>
              <a:rPr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 profesional.</a:t>
            </a:r>
            <a:br>
              <a:rPr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sz="16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Evaluar la </a:t>
            </a:r>
            <a:r>
              <a:rPr b="1"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magnitud</a:t>
            </a:r>
            <a:r>
              <a:rPr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 y </a:t>
            </a:r>
            <a:r>
              <a:rPr b="1"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estacionalidad</a:t>
            </a:r>
            <a:r>
              <a:rPr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 del absentismo laboral para mejorar la </a:t>
            </a:r>
            <a:r>
              <a:rPr b="1"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planificación</a:t>
            </a:r>
            <a:r>
              <a:rPr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 de recursos humanos y garantizar la </a:t>
            </a:r>
            <a:r>
              <a:rPr b="1"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continuidad</a:t>
            </a:r>
            <a:r>
              <a:rPr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 operativa.</a:t>
            </a:r>
            <a:endParaRPr sz="1600">
              <a:solidFill>
                <a:srgbClr val="CCCCCC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43" name="Google Shape;343;p32"/>
          <p:cNvSpPr txBox="1"/>
          <p:nvPr/>
        </p:nvSpPr>
        <p:spPr>
          <a:xfrm>
            <a:off x="-17450" y="543850"/>
            <a:ext cx="909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7000"/>
              </a:lnSpc>
              <a:spcBef>
                <a:spcPts val="9200"/>
              </a:spcBef>
              <a:spcAft>
                <a:spcPts val="9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200">
                <a:solidFill>
                  <a:srgbClr val="8BC349"/>
                </a:solidFill>
                <a:latin typeface="Albert Sans"/>
                <a:ea typeface="Albert Sans"/>
                <a:cs typeface="Albert Sans"/>
                <a:sym typeface="Albert Sans"/>
              </a:rPr>
              <a:t>OBJETIVOS</a:t>
            </a:r>
            <a:endParaRPr sz="2200">
              <a:solidFill>
                <a:srgbClr val="8BC349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44" name="Google Shape;344;p32"/>
          <p:cNvSpPr/>
          <p:nvPr/>
        </p:nvSpPr>
        <p:spPr>
          <a:xfrm>
            <a:off x="214725" y="2755227"/>
            <a:ext cx="8299500" cy="645000"/>
          </a:xfrm>
          <a:prstGeom prst="rect">
            <a:avLst/>
          </a:prstGeom>
          <a:noFill/>
          <a:ln cap="flat" cmpd="sng" w="19050">
            <a:solidFill>
              <a:srgbClr val="8EC3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33" title="Rapid_EXPRESS.jpg"/>
          <p:cNvPicPr preferRelativeResize="0"/>
          <p:nvPr/>
        </p:nvPicPr>
        <p:blipFill rotWithShape="1">
          <a:blip r:embed="rId3">
            <a:alphaModFix/>
          </a:blip>
          <a:srcRect b="23829" l="0" r="0" t="18640"/>
          <a:stretch/>
        </p:blipFill>
        <p:spPr>
          <a:xfrm>
            <a:off x="18414" y="-1"/>
            <a:ext cx="9072325" cy="52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3"/>
          <p:cNvSpPr/>
          <p:nvPr/>
        </p:nvSpPr>
        <p:spPr>
          <a:xfrm>
            <a:off x="-17429" y="14514"/>
            <a:ext cx="9144000" cy="5219100"/>
          </a:xfrm>
          <a:prstGeom prst="rect">
            <a:avLst/>
          </a:prstGeom>
          <a:solidFill>
            <a:srgbClr val="5D7F36">
              <a:alpha val="805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1" name="Google Shape;351;p33" title="Logo Rapid Express - Letras blancas.png"/>
          <p:cNvPicPr preferRelativeResize="0"/>
          <p:nvPr/>
        </p:nvPicPr>
        <p:blipFill rotWithShape="1">
          <a:blip r:embed="rId4">
            <a:alphaModFix/>
          </a:blip>
          <a:srcRect b="35086" l="0" r="0" t="0"/>
          <a:stretch/>
        </p:blipFill>
        <p:spPr>
          <a:xfrm>
            <a:off x="-324441" y="-299190"/>
            <a:ext cx="1233029" cy="800399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3"/>
          <p:cNvSpPr txBox="1"/>
          <p:nvPr/>
        </p:nvSpPr>
        <p:spPr>
          <a:xfrm>
            <a:off x="130950" y="718250"/>
            <a:ext cx="8919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7000"/>
              </a:lnSpc>
              <a:spcBef>
                <a:spcPts val="9200"/>
              </a:spcBef>
              <a:spcAft>
                <a:spcPts val="9200"/>
              </a:spcAft>
              <a:buNone/>
            </a:pPr>
            <a:r>
              <a:rPr lang="es" sz="2900">
                <a:solidFill>
                  <a:srgbClr val="DEF7CF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METODOLOGÍA                                      </a:t>
            </a:r>
            <a:br>
              <a:rPr lang="es" sz="2900">
                <a:solidFill>
                  <a:srgbClr val="DEF7CF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</a:br>
            <a:endParaRPr sz="2900">
              <a:solidFill>
                <a:srgbClr val="DEF7CF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353" name="Google Shape;353;p33"/>
          <p:cNvSpPr txBox="1"/>
          <p:nvPr/>
        </p:nvSpPr>
        <p:spPr>
          <a:xfrm>
            <a:off x="399500" y="1643037"/>
            <a:ext cx="77760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rgbClr val="DEF7CF"/>
              </a:buClr>
              <a:buSzPts val="2900"/>
              <a:buAutoNum type="arabicPeriod"/>
            </a:pPr>
            <a:r>
              <a:rPr lang="es" sz="2900">
                <a:solidFill>
                  <a:srgbClr val="DEF7CF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Agrupación de datos </a:t>
            </a:r>
            <a:endParaRPr sz="2900">
              <a:solidFill>
                <a:srgbClr val="DEF7CF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rgbClr val="DEF7CF"/>
              </a:buClr>
              <a:buSzPts val="2900"/>
              <a:buAutoNum type="arabicPeriod"/>
            </a:pPr>
            <a:r>
              <a:rPr lang="es" sz="2900">
                <a:solidFill>
                  <a:srgbClr val="DEF7CF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Preprocesamiento </a:t>
            </a:r>
            <a:endParaRPr sz="2900">
              <a:solidFill>
                <a:srgbClr val="DEF7CF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rgbClr val="DEF7CF"/>
              </a:buClr>
              <a:buSzPts val="2900"/>
              <a:buAutoNum type="arabicPeriod"/>
            </a:pPr>
            <a:r>
              <a:rPr lang="es" sz="2900">
                <a:solidFill>
                  <a:srgbClr val="DEF7CF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Análisis</a:t>
            </a:r>
            <a:r>
              <a:rPr lang="es" sz="2900">
                <a:solidFill>
                  <a:srgbClr val="DEF7CF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 descriptivo </a:t>
            </a:r>
            <a:endParaRPr sz="2900">
              <a:solidFill>
                <a:srgbClr val="DEF7CF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rgbClr val="DEF7CF"/>
              </a:buClr>
              <a:buSzPts val="2900"/>
              <a:buAutoNum type="arabicPeriod"/>
            </a:pPr>
            <a:r>
              <a:rPr lang="es" sz="2900">
                <a:solidFill>
                  <a:srgbClr val="DEF7CF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Métricas</a:t>
            </a:r>
            <a:r>
              <a:rPr lang="es" sz="2900">
                <a:solidFill>
                  <a:srgbClr val="DEF7CF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 y KPIs </a:t>
            </a:r>
            <a:r>
              <a:rPr b="1" lang="es" sz="2900">
                <a:solidFill>
                  <a:srgbClr val="DEF7C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2900">
              <a:solidFill>
                <a:srgbClr val="DEF7C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2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4"/>
          <p:cNvSpPr/>
          <p:nvPr/>
        </p:nvSpPr>
        <p:spPr>
          <a:xfrm>
            <a:off x="-17450" y="4719225"/>
            <a:ext cx="9144000" cy="424200"/>
          </a:xfrm>
          <a:prstGeom prst="rect">
            <a:avLst/>
          </a:prstGeom>
          <a:solidFill>
            <a:srgbClr val="8BC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4"/>
          <p:cNvSpPr/>
          <p:nvPr/>
        </p:nvSpPr>
        <p:spPr>
          <a:xfrm>
            <a:off x="-17450" y="-17425"/>
            <a:ext cx="9144000" cy="5187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0" name="Google Shape;360;p34" title="Logo Rapid Express - Letras blancas.png"/>
          <p:cNvPicPr preferRelativeResize="0"/>
          <p:nvPr/>
        </p:nvPicPr>
        <p:blipFill rotWithShape="1">
          <a:blip r:embed="rId3">
            <a:alphaModFix/>
          </a:blip>
          <a:srcRect b="35086" l="0" r="0" t="0"/>
          <a:stretch/>
        </p:blipFill>
        <p:spPr>
          <a:xfrm>
            <a:off x="-324441" y="-299190"/>
            <a:ext cx="1233029" cy="800399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4"/>
          <p:cNvSpPr txBox="1"/>
          <p:nvPr/>
        </p:nvSpPr>
        <p:spPr>
          <a:xfrm>
            <a:off x="407174" y="843925"/>
            <a:ext cx="59688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7000"/>
              </a:lnSpc>
              <a:spcBef>
                <a:spcPts val="9200"/>
              </a:spcBef>
              <a:spcAft>
                <a:spcPts val="9200"/>
              </a:spcAft>
              <a:buNone/>
            </a:pPr>
            <a:r>
              <a:rPr lang="es" sz="2900">
                <a:solidFill>
                  <a:srgbClr val="8BC349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Ausencias: más que un dato administrativo</a:t>
            </a:r>
            <a:endParaRPr sz="2900">
              <a:solidFill>
                <a:srgbClr val="8BC349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</p:txBody>
      </p:sp>
      <p:sp>
        <p:nvSpPr>
          <p:cNvPr id="362" name="Google Shape;362;p34"/>
          <p:cNvSpPr txBox="1"/>
          <p:nvPr/>
        </p:nvSpPr>
        <p:spPr>
          <a:xfrm>
            <a:off x="459508" y="3565804"/>
            <a:ext cx="8246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9200"/>
              </a:spcBef>
              <a:spcAft>
                <a:spcPts val="9200"/>
              </a:spcAft>
              <a:buNone/>
            </a:pPr>
            <a:r>
              <a:rPr lang="es" sz="2000">
                <a:solidFill>
                  <a:srgbClr val="8BC349"/>
                </a:solidFill>
                <a:latin typeface="Albert Sans"/>
                <a:ea typeface="Albert Sans"/>
                <a:cs typeface="Albert Sans"/>
                <a:sym typeface="Albert Sans"/>
              </a:rPr>
              <a:t>Gestionar el absentismo no consiste en reaccionar, sino en anticiparse para garantizar la continuidad operativa.</a:t>
            </a:r>
            <a:endParaRPr sz="2000"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63" name="Google Shape;363;p34"/>
          <p:cNvSpPr txBox="1"/>
          <p:nvPr/>
        </p:nvSpPr>
        <p:spPr>
          <a:xfrm>
            <a:off x="1466234" y="2687940"/>
            <a:ext cx="479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5"/>
          <p:cNvSpPr/>
          <p:nvPr/>
        </p:nvSpPr>
        <p:spPr>
          <a:xfrm>
            <a:off x="-17450" y="4719225"/>
            <a:ext cx="9144000" cy="424200"/>
          </a:xfrm>
          <a:prstGeom prst="rect">
            <a:avLst/>
          </a:prstGeom>
          <a:solidFill>
            <a:srgbClr val="8BC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5"/>
          <p:cNvSpPr/>
          <p:nvPr/>
        </p:nvSpPr>
        <p:spPr>
          <a:xfrm>
            <a:off x="-17450" y="-17425"/>
            <a:ext cx="9213900" cy="499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0" name="Google Shape;370;p35" title="Logo Rapid Express - Letras blancas.png"/>
          <p:cNvPicPr preferRelativeResize="0"/>
          <p:nvPr/>
        </p:nvPicPr>
        <p:blipFill rotWithShape="1">
          <a:blip r:embed="rId3">
            <a:alphaModFix/>
          </a:blip>
          <a:srcRect b="35086" l="0" r="0" t="0"/>
          <a:stretch/>
        </p:blipFill>
        <p:spPr>
          <a:xfrm>
            <a:off x="-324441" y="-299190"/>
            <a:ext cx="1233029" cy="800399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5"/>
          <p:cNvSpPr txBox="1"/>
          <p:nvPr/>
        </p:nvSpPr>
        <p:spPr>
          <a:xfrm>
            <a:off x="2155500" y="963075"/>
            <a:ext cx="52938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7000"/>
              </a:lnSpc>
              <a:spcBef>
                <a:spcPts val="9200"/>
              </a:spcBef>
              <a:spcAft>
                <a:spcPts val="9200"/>
              </a:spcAft>
              <a:buNone/>
            </a:pPr>
            <a:r>
              <a:rPr b="1" lang="es" sz="2900">
                <a:solidFill>
                  <a:srgbClr val="8BC349"/>
                </a:solidFill>
                <a:latin typeface="Albert Sans"/>
                <a:ea typeface="Albert Sans"/>
                <a:cs typeface="Albert Sans"/>
                <a:sym typeface="Albert Sans"/>
              </a:rPr>
              <a:t>Visión global del absentismo</a:t>
            </a:r>
            <a:endParaRPr b="1" sz="2900">
              <a:solidFill>
                <a:srgbClr val="8BC349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72" name="Google Shape;372;p35"/>
          <p:cNvSpPr txBox="1"/>
          <p:nvPr/>
        </p:nvSpPr>
        <p:spPr>
          <a:xfrm>
            <a:off x="6302922" y="2266138"/>
            <a:ext cx="3150900" cy="8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</p:txBody>
      </p:sp>
      <p:sp>
        <p:nvSpPr>
          <p:cNvPr id="373" name="Google Shape;373;p35"/>
          <p:cNvSpPr txBox="1"/>
          <p:nvPr/>
        </p:nvSpPr>
        <p:spPr>
          <a:xfrm>
            <a:off x="3606141" y="2266138"/>
            <a:ext cx="3150900" cy="8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347727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2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indent="0" lvl="0" marL="0" rtl="0" algn="l">
              <a:lnSpc>
                <a:spcPct val="347727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</p:txBody>
      </p:sp>
      <p:graphicFrame>
        <p:nvGraphicFramePr>
          <p:cNvPr id="374" name="Google Shape;374;p35"/>
          <p:cNvGraphicFramePr/>
          <p:nvPr/>
        </p:nvGraphicFramePr>
        <p:xfrm>
          <a:off x="935050" y="196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{232C4F56-C7B0-4627-B254-02706719AAB3}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>
                          <a:solidFill>
                            <a:schemeClr val="dk2"/>
                          </a:solidFill>
                          <a:latin typeface="Albert Sans Light"/>
                          <a:ea typeface="Albert Sans Light"/>
                          <a:cs typeface="Albert Sans Light"/>
                          <a:sym typeface="Albert Sans Light"/>
                        </a:rPr>
                        <a:t>Horas de absentismo</a:t>
                      </a:r>
                      <a:endParaRPr sz="1300">
                        <a:solidFill>
                          <a:schemeClr val="dk2"/>
                        </a:solidFill>
                        <a:latin typeface="Albert Sans Light"/>
                        <a:ea typeface="Albert Sans Light"/>
                        <a:cs typeface="Albert Sans Light"/>
                        <a:sym typeface="Albert Sans Ligh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>
                          <a:solidFill>
                            <a:schemeClr val="dk2"/>
                          </a:solidFill>
                          <a:latin typeface="Albert Sans Light"/>
                          <a:ea typeface="Albert Sans Light"/>
                          <a:cs typeface="Albert Sans Light"/>
                          <a:sym typeface="Albert Sans Light"/>
                        </a:rPr>
                        <a:t>Horas de absentismo</a:t>
                      </a:r>
                      <a:endParaRPr sz="1300">
                        <a:solidFill>
                          <a:schemeClr val="dk2"/>
                        </a:solidFill>
                        <a:latin typeface="Albert Sans Light"/>
                        <a:ea typeface="Albert Sans Light"/>
                        <a:cs typeface="Albert Sans Light"/>
                        <a:sym typeface="Albert Sans Ligh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>
                          <a:solidFill>
                            <a:schemeClr val="dk2"/>
                          </a:solidFill>
                          <a:latin typeface="Albert Sans Light"/>
                          <a:ea typeface="Albert Sans Light"/>
                          <a:cs typeface="Albert Sans Light"/>
                          <a:sym typeface="Albert Sans Light"/>
                        </a:rPr>
                        <a:t>Horas laborables total</a:t>
                      </a:r>
                      <a:endParaRPr sz="1300">
                        <a:solidFill>
                          <a:schemeClr val="dk2"/>
                        </a:solidFill>
                        <a:latin typeface="Albert Sans Light"/>
                        <a:ea typeface="Albert Sans Light"/>
                        <a:cs typeface="Albert Sans Light"/>
                        <a:sym typeface="Albert Sans Ligh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2800">
                          <a:solidFill>
                            <a:schemeClr val="dk2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5.043</a:t>
                      </a:r>
                      <a:endParaRPr sz="2800">
                        <a:solidFill>
                          <a:schemeClr val="dk2"/>
                        </a:solidFill>
                        <a:latin typeface="Albert Sans Light"/>
                        <a:ea typeface="Albert Sans Light"/>
                        <a:cs typeface="Albert Sans Light"/>
                        <a:sym typeface="Albert Sans Ligh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2800">
                          <a:solidFill>
                            <a:schemeClr val="dk2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6,71 %</a:t>
                      </a:r>
                      <a:endParaRPr sz="2800">
                        <a:solidFill>
                          <a:schemeClr val="dk2"/>
                        </a:solidFill>
                        <a:latin typeface="Albert Sans Light"/>
                        <a:ea typeface="Albert Sans Light"/>
                        <a:cs typeface="Albert Sans Light"/>
                        <a:sym typeface="Albert Sans Light"/>
                      </a:endParaRPr>
                    </a:p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2800">
                          <a:solidFill>
                            <a:schemeClr val="dk2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75.168</a:t>
                      </a:r>
                      <a:endParaRPr sz="2800">
                        <a:solidFill>
                          <a:schemeClr val="dk2"/>
                        </a:solidFill>
                        <a:latin typeface="Albert Sans Light"/>
                        <a:ea typeface="Albert Sans Light"/>
                        <a:cs typeface="Albert Sans Light"/>
                        <a:sym typeface="Albert Sans Light"/>
                      </a:endParaRPr>
                    </a:p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6"/>
          <p:cNvSpPr/>
          <p:nvPr/>
        </p:nvSpPr>
        <p:spPr>
          <a:xfrm>
            <a:off x="-17450" y="-17425"/>
            <a:ext cx="9263700" cy="5865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0" name="Google Shape;380;p36" title="Logo Rapid Express - Letras blancas.png"/>
          <p:cNvPicPr preferRelativeResize="0"/>
          <p:nvPr/>
        </p:nvPicPr>
        <p:blipFill rotWithShape="1">
          <a:blip r:embed="rId3">
            <a:alphaModFix/>
          </a:blip>
          <a:srcRect b="35086" l="0" r="0" t="0"/>
          <a:stretch/>
        </p:blipFill>
        <p:spPr>
          <a:xfrm>
            <a:off x="-315951" y="-231268"/>
            <a:ext cx="1233029" cy="800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6" title="1-distribucion_horas_absentismo_boxplo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424" y="1288571"/>
            <a:ext cx="3968775" cy="2350325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6"/>
          <p:cNvSpPr txBox="1"/>
          <p:nvPr/>
        </p:nvSpPr>
        <p:spPr>
          <a:xfrm>
            <a:off x="457425" y="4081925"/>
            <a:ext cx="8289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Aunque el 50% de las bajas son breves (mediana de 3h), casos críticos de hasta </a:t>
            </a:r>
            <a:r>
              <a:rPr lang="es" sz="1200">
                <a:solidFill>
                  <a:schemeClr val="dk2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120 h</a:t>
            </a:r>
            <a:r>
              <a:rPr lang="es" sz="1200">
                <a:solidFill>
                  <a:schemeClr val="dk2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 logran duplicar el promedio operativo de 3.00 a 7.14 horas. </a:t>
            </a:r>
            <a:r>
              <a:rPr b="1" lang="es" sz="12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Esta asimetría evidencia que las ausencias de larga duración representan el principal desafío para la productividad de la flota.</a:t>
            </a:r>
            <a:endParaRPr b="1" sz="16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383" name="Google Shape;383;p36" title="2-distribucion_horas_absentismo_boxplot_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77625" y="1283075"/>
            <a:ext cx="3968774" cy="2361299"/>
          </a:xfrm>
          <a:prstGeom prst="rect">
            <a:avLst/>
          </a:prstGeom>
          <a:solidFill>
            <a:srgbClr val="5D7F36">
              <a:alpha val="83650"/>
            </a:srgbClr>
          </a:solidFill>
          <a:ln>
            <a:noFill/>
          </a:ln>
        </p:spPr>
      </p:pic>
      <p:sp>
        <p:nvSpPr>
          <p:cNvPr id="384" name="Google Shape;384;p36"/>
          <p:cNvSpPr txBox="1"/>
          <p:nvPr/>
        </p:nvSpPr>
        <p:spPr>
          <a:xfrm>
            <a:off x="1925850" y="510517"/>
            <a:ext cx="529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7000"/>
              </a:lnSpc>
              <a:spcBef>
                <a:spcPts val="9200"/>
              </a:spcBef>
              <a:spcAft>
                <a:spcPts val="9200"/>
              </a:spcAft>
              <a:buNone/>
            </a:pPr>
            <a:r>
              <a:rPr lang="es" sz="2200">
                <a:solidFill>
                  <a:schemeClr val="dk1"/>
                </a:solidFill>
                <a:latin typeface="Albert Sans ExtraLight"/>
                <a:ea typeface="Albert Sans ExtraLight"/>
                <a:cs typeface="Albert Sans ExtraLight"/>
                <a:sym typeface="Albert Sans ExtraLight"/>
              </a:rPr>
              <a:t>VISIÓN GENERAL DEL ABSENTISMO</a:t>
            </a:r>
            <a:endParaRPr sz="2200">
              <a:solidFill>
                <a:schemeClr val="dk1"/>
              </a:solidFill>
              <a:latin typeface="Albert Sans ExtraLight"/>
              <a:ea typeface="Albert Sans ExtraLight"/>
              <a:cs typeface="Albert Sans ExtraLight"/>
              <a:sym typeface="Albert Sans ExtraLigh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7"/>
          <p:cNvSpPr/>
          <p:nvPr/>
        </p:nvSpPr>
        <p:spPr>
          <a:xfrm>
            <a:off x="-17450" y="4719225"/>
            <a:ext cx="9144000" cy="424200"/>
          </a:xfrm>
          <a:prstGeom prst="rect">
            <a:avLst/>
          </a:prstGeom>
          <a:solidFill>
            <a:srgbClr val="8BC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7"/>
          <p:cNvSpPr/>
          <p:nvPr/>
        </p:nvSpPr>
        <p:spPr>
          <a:xfrm>
            <a:off x="-17450" y="-17425"/>
            <a:ext cx="9161400" cy="499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1" name="Google Shape;391;p37" title="Logo Rapid Express - Letras blancas.png"/>
          <p:cNvPicPr preferRelativeResize="0"/>
          <p:nvPr/>
        </p:nvPicPr>
        <p:blipFill rotWithShape="1">
          <a:blip r:embed="rId3">
            <a:alphaModFix/>
          </a:blip>
          <a:srcRect b="35086" l="0" r="0" t="0"/>
          <a:stretch/>
        </p:blipFill>
        <p:spPr>
          <a:xfrm>
            <a:off x="-324441" y="-299190"/>
            <a:ext cx="1233029" cy="800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37" title="3-razon_ausencia_m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6275" y="1308075"/>
            <a:ext cx="5337676" cy="23563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37"/>
          <p:cNvSpPr txBox="1"/>
          <p:nvPr/>
        </p:nvSpPr>
        <p:spPr>
          <a:xfrm>
            <a:off x="457425" y="3701450"/>
            <a:ext cx="8289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chemeClr val="dk2"/>
                </a:solidFill>
                <a:latin typeface="Albert Sans ExtraLight"/>
                <a:ea typeface="Albert Sans ExtraLight"/>
                <a:cs typeface="Albert Sans ExtraLight"/>
                <a:sym typeface="Albert Sans ExtraLight"/>
              </a:rPr>
              <a:t>Las afecciones musculoesqueléticas concentran el mayor número de horas de ausencia, con picos en marzo, abril y junio. Las lesiones también presentan valores elevados en el primer semestre, mientras que las </a:t>
            </a:r>
            <a:r>
              <a:rPr b="1" lang="es" sz="12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consultas médicas</a:t>
            </a:r>
            <a:r>
              <a:rPr lang="es" sz="1200">
                <a:solidFill>
                  <a:schemeClr val="dk2"/>
                </a:solidFill>
                <a:latin typeface="Albert Sans ExtraLight"/>
                <a:ea typeface="Albert Sans ExtraLight"/>
                <a:cs typeface="Albert Sans ExtraLight"/>
                <a:sym typeface="Albert Sans ExtraLight"/>
              </a:rPr>
              <a:t> aumentan hacia los últimos meses del año. Las </a:t>
            </a:r>
            <a:r>
              <a:rPr b="1" lang="es" sz="12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consultas dentales</a:t>
            </a:r>
            <a:r>
              <a:rPr lang="es" sz="1200">
                <a:solidFill>
                  <a:schemeClr val="dk2"/>
                </a:solidFill>
                <a:latin typeface="Albert Sans ExtraLight"/>
                <a:ea typeface="Albert Sans ExtraLight"/>
                <a:cs typeface="Albert Sans ExtraLight"/>
                <a:sym typeface="Albert Sans ExtraLight"/>
              </a:rPr>
              <a:t> y las enfermedades digestivas muestran valores más moderados y distribuidos de forma irregular, mostrando un incremento notable en noviembre..</a:t>
            </a:r>
            <a:endParaRPr sz="1200">
              <a:solidFill>
                <a:schemeClr val="dk2"/>
              </a:solidFill>
              <a:latin typeface="Albert Sans ExtraLight"/>
              <a:ea typeface="Albert Sans ExtraLight"/>
              <a:cs typeface="Albert Sans ExtraLight"/>
              <a:sym typeface="Albert Sans ExtraLight"/>
            </a:endParaRPr>
          </a:p>
        </p:txBody>
      </p:sp>
      <p:pic>
        <p:nvPicPr>
          <p:cNvPr id="394" name="Google Shape;394;p37" title="Top 5 por me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625" y="1005575"/>
            <a:ext cx="7092275" cy="2658799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7"/>
          <p:cNvSpPr txBox="1"/>
          <p:nvPr/>
        </p:nvSpPr>
        <p:spPr>
          <a:xfrm>
            <a:off x="2604700" y="482375"/>
            <a:ext cx="3899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7000"/>
              </a:lnSpc>
              <a:spcBef>
                <a:spcPts val="9200"/>
              </a:spcBef>
              <a:spcAft>
                <a:spcPts val="9200"/>
              </a:spcAft>
              <a:buNone/>
            </a:pPr>
            <a:r>
              <a:rPr lang="es" sz="22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CAUSAS DE ABSENTISMO</a:t>
            </a:r>
            <a:endParaRPr sz="22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8"/>
          <p:cNvSpPr/>
          <p:nvPr/>
        </p:nvSpPr>
        <p:spPr>
          <a:xfrm>
            <a:off x="-17450" y="4719225"/>
            <a:ext cx="9144000" cy="424200"/>
          </a:xfrm>
          <a:prstGeom prst="rect">
            <a:avLst/>
          </a:prstGeom>
          <a:solidFill>
            <a:srgbClr val="8BC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8"/>
          <p:cNvSpPr/>
          <p:nvPr/>
        </p:nvSpPr>
        <p:spPr>
          <a:xfrm>
            <a:off x="-17450" y="-17425"/>
            <a:ext cx="9263700" cy="499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2" name="Google Shape;402;p38" title="Logo Rapid Express - Letras blancas.png"/>
          <p:cNvPicPr preferRelativeResize="0"/>
          <p:nvPr/>
        </p:nvPicPr>
        <p:blipFill rotWithShape="1">
          <a:blip r:embed="rId3">
            <a:alphaModFix/>
          </a:blip>
          <a:srcRect b="35086" l="0" r="0" t="0"/>
          <a:stretch/>
        </p:blipFill>
        <p:spPr>
          <a:xfrm>
            <a:off x="-324441" y="-299190"/>
            <a:ext cx="1233029" cy="800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38" title="4-razon_ausencia_dia_seman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0451" y="1331175"/>
            <a:ext cx="5000975" cy="2084575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8"/>
          <p:cNvSpPr txBox="1"/>
          <p:nvPr/>
        </p:nvSpPr>
        <p:spPr>
          <a:xfrm>
            <a:off x="2604700" y="482375"/>
            <a:ext cx="3899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7000"/>
              </a:lnSpc>
              <a:spcBef>
                <a:spcPts val="9200"/>
              </a:spcBef>
              <a:spcAft>
                <a:spcPts val="9200"/>
              </a:spcAft>
              <a:buNone/>
            </a:pPr>
            <a:r>
              <a:rPr lang="es" sz="22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CAUSAS DE ABSENTISMO</a:t>
            </a:r>
            <a:endParaRPr sz="22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05" name="Google Shape;405;p38"/>
          <p:cNvSpPr txBox="1"/>
          <p:nvPr/>
        </p:nvSpPr>
        <p:spPr>
          <a:xfrm>
            <a:off x="324300" y="3588750"/>
            <a:ext cx="881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  <a:latin typeface="Albert Sans ExtraLight"/>
                <a:ea typeface="Albert Sans ExtraLight"/>
                <a:cs typeface="Albert Sans ExtraLight"/>
                <a:sym typeface="Albert Sans ExtraLight"/>
              </a:rPr>
              <a:t>Las ausencias por causas musculoesqueléticas destacan especialmente a mitad de semana, con un pico muy marcado el miércoles. Las lesiones presentan mayores valores al inicio de la semana, especialmente el </a:t>
            </a:r>
            <a:r>
              <a:rPr b="1" lang="es" sz="12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lunes</a:t>
            </a:r>
            <a:r>
              <a:rPr lang="es" sz="1200">
                <a:solidFill>
                  <a:schemeClr val="dk2"/>
                </a:solidFill>
                <a:latin typeface="Albert Sans ExtraLight"/>
                <a:ea typeface="Albert Sans ExtraLight"/>
                <a:cs typeface="Albert Sans ExtraLight"/>
                <a:sym typeface="Albert Sans ExtraLight"/>
              </a:rPr>
              <a:t>, mientras que las consultas médicas se distribuyen de forma más uniforme. Las consultas dentales aumentan hacia el final de la semana y las enfermedades digestivas se concentran principalmente al inicio.</a:t>
            </a:r>
            <a:endParaRPr sz="1200">
              <a:solidFill>
                <a:schemeClr val="dk2"/>
              </a:solidFill>
              <a:latin typeface="Albert Sans ExtraLight"/>
              <a:ea typeface="Albert Sans ExtraLight"/>
              <a:cs typeface="Albert Sans ExtraLight"/>
              <a:sym typeface="Albert Sans ExtraLight"/>
            </a:endParaRPr>
          </a:p>
        </p:txBody>
      </p:sp>
      <p:pic>
        <p:nvPicPr>
          <p:cNvPr id="406" name="Google Shape;406;p38" title="Top 5 por di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80025" y="1005575"/>
            <a:ext cx="6623724" cy="263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9"/>
          <p:cNvSpPr/>
          <p:nvPr/>
        </p:nvSpPr>
        <p:spPr>
          <a:xfrm>
            <a:off x="-17450" y="4719225"/>
            <a:ext cx="9144000" cy="424200"/>
          </a:xfrm>
          <a:prstGeom prst="rect">
            <a:avLst/>
          </a:prstGeom>
          <a:solidFill>
            <a:srgbClr val="8BC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9"/>
          <p:cNvSpPr/>
          <p:nvPr/>
        </p:nvSpPr>
        <p:spPr>
          <a:xfrm>
            <a:off x="-17450" y="-17425"/>
            <a:ext cx="9263700" cy="499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3" name="Google Shape;413;p39" title="Logo Rapid Express - Letras blancas.png"/>
          <p:cNvPicPr preferRelativeResize="0"/>
          <p:nvPr/>
        </p:nvPicPr>
        <p:blipFill rotWithShape="1">
          <a:blip r:embed="rId3">
            <a:alphaModFix/>
          </a:blip>
          <a:srcRect b="35086" l="0" r="0" t="0"/>
          <a:stretch/>
        </p:blipFill>
        <p:spPr>
          <a:xfrm>
            <a:off x="-324441" y="-299190"/>
            <a:ext cx="1233029" cy="800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39" title="5-total_horas_por_estac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650" y="501200"/>
            <a:ext cx="3220851" cy="1995425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9"/>
          <p:cNvSpPr txBox="1"/>
          <p:nvPr/>
        </p:nvSpPr>
        <p:spPr>
          <a:xfrm>
            <a:off x="701525" y="31250"/>
            <a:ext cx="558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7000"/>
              </a:lnSpc>
              <a:spcBef>
                <a:spcPts val="9200"/>
              </a:spcBef>
              <a:spcAft>
                <a:spcPts val="9200"/>
              </a:spcAft>
              <a:buNone/>
            </a:pPr>
            <a:r>
              <a:rPr lang="es" sz="2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VARIACIÓN TEMPORAL</a:t>
            </a:r>
            <a:endParaRPr sz="22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416" name="Google Shape;416;p39" title="6-evolucion_mensual_absentism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9150" y="554449"/>
            <a:ext cx="4868565" cy="1995424"/>
          </a:xfrm>
          <a:prstGeom prst="rect">
            <a:avLst/>
          </a:prstGeom>
          <a:solidFill>
            <a:srgbClr val="5D7F36">
              <a:alpha val="80500"/>
            </a:srgbClr>
          </a:solidFill>
          <a:ln>
            <a:noFill/>
          </a:ln>
        </p:spPr>
      </p:pic>
      <p:pic>
        <p:nvPicPr>
          <p:cNvPr id="417" name="Google Shape;417;p39" title="7-total_horas_dia_semana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3650" y="2555625"/>
            <a:ext cx="3220851" cy="1995425"/>
          </a:xfrm>
          <a:prstGeom prst="rect">
            <a:avLst/>
          </a:prstGeom>
          <a:solidFill>
            <a:srgbClr val="5D7F36">
              <a:alpha val="80500"/>
            </a:srgbClr>
          </a:solidFill>
          <a:ln>
            <a:noFill/>
          </a:ln>
        </p:spPr>
      </p:pic>
      <p:sp>
        <p:nvSpPr>
          <p:cNvPr id="418" name="Google Shape;418;p39"/>
          <p:cNvSpPr txBox="1"/>
          <p:nvPr/>
        </p:nvSpPr>
        <p:spPr>
          <a:xfrm>
            <a:off x="3999150" y="2620752"/>
            <a:ext cx="47472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El ausentismo presenta una concentración crítica los </a:t>
            </a:r>
            <a:r>
              <a:rPr b="1"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lunes</a:t>
            </a:r>
            <a:r>
              <a:rPr lang="es" sz="1600">
                <a:solidFill>
                  <a:schemeClr val="dk2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 (1,483h) y durante la estación de </a:t>
            </a:r>
            <a:r>
              <a:rPr b="1" lang="es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invierno</a:t>
            </a:r>
            <a:r>
              <a:rPr lang="es" sz="1600">
                <a:solidFill>
                  <a:schemeClr val="dk2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 (1,479h). Se identifican dos picos máximos de pérdida operativa en marzo y julio, lo que requiere una planificación estratégica de refuerzos para cubrir la demanda en estos periodos de alta incidencia.</a:t>
            </a:r>
            <a:endParaRPr sz="2000">
              <a:solidFill>
                <a:schemeClr val="dk2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/>
          <p:nvPr/>
        </p:nvSpPr>
        <p:spPr>
          <a:xfrm>
            <a:off x="-15750" y="0"/>
            <a:ext cx="9175500" cy="5143500"/>
          </a:xfrm>
          <a:prstGeom prst="rect">
            <a:avLst/>
          </a:prstGeom>
          <a:solidFill>
            <a:srgbClr val="5D7F36">
              <a:alpha val="836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4" name="Google Shape;424;p40" title="Logo Rapid Express - Letras blancas.png"/>
          <p:cNvPicPr preferRelativeResize="0"/>
          <p:nvPr/>
        </p:nvPicPr>
        <p:blipFill rotWithShape="1">
          <a:blip r:embed="rId4">
            <a:alphaModFix/>
          </a:blip>
          <a:srcRect b="35086" l="0" r="0" t="0"/>
          <a:stretch/>
        </p:blipFill>
        <p:spPr>
          <a:xfrm>
            <a:off x="-324441" y="-235296"/>
            <a:ext cx="1233029" cy="800399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40"/>
          <p:cNvSpPr txBox="1"/>
          <p:nvPr/>
        </p:nvSpPr>
        <p:spPr>
          <a:xfrm>
            <a:off x="413486" y="231825"/>
            <a:ext cx="244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7000"/>
              </a:lnSpc>
              <a:spcBef>
                <a:spcPts val="9200"/>
              </a:spcBef>
              <a:spcAft>
                <a:spcPts val="9200"/>
              </a:spcAft>
              <a:buNone/>
            </a:pPr>
            <a:r>
              <a:rPr b="1" lang="es" sz="2200">
                <a:solidFill>
                  <a:schemeClr val="lt1"/>
                </a:solidFill>
              </a:rPr>
              <a:t>CONCLUSIONES</a:t>
            </a:r>
            <a:endParaRPr b="1" sz="2200">
              <a:solidFill>
                <a:schemeClr val="lt1"/>
              </a:solidFill>
            </a:endParaRPr>
          </a:p>
        </p:txBody>
      </p:sp>
      <p:sp>
        <p:nvSpPr>
          <p:cNvPr id="426" name="Google Shape;426;p40"/>
          <p:cNvSpPr txBox="1"/>
          <p:nvPr/>
        </p:nvSpPr>
        <p:spPr>
          <a:xfrm>
            <a:off x="380550" y="1339150"/>
            <a:ext cx="8382900" cy="27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La tasa global de absentismo se sitúa en 6,71 %, con 5043 horas de ausencia registradas.</a:t>
            </a:r>
            <a:br>
              <a:rPr lang="es" sz="1300">
                <a:solidFill>
                  <a:schemeClr val="lt1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</a:br>
            <a:endParaRPr sz="1300">
              <a:solidFill>
                <a:schemeClr val="lt1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La mayoría de las ausencias son de corta duración, aunque algunos casos prolongados generan gran impacto en el total de horas perdidas.</a:t>
            </a:r>
            <a:br>
              <a:rPr lang="es" sz="1300">
                <a:solidFill>
                  <a:schemeClr val="lt1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</a:br>
            <a:endParaRPr sz="1300">
              <a:solidFill>
                <a:schemeClr val="lt1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Las causas musculoesqueléticas concentran el mayor volumen de horas de ausencia, especialmente en marzo, abril y junio.</a:t>
            </a:r>
            <a:br>
              <a:rPr lang="es" sz="1300">
                <a:solidFill>
                  <a:schemeClr val="lt1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</a:br>
            <a:endParaRPr sz="1300">
              <a:solidFill>
                <a:schemeClr val="lt1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A nivel semanal, las ausencias se concentran principalmente a inicio y mitad de semana, con un pico destacado el miércoles.</a:t>
            </a:r>
            <a:br>
              <a:rPr lang="es" sz="1300">
                <a:solidFill>
                  <a:schemeClr val="lt1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</a:br>
            <a:endParaRPr sz="1300">
              <a:solidFill>
                <a:schemeClr val="lt1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Temporalmente, se observan mayores niveles de absentismo en invierno y dos picos relevantes a lo largo del año, lo que refleja un patrón estacional en las ausencias.</a:t>
            </a:r>
            <a:endParaRPr sz="1300">
              <a:solidFill>
                <a:schemeClr val="lt1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D7F36"/>
            </a:gs>
            <a:gs pos="5000">
              <a:srgbClr val="5D7F36"/>
            </a:gs>
            <a:gs pos="100000">
              <a:srgbClr val="FFFFFF">
                <a:alpha val="0"/>
              </a:srgbClr>
            </a:gs>
          </a:gsLst>
          <a:lin ang="0" scaled="0"/>
        </a:gra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41"/>
          <p:cNvSpPr/>
          <p:nvPr/>
        </p:nvSpPr>
        <p:spPr>
          <a:xfrm>
            <a:off x="-11618" y="-23243"/>
            <a:ext cx="9144000" cy="5219100"/>
          </a:xfrm>
          <a:prstGeom prst="rect">
            <a:avLst/>
          </a:prstGeom>
          <a:solidFill>
            <a:srgbClr val="5D7F36">
              <a:alpha val="805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3" name="Google Shape;433;p41" title="Logo Rapid Express - Letras blancas.png"/>
          <p:cNvPicPr preferRelativeResize="0"/>
          <p:nvPr/>
        </p:nvPicPr>
        <p:blipFill rotWithShape="1">
          <a:blip r:embed="rId4">
            <a:alphaModFix/>
          </a:blip>
          <a:srcRect b="35086" l="0" r="0" t="0"/>
          <a:stretch/>
        </p:blipFill>
        <p:spPr>
          <a:xfrm>
            <a:off x="-324441" y="-256594"/>
            <a:ext cx="1233029" cy="800399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41"/>
          <p:cNvSpPr txBox="1"/>
          <p:nvPr/>
        </p:nvSpPr>
        <p:spPr>
          <a:xfrm>
            <a:off x="305425" y="547175"/>
            <a:ext cx="8480700" cy="43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Refuerzo de planificación operativa en periodos de mayor incidencia (invierno y meses con picos de ausencia).</a:t>
            </a:r>
            <a:br>
              <a:rPr lang="es" sz="1300">
                <a:solidFill>
                  <a:schemeClr val="lt1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</a:br>
            <a:endParaRPr sz="1300">
              <a:solidFill>
                <a:schemeClr val="lt1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Sistema de sustituciones y polivalencia para cubrir bajas de forma rápida sin afectar al servicio.</a:t>
            </a:r>
            <a:br>
              <a:rPr lang="es" sz="1300">
                <a:solidFill>
                  <a:schemeClr val="lt1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</a:br>
            <a:endParaRPr sz="1300">
              <a:solidFill>
                <a:schemeClr val="lt1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Seguimiento y análisis continuo del absentismo mediante indicadores para detectar patrones y actuar con antelación.</a:t>
            </a:r>
            <a:br>
              <a:rPr lang="es" sz="1300">
                <a:solidFill>
                  <a:schemeClr val="lt1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</a:br>
            <a:endParaRPr sz="1300">
              <a:solidFill>
                <a:schemeClr val="lt1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Programas de bienestar y salud laboral, especialmente orientados a prevenir problemas musculoesqueléticos:</a:t>
            </a:r>
            <a:endParaRPr sz="1300">
              <a:solidFill>
                <a:schemeClr val="lt1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es" sz="1300">
                <a:solidFill>
                  <a:schemeClr val="lt1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Formación en higiene postural y manipulación de cargas para repartidores y personal operativo.</a:t>
            </a:r>
            <a:endParaRPr sz="1300">
              <a:solidFill>
                <a:schemeClr val="lt1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es" sz="1300">
                <a:solidFill>
                  <a:schemeClr val="lt1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Pausas activas y estiramientos durante la jornada, especialmente en tareas repetitivas o de carga.</a:t>
            </a:r>
            <a:endParaRPr sz="1300">
              <a:solidFill>
                <a:schemeClr val="lt1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es" sz="1300">
                <a:solidFill>
                  <a:schemeClr val="lt1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Revisión ergonómica de vehículos y equipos de trabajo para mejorar la postura y reducir sobreesfuerzos.</a:t>
            </a:r>
            <a:endParaRPr sz="1300">
              <a:solidFill>
                <a:schemeClr val="lt1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es" sz="1300">
                <a:solidFill>
                  <a:schemeClr val="lt1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Rotación de tareas para evitar la sobrecarga física continuada en los mismos movimientos.</a:t>
            </a:r>
            <a:br>
              <a:rPr lang="es" sz="1300">
                <a:solidFill>
                  <a:schemeClr val="lt1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</a:br>
            <a:endParaRPr sz="1300">
              <a:solidFill>
                <a:schemeClr val="lt1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Programas de fisioterapia preventiva o revisiones periódicas para detectar molestias antes de que se conviertan en bajas prolongadas.</a:t>
            </a:r>
            <a:br>
              <a:rPr lang="es" sz="1300">
                <a:solidFill>
                  <a:schemeClr val="lt1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</a:br>
            <a:endParaRPr sz="1300">
              <a:solidFill>
                <a:schemeClr val="lt1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Flexibilidad organizativa y conciliación, reduciendo ausencias puntuales y mejorando la estabilidad de la plantilla.</a:t>
            </a:r>
            <a:endParaRPr sz="1300">
              <a:solidFill>
                <a:schemeClr val="lt1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</p:txBody>
      </p:sp>
      <p:sp>
        <p:nvSpPr>
          <p:cNvPr id="435" name="Google Shape;435;p41"/>
          <p:cNvSpPr txBox="1"/>
          <p:nvPr/>
        </p:nvSpPr>
        <p:spPr>
          <a:xfrm>
            <a:off x="545225" y="9473"/>
            <a:ext cx="239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7000"/>
              </a:lnSpc>
              <a:spcBef>
                <a:spcPts val="9200"/>
              </a:spcBef>
              <a:spcAft>
                <a:spcPts val="9200"/>
              </a:spcAft>
              <a:buNone/>
            </a:pPr>
            <a:r>
              <a:rPr lang="es" sz="2200">
                <a:solidFill>
                  <a:schemeClr val="lt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PROPUESTAS</a:t>
            </a:r>
            <a:endParaRPr sz="2200">
              <a:solidFill>
                <a:schemeClr val="lt1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" name="Google Shape;440;p42" title="Empleados_Rapid_Expres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140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3"/>
          <p:cNvSpPr/>
          <p:nvPr/>
        </p:nvSpPr>
        <p:spPr>
          <a:xfrm>
            <a:off x="-15750" y="0"/>
            <a:ext cx="9175500" cy="5143500"/>
          </a:xfrm>
          <a:prstGeom prst="rect">
            <a:avLst/>
          </a:prstGeom>
          <a:solidFill>
            <a:srgbClr val="5D7F36">
              <a:alpha val="836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43"/>
          <p:cNvSpPr txBox="1"/>
          <p:nvPr/>
        </p:nvSpPr>
        <p:spPr>
          <a:xfrm>
            <a:off x="3021098" y="2012700"/>
            <a:ext cx="2875500" cy="9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7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GRACIAS</a:t>
            </a:r>
            <a:endParaRPr b="1" sz="37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47" name="Google Shape;447;p43"/>
          <p:cNvSpPr txBox="1"/>
          <p:nvPr/>
        </p:nvSpPr>
        <p:spPr>
          <a:xfrm>
            <a:off x="4496097" y="4633204"/>
            <a:ext cx="79725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RRHH, </a:t>
            </a:r>
            <a:r>
              <a:rPr lang="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Departamento de Analistas de Datos 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4"/>
          <p:cNvSpPr/>
          <p:nvPr/>
        </p:nvSpPr>
        <p:spPr>
          <a:xfrm>
            <a:off x="-15750" y="0"/>
            <a:ext cx="9175500" cy="5143500"/>
          </a:xfrm>
          <a:prstGeom prst="rect">
            <a:avLst/>
          </a:prstGeom>
          <a:solidFill>
            <a:srgbClr val="5D7F36">
              <a:alpha val="836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44"/>
          <p:cNvSpPr txBox="1"/>
          <p:nvPr/>
        </p:nvSpPr>
        <p:spPr>
          <a:xfrm>
            <a:off x="2811296" y="2027178"/>
            <a:ext cx="5143500" cy="9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700">
                <a:solidFill>
                  <a:schemeClr val="lt1"/>
                </a:solidFill>
              </a:rPr>
              <a:t>RAPID EXPRESS </a:t>
            </a:r>
            <a:endParaRPr b="1" sz="3700">
              <a:solidFill>
                <a:schemeClr val="lt1"/>
              </a:solidFill>
            </a:endParaRPr>
          </a:p>
        </p:txBody>
      </p:sp>
      <p:sp>
        <p:nvSpPr>
          <p:cNvPr id="454" name="Google Shape;454;p44"/>
          <p:cNvSpPr txBox="1"/>
          <p:nvPr/>
        </p:nvSpPr>
        <p:spPr>
          <a:xfrm>
            <a:off x="4496097" y="4633204"/>
            <a:ext cx="79725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RRHH, </a:t>
            </a:r>
            <a:r>
              <a:rPr lang="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Departamento de Analistas de Datos 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5" name="Google Shape;455;p44" title="Logo Rapid Express - Letras blancas.png"/>
          <p:cNvPicPr preferRelativeResize="0"/>
          <p:nvPr/>
        </p:nvPicPr>
        <p:blipFill rotWithShape="1">
          <a:blip r:embed="rId4">
            <a:alphaModFix/>
          </a:blip>
          <a:srcRect b="35086" l="0" r="0" t="0"/>
          <a:stretch/>
        </p:blipFill>
        <p:spPr>
          <a:xfrm>
            <a:off x="1626024" y="1607976"/>
            <a:ext cx="1776351" cy="115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