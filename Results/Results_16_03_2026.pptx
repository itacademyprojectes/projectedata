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 id="214748368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5143500" cx="9144000"/>
  <p:notesSz cx="6858000" cy="9144000"/>
  <p:embeddedFontLst>
    <p:embeddedFont>
      <p:font typeface="Fraunces"/>
      <p:regular r:id="rId44"/>
      <p:bold r:id="rId45"/>
      <p:italic r:id="rId46"/>
      <p:boldItalic r:id="rId47"/>
    </p:embeddedFont>
    <p:embeddedFont>
      <p:font typeface="Raleway"/>
      <p:regular r:id="rId48"/>
      <p:bold r:id="rId49"/>
      <p:italic r:id="rId50"/>
      <p:boldItalic r:id="rId51"/>
    </p:embeddedFont>
    <p:embeddedFont>
      <p:font typeface="Atkinson Hyperlegible Next SemiBold"/>
      <p:regular r:id="rId52"/>
      <p:bold r:id="rId53"/>
      <p:italic r:id="rId54"/>
      <p:boldItalic r:id="rId55"/>
    </p:embeddedFont>
    <p:embeddedFont>
      <p:font typeface="Anaheim"/>
      <p:regular r:id="rId56"/>
      <p:bold r:id="rId57"/>
    </p:embeddedFont>
    <p:embeddedFont>
      <p:font typeface="Albert Sans Light"/>
      <p:regular r:id="rId58"/>
      <p:bold r:id="rId59"/>
      <p:italic r:id="rId60"/>
      <p:boldItalic r:id="rId61"/>
    </p:embeddedFont>
    <p:embeddedFont>
      <p:font typeface="Albert Sans ExtraLight"/>
      <p:regular r:id="rId62"/>
      <p:bold r:id="rId63"/>
      <p:italic r:id="rId64"/>
      <p:boldItalic r:id="rId65"/>
    </p:embeddedFont>
    <p:embeddedFont>
      <p:font typeface="Bebas Neue"/>
      <p:regular r:id="rId66"/>
    </p:embeddedFont>
    <p:embeddedFont>
      <p:font typeface="Albert Sans SemiBold"/>
      <p:regular r:id="rId67"/>
      <p:bold r:id="rId68"/>
      <p:italic r:id="rId69"/>
      <p:boldItalic r:id="rId70"/>
    </p:embeddedFont>
    <p:embeddedFont>
      <p:font typeface="Albert Sans"/>
      <p:regular r:id="rId71"/>
      <p:bold r:id="rId72"/>
      <p:italic r:id="rId73"/>
      <p:boldItalic r:id="rId74"/>
    </p:embeddedFont>
    <p:embeddedFont>
      <p:font typeface="DM Sans"/>
      <p:regular r:id="rId75"/>
      <p:bold r:id="rId76"/>
      <p:italic r:id="rId77"/>
      <p:boldItalic r:id="rId78"/>
    </p:embeddedFont>
    <p:embeddedFont>
      <p:font typeface="Atkinson Hyperlegible Next Medium"/>
      <p:regular r:id="rId79"/>
      <p:bold r:id="rId80"/>
      <p:italic r:id="rId81"/>
      <p:boldItalic r:id="rId82"/>
    </p:embeddedFont>
    <p:embeddedFont>
      <p:font typeface="Open Sans Light"/>
      <p:regular r:id="rId83"/>
      <p:bold r:id="rId84"/>
      <p:italic r:id="rId85"/>
      <p:boldItalic r:id="rId86"/>
    </p:embeddedFont>
    <p:embeddedFont>
      <p:font typeface="Atkinson Hyperlegible Next"/>
      <p:regular r:id="rId87"/>
      <p:bold r:id="rId88"/>
      <p:italic r:id="rId89"/>
      <p:boldItalic r:id="rId90"/>
    </p:embeddedFont>
    <p:embeddedFont>
      <p:font typeface="Open Sans"/>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osé Garci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53C111-60A9-42EC-B3C6-4C5E8A63008F}">
  <a:tblStyle styleId="{3253C111-60A9-42EC-B3C6-4C5E8A6300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OpenSansLight-bold.fntdata"/><Relationship Id="rId83" Type="http://schemas.openxmlformats.org/officeDocument/2006/relationships/font" Target="fonts/OpenSansLight-regular.fntdata"/><Relationship Id="rId42" Type="http://schemas.openxmlformats.org/officeDocument/2006/relationships/slide" Target="slides/slide35.xml"/><Relationship Id="rId86" Type="http://schemas.openxmlformats.org/officeDocument/2006/relationships/font" Target="fonts/OpenSansLight-boldItalic.fntdata"/><Relationship Id="rId41" Type="http://schemas.openxmlformats.org/officeDocument/2006/relationships/slide" Target="slides/slide34.xml"/><Relationship Id="rId85" Type="http://schemas.openxmlformats.org/officeDocument/2006/relationships/font" Target="fonts/OpenSansLight-italic.fntdata"/><Relationship Id="rId44" Type="http://schemas.openxmlformats.org/officeDocument/2006/relationships/font" Target="fonts/Fraunces-regular.fntdata"/><Relationship Id="rId88" Type="http://schemas.openxmlformats.org/officeDocument/2006/relationships/font" Target="fonts/AtkinsonHyperlegibleNext-bold.fntdata"/><Relationship Id="rId43" Type="http://schemas.openxmlformats.org/officeDocument/2006/relationships/slide" Target="slides/slide36.xml"/><Relationship Id="rId87" Type="http://schemas.openxmlformats.org/officeDocument/2006/relationships/font" Target="fonts/AtkinsonHyperlegibleNext-regular.fntdata"/><Relationship Id="rId46" Type="http://schemas.openxmlformats.org/officeDocument/2006/relationships/font" Target="fonts/Fraunces-italic.fntdata"/><Relationship Id="rId45" Type="http://schemas.openxmlformats.org/officeDocument/2006/relationships/font" Target="fonts/Fraunces-bold.fntdata"/><Relationship Id="rId89" Type="http://schemas.openxmlformats.org/officeDocument/2006/relationships/font" Target="fonts/AtkinsonHyperlegibleNext-italic.fntdata"/><Relationship Id="rId80" Type="http://schemas.openxmlformats.org/officeDocument/2006/relationships/font" Target="fonts/AtkinsonHyperlegibleNextMedium-bold.fntdata"/><Relationship Id="rId82" Type="http://schemas.openxmlformats.org/officeDocument/2006/relationships/font" Target="fonts/AtkinsonHyperlegibleNextMedium-boldItalic.fntdata"/><Relationship Id="rId81" Type="http://schemas.openxmlformats.org/officeDocument/2006/relationships/font" Target="fonts/AtkinsonHyperlegibleNextMedium-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48" Type="http://schemas.openxmlformats.org/officeDocument/2006/relationships/font" Target="fonts/Raleway-regular.fntdata"/><Relationship Id="rId47" Type="http://schemas.openxmlformats.org/officeDocument/2006/relationships/font" Target="fonts/Fraunces-boldItalic.fntdata"/><Relationship Id="rId49" Type="http://schemas.openxmlformats.org/officeDocument/2006/relationships/font" Target="fonts/Raleway-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AlbertSans-italic.fntdata"/><Relationship Id="rId72" Type="http://schemas.openxmlformats.org/officeDocument/2006/relationships/font" Target="fonts/AlbertSans-bold.fntdata"/><Relationship Id="rId31" Type="http://schemas.openxmlformats.org/officeDocument/2006/relationships/slide" Target="slides/slide24.xml"/><Relationship Id="rId75" Type="http://schemas.openxmlformats.org/officeDocument/2006/relationships/font" Target="fonts/DMSans-regular.fntdata"/><Relationship Id="rId30" Type="http://schemas.openxmlformats.org/officeDocument/2006/relationships/slide" Target="slides/slide23.xml"/><Relationship Id="rId74" Type="http://schemas.openxmlformats.org/officeDocument/2006/relationships/font" Target="fonts/AlbertSans-boldItalic.fntdata"/><Relationship Id="rId33" Type="http://schemas.openxmlformats.org/officeDocument/2006/relationships/slide" Target="slides/slide26.xml"/><Relationship Id="rId77" Type="http://schemas.openxmlformats.org/officeDocument/2006/relationships/font" Target="fonts/DMSans-italic.fntdata"/><Relationship Id="rId32" Type="http://schemas.openxmlformats.org/officeDocument/2006/relationships/slide" Target="slides/slide25.xml"/><Relationship Id="rId76" Type="http://schemas.openxmlformats.org/officeDocument/2006/relationships/font" Target="fonts/DMSans-bold.fntdata"/><Relationship Id="rId35" Type="http://schemas.openxmlformats.org/officeDocument/2006/relationships/slide" Target="slides/slide28.xml"/><Relationship Id="rId79" Type="http://schemas.openxmlformats.org/officeDocument/2006/relationships/font" Target="fonts/AtkinsonHyperlegibleNextMedium-regular.fntdata"/><Relationship Id="rId34" Type="http://schemas.openxmlformats.org/officeDocument/2006/relationships/slide" Target="slides/slide27.xml"/><Relationship Id="rId78" Type="http://schemas.openxmlformats.org/officeDocument/2006/relationships/font" Target="fonts/DMSans-boldItalic.fntdata"/><Relationship Id="rId71" Type="http://schemas.openxmlformats.org/officeDocument/2006/relationships/font" Target="fonts/AlbertSans-regular.fntdata"/><Relationship Id="rId70" Type="http://schemas.openxmlformats.org/officeDocument/2006/relationships/font" Target="fonts/AlbertSansSemiBold-bol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AlbertSansExtraLight-regular.fntdata"/><Relationship Id="rId61" Type="http://schemas.openxmlformats.org/officeDocument/2006/relationships/font" Target="fonts/AlbertSansLight-boldItalic.fntdata"/><Relationship Id="rId20" Type="http://schemas.openxmlformats.org/officeDocument/2006/relationships/slide" Target="slides/slide13.xml"/><Relationship Id="rId64" Type="http://schemas.openxmlformats.org/officeDocument/2006/relationships/font" Target="fonts/AlbertSansExtraLight-italic.fntdata"/><Relationship Id="rId63" Type="http://schemas.openxmlformats.org/officeDocument/2006/relationships/font" Target="fonts/AlbertSansExtraLight-bold.fntdata"/><Relationship Id="rId22" Type="http://schemas.openxmlformats.org/officeDocument/2006/relationships/slide" Target="slides/slide15.xml"/><Relationship Id="rId66" Type="http://schemas.openxmlformats.org/officeDocument/2006/relationships/font" Target="fonts/BebasNeue-regular.fntdata"/><Relationship Id="rId21" Type="http://schemas.openxmlformats.org/officeDocument/2006/relationships/slide" Target="slides/slide14.xml"/><Relationship Id="rId65" Type="http://schemas.openxmlformats.org/officeDocument/2006/relationships/font" Target="fonts/AlbertSansExtraLight-boldItalic.fntdata"/><Relationship Id="rId24" Type="http://schemas.openxmlformats.org/officeDocument/2006/relationships/slide" Target="slides/slide17.xml"/><Relationship Id="rId68" Type="http://schemas.openxmlformats.org/officeDocument/2006/relationships/font" Target="fonts/AlbertSansSemiBold-bold.fntdata"/><Relationship Id="rId23" Type="http://schemas.openxmlformats.org/officeDocument/2006/relationships/slide" Target="slides/slide16.xml"/><Relationship Id="rId67" Type="http://schemas.openxmlformats.org/officeDocument/2006/relationships/font" Target="fonts/AlbertSansSemiBold-regular.fntdata"/><Relationship Id="rId60" Type="http://schemas.openxmlformats.org/officeDocument/2006/relationships/font" Target="fonts/AlbertSansLight-italic.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AlbertSansSemi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aleway-boldItalic.fntdata"/><Relationship Id="rId50" Type="http://schemas.openxmlformats.org/officeDocument/2006/relationships/font" Target="fonts/Raleway-italic.fntdata"/><Relationship Id="rId94" Type="http://schemas.openxmlformats.org/officeDocument/2006/relationships/font" Target="fonts/OpenSans-boldItalic.fntdata"/><Relationship Id="rId53" Type="http://schemas.openxmlformats.org/officeDocument/2006/relationships/font" Target="fonts/AtkinsonHyperlegibleNextSemiBold-bold.fntdata"/><Relationship Id="rId52" Type="http://schemas.openxmlformats.org/officeDocument/2006/relationships/font" Target="fonts/AtkinsonHyperlegibleNextSemiBold-regular.fntdata"/><Relationship Id="rId11" Type="http://schemas.openxmlformats.org/officeDocument/2006/relationships/slide" Target="slides/slide4.xml"/><Relationship Id="rId55" Type="http://schemas.openxmlformats.org/officeDocument/2006/relationships/font" Target="fonts/AtkinsonHyperlegibleNextSemiBold-boldItalic.fntdata"/><Relationship Id="rId10" Type="http://schemas.openxmlformats.org/officeDocument/2006/relationships/slide" Target="slides/slide3.xml"/><Relationship Id="rId54" Type="http://schemas.openxmlformats.org/officeDocument/2006/relationships/font" Target="fonts/AtkinsonHyperlegibleNextSemiBold-italic.fntdata"/><Relationship Id="rId13" Type="http://schemas.openxmlformats.org/officeDocument/2006/relationships/slide" Target="slides/slide6.xml"/><Relationship Id="rId57" Type="http://schemas.openxmlformats.org/officeDocument/2006/relationships/font" Target="fonts/Anaheim-bold.fntdata"/><Relationship Id="rId12" Type="http://schemas.openxmlformats.org/officeDocument/2006/relationships/slide" Target="slides/slide5.xml"/><Relationship Id="rId56" Type="http://schemas.openxmlformats.org/officeDocument/2006/relationships/font" Target="fonts/Anaheim-regular.fntdata"/><Relationship Id="rId91" Type="http://schemas.openxmlformats.org/officeDocument/2006/relationships/font" Target="fonts/OpenSans-regular.fntdata"/><Relationship Id="rId90" Type="http://schemas.openxmlformats.org/officeDocument/2006/relationships/font" Target="fonts/AtkinsonHyperlegibleNext-boldItalic.fntdata"/><Relationship Id="rId93" Type="http://schemas.openxmlformats.org/officeDocument/2006/relationships/font" Target="fonts/OpenSans-italic.fntdata"/><Relationship Id="rId92" Type="http://schemas.openxmlformats.org/officeDocument/2006/relationships/font" Target="fonts/OpenSans-bold.fntdata"/><Relationship Id="rId15" Type="http://schemas.openxmlformats.org/officeDocument/2006/relationships/slide" Target="slides/slide8.xml"/><Relationship Id="rId59" Type="http://schemas.openxmlformats.org/officeDocument/2006/relationships/font" Target="fonts/AlbertSansLight-bold.fntdata"/><Relationship Id="rId14" Type="http://schemas.openxmlformats.org/officeDocument/2006/relationships/slide" Target="slides/slide7.xml"/><Relationship Id="rId58" Type="http://schemas.openxmlformats.org/officeDocument/2006/relationships/font" Target="fonts/AlbertSansLight-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0T13:03:30.402">
    <p:pos x="6000" y="0"/>
    <p:text>me encanta!!!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1125548b0_3_2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1125548b0_3_2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Hoy presentamos cómo la IA y el análisis biopsicosocial nos permiten pasar de una gestión de RRHH reactiva a una estrategia proactiva basada en evidencia científica.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1125548b0_3_2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1125548b0_3_2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1125548b0_3_2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1125548b0_3_2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En Rapid Express hemos ido evolucionando nuestro análisis de RRHH, ampliando el dataset de 136 a 386 empleados. Esto nos permite abordar problemas más complejos y tomar decisiones más precisas. En este contexto, cada equipo ha trabajado un reto específico orientado a mejorar el rendimiento y la sostenibilidad de la plantilla. A continuación, veremos una visión general del estado actual de la plantilla.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d1125548b0_3_5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d1125548b0_3_5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1a65aca4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d1a65aca4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Ambos análisis abordan el rendimiento desde dos perspectivas complementarias. Por un lado, identificamos perfiles de riesgo desde el punto de vista operativo, relacionados con la carga, la experiencia y las condiciones de trabajo. Y por otro, se identifican perfiles vinculados al bienestar y al absentismo, asociados a hábitos y factores conductuales.</a:t>
            </a:r>
            <a:endParaRPr/>
          </a:p>
          <a:p>
            <a:pPr indent="0" lvl="0" marL="0" rtl="0" algn="l">
              <a:spcBef>
                <a:spcPts val="0"/>
              </a:spcBef>
              <a:spcAft>
                <a:spcPts val="0"/>
              </a:spcAft>
              <a:buNone/>
            </a:pPr>
            <a:r>
              <a:rPr lang="en"/>
              <a:t>En conjunto, esto nos permite tener una visión más completa del rendimiento y actuar tanto sobre el sistema como sobre el entorno laboral.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d1125548b0_3_5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d1125548b0_3_5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Hemos abordado el rendimiento desde dos dimensiones: la operativa, que explica cómo trabajan los empleados,</a:t>
            </a:r>
            <a:br>
              <a:rPr lang="en"/>
            </a:br>
            <a:r>
              <a:rPr lang="en"/>
              <a:t> y la de bienestar, que explica en qué condiciones lo hacen. Ambas son clave para entender y mejorar el rendimiento global.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1125548b0_3_2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d1125548b0_3_2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1125548b0_3_2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d1125548b0_3_2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Nuestra metodología de Random Forest y validación estadística no solo nos ha servido para analizar el pasado, sino para construir una herramienta de auditoría objetiva. Gracias a este rigor, podemos concluir con seguridad que factores como la distancia y el IMC son los verdaderos motores de nuestra eficiencia, permitiéndonos diseñar estrategias de selección y retención con un impacto real garantizado.</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d1125548b0_3_5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d1125548b0_3_5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Hemos detectado un problema de negocio claro. La empresa funciona bien en general, pero hay focos de ineficiencia muy claros.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d1125548b0_3_5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d1125548b0_3_5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Hemos detectado un problema de negocio claro. La empresa tiene existencia de un núcleo de rendimiento consolidado pero el 71,5% de la plantilla se distribuye entre perfiles en desarrollo o en situación de riesgo operativo, lo que evidencia un amplio margen de mejora.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d1a65aca40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d1a65aca40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1125548b0_3_5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d1125548b0_3_5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666666"/>
                </a:solidFill>
                <a:latin typeface="Calibri"/>
                <a:ea typeface="Calibri"/>
                <a:cs typeface="Calibri"/>
                <a:sym typeface="Calibri"/>
              </a:rPr>
              <a:t>En el perfil saturado logístico, el problema no es la carga en sí, sino el contexto en el que se trabaja, especialmente la distancia. No es un problema del empleado, sino por el esfuerzo acumulado fuera de la operación.</a:t>
            </a:r>
            <a:endParaRPr>
              <a:solidFill>
                <a:srgbClr val="666666"/>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d1125548b0_3_5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d1125548b0_3_5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Por eso, las acciones se centran en dos puntos: primero, La ubicación del empleado no debe suponer una desventaja estructural por eso optimizar la asignación de rutas (</a:t>
            </a:r>
            <a:r>
              <a:rPr lang="en">
                <a:solidFill>
                  <a:srgbClr val="666666"/>
                </a:solidFill>
                <a:latin typeface="Calibri"/>
                <a:ea typeface="Calibri"/>
                <a:cs typeface="Calibri"/>
                <a:sym typeface="Calibri"/>
              </a:rPr>
              <a:t>Transversal con Operaciones</a:t>
            </a:r>
            <a:r>
              <a:rPr i="1" lang="en">
                <a:solidFill>
                  <a:srgbClr val="666666"/>
                </a:solidFill>
                <a:latin typeface="Calibri"/>
                <a:ea typeface="Calibri"/>
                <a:cs typeface="Calibri"/>
                <a:sym typeface="Calibri"/>
              </a:rPr>
              <a:t>:</a:t>
            </a:r>
            <a:r>
              <a:rPr lang="en">
                <a:solidFill>
                  <a:srgbClr val="666666"/>
                </a:solidFill>
                <a:latin typeface="Calibri"/>
                <a:ea typeface="Calibri"/>
                <a:cs typeface="Calibri"/>
                <a:sym typeface="Calibri"/>
              </a:rPr>
              <a:t> Ajustar software operativo para automatizar estos límites geográficos</a:t>
            </a:r>
            <a:r>
              <a:rPr lang="en"/>
              <a:t>) para reducir el esfuerzo total, y segundo, ajustar la carga en función de ese contexto, buscando un reparto más equitativo del trabajo (sin reducir exigencia).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1a65aca4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d1a65aca4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Aquí sí detectamos un problema estructural claro: niveles de carga muy elevados. Esto genera variabilidad en el rendimiento y pérdida de estabilidad operativa.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d1a65aca4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d1a65aca4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Para </a:t>
            </a:r>
            <a:r>
              <a:rPr lang="en"/>
              <a:t>evitar situaciones de sobreexigencia: reducir progresivamente los niveles de carga asignados a este grupo de carga para hacerlos sostenibles, y en monitorizar la estabilidad del rendimiento para anticipar desviaciones antes de que impacten en la operación: El uso de datos se orienta a la mejora del sistema, no a la supervisión individual.</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d1125548b0_3_5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d1125548b0_3_5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Este perfil agrupa empleados en fase inicial, donde aún están adaptándose a la carga operativa. El riesgo no es estructural, sino una mala gestión del proceso de aprendizaje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d1125548b0_3_5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d1125548b0_3_5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Aquí intervenimos acompañando el desarrollo: con una progresión gradual de carga (</a:t>
            </a:r>
            <a:r>
              <a:rPr lang="en">
                <a:solidFill>
                  <a:srgbClr val="666666"/>
                </a:solidFill>
                <a:latin typeface="Calibri"/>
                <a:ea typeface="Calibri"/>
                <a:cs typeface="Calibri"/>
                <a:sym typeface="Calibri"/>
              </a:rPr>
              <a:t>No se limita el desarrollo del empleado, sino que se ajusta el ritmo para garantizar igualdad de oportunidades de éxito</a:t>
            </a:r>
            <a:r>
              <a:rPr lang="en"/>
              <a:t>) y apoyo a través de mentoría.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d1a65aca40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d1a65aca40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d1125548b0_3_5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d1125548b0_3_5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“Este grupo representa el principal caso de éxito del análisis. Son empleados con carga equilibrada y mayor experiencia, que mantienen un rendimiento estable. Pero lo importante no es replicarlos, sino entender qué condiciones hacen posible ese rendimiento.”</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14cf01d10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d14cf01d1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 este perfil extraemos tres aprendizajes clave: el equilibrio de carga, la experiencia y las condiciones operativas son determinantes.</a:t>
            </a:r>
            <a:endParaRPr/>
          </a:p>
          <a:p>
            <a:pPr indent="0" lvl="0" marL="0" rtl="0" algn="l">
              <a:spcBef>
                <a:spcPts val="0"/>
              </a:spcBef>
              <a:spcAft>
                <a:spcPts val="0"/>
              </a:spcAft>
              <a:buNone/>
            </a:pPr>
            <a:r>
              <a:rPr lang="en"/>
              <a:t>Esto nos permite actuar sobre el sistema: ajustando cargas, mejorando la adaptación de nuevos empleados y optimizando la operativa.</a:t>
            </a:r>
            <a:endParaRPr/>
          </a:p>
          <a:p>
            <a:pPr indent="0" lvl="0" marL="0" rtl="0" algn="l">
              <a:spcBef>
                <a:spcPts val="0"/>
              </a:spcBef>
              <a:spcAft>
                <a:spcPts val="0"/>
              </a:spcAft>
              <a:buNone/>
            </a:pPr>
            <a:r>
              <a:rPr lang="en"/>
              <a:t>Siempre entendiendo que no es un estándar rígido, sino una referencia.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1125548b0_3_3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d1125548b0_3_3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d1a65aca4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d1a65aca4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d1125548b0_3_3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d1125548b0_3_3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d1125548b0_3_5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d1125548b0_3_5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Hemos abordado el rendimiento desde dos dimensiones: la operativa, que explica cómo trabajan los empleados,</a:t>
            </a:r>
            <a:br>
              <a:rPr lang="en"/>
            </a:br>
            <a:r>
              <a:rPr lang="en"/>
              <a:t> y la de bienestar, que explica en qué condiciones lo hacen. Ambas son clave para entender y mejorar el rendimiento global.</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d1125548b0_3_5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d1125548b0_3_5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d1125548b0_3_3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d1125548b0_3_3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d14cf01d10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d14cf01d10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14cf01d10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d14cf01d10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d14cf01d10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d14cf01d10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14cf01d10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d14cf01d10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d14cf01d10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d14cf01d10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1675df89c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d1675df89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d19968c0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d19968c0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d19968c00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d19968c00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d1125548b0_3_3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d1125548b0_3_3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usamos simples promedios. Nuestra plataforma Streamlit procesa variables no lineales, permitiendo una detección de riesgos balanceada que compensa la baja frecuencia de fallos disciplinarios.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ph idx="2" type="pic"/>
          </p:nvPr>
        </p:nvSpPr>
        <p:spPr>
          <a:xfrm>
            <a:off x="-11625" y="-11625"/>
            <a:ext cx="9144000" cy="5155200"/>
          </a:xfrm>
          <a:prstGeom prst="rect">
            <a:avLst/>
          </a:prstGeom>
          <a:noFill/>
          <a:ln>
            <a:noFill/>
          </a:ln>
        </p:spPr>
      </p:sp>
      <p:sp>
        <p:nvSpPr>
          <p:cNvPr id="10" name="Google Shape;10;p2"/>
          <p:cNvSpPr txBox="1"/>
          <p:nvPr>
            <p:ph type="ctrTitle"/>
          </p:nvPr>
        </p:nvSpPr>
        <p:spPr>
          <a:xfrm>
            <a:off x="228600" y="228600"/>
            <a:ext cx="6032400" cy="8145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6603800" y="4397703"/>
            <a:ext cx="1934100" cy="517200"/>
          </a:xfrm>
          <a:prstGeom prst="rect">
            <a:avLst/>
          </a:prstGeom>
          <a:ln>
            <a:noFill/>
          </a:ln>
        </p:spPr>
        <p:txBody>
          <a:bodyPr anchorCtr="0" anchor="b" bIns="91425" lIns="91425" spcFirstLastPara="1" rIns="91425" wrap="square" tIns="91425">
            <a:noAutofit/>
          </a:bodyPr>
          <a:lstStyle>
            <a:lvl1pPr lvl="0" algn="r">
              <a:lnSpc>
                <a:spcPct val="100000"/>
              </a:lnSpc>
              <a:spcBef>
                <a:spcPts val="0"/>
              </a:spcBef>
              <a:spcAft>
                <a:spcPts val="0"/>
              </a:spcAft>
              <a:buSzPts val="1400"/>
              <a:buNone/>
              <a:defRPr sz="1200">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p:nvPr>
            <p:ph idx="2" type="pic"/>
          </p:nvPr>
        </p:nvSpPr>
        <p:spPr>
          <a:xfrm>
            <a:off x="0" y="-11625"/>
            <a:ext cx="9144000" cy="5155200"/>
          </a:xfrm>
          <a:prstGeom prst="rect">
            <a:avLst/>
          </a:prstGeom>
          <a:noFill/>
          <a:ln>
            <a:noFill/>
          </a:ln>
        </p:spPr>
      </p:sp>
      <p:sp>
        <p:nvSpPr>
          <p:cNvPr id="14" name="Google Shape;14;p3"/>
          <p:cNvSpPr txBox="1"/>
          <p:nvPr>
            <p:ph type="title"/>
          </p:nvPr>
        </p:nvSpPr>
        <p:spPr>
          <a:xfrm>
            <a:off x="2189100" y="3854700"/>
            <a:ext cx="6726300" cy="1060200"/>
          </a:xfrm>
          <a:prstGeom prst="rect">
            <a:avLst/>
          </a:prstGeom>
          <a:ln>
            <a:noFill/>
          </a:ln>
        </p:spPr>
        <p:txBody>
          <a:bodyPr anchorCtr="0" anchor="ctr"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3" type="title"/>
          </p:nvPr>
        </p:nvSpPr>
        <p:spPr>
          <a:xfrm>
            <a:off x="356374" y="228588"/>
            <a:ext cx="1268400" cy="1269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6000">
                <a:solidFill>
                  <a:schemeClr val="accent2"/>
                </a:solidFill>
                <a:latin typeface="Fraunces"/>
                <a:ea typeface="Fraunces"/>
                <a:cs typeface="Fraunces"/>
                <a:sym typeface="Fraunces"/>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395758"/>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idx="1" type="subTitle"/>
          </p:nvPr>
        </p:nvSpPr>
        <p:spPr>
          <a:xfrm>
            <a:off x="5076122" y="1058875"/>
            <a:ext cx="3748500" cy="5727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2400"/>
              <a:buFont typeface="Raleway"/>
              <a:buNone/>
              <a:defRPr sz="1600">
                <a:solidFill>
                  <a:schemeClr val="dk2"/>
                </a:solidFill>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 name="Google Shape;20;p5"/>
          <p:cNvSpPr txBox="1"/>
          <p:nvPr>
            <p:ph idx="2" type="subTitle"/>
          </p:nvPr>
        </p:nvSpPr>
        <p:spPr>
          <a:xfrm>
            <a:off x="5076121" y="3103750"/>
            <a:ext cx="3743400" cy="572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Raleway"/>
              <a:buNone/>
              <a:defRPr sz="1600">
                <a:solidFill>
                  <a:schemeClr val="dk2"/>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 name="Google Shape;21;p5"/>
          <p:cNvSpPr txBox="1"/>
          <p:nvPr>
            <p:ph idx="3" type="subTitle"/>
          </p:nvPr>
        </p:nvSpPr>
        <p:spPr>
          <a:xfrm>
            <a:off x="4883180" y="1691096"/>
            <a:ext cx="3941400" cy="116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 name="Google Shape;22;p5"/>
          <p:cNvSpPr txBox="1"/>
          <p:nvPr>
            <p:ph idx="4" type="subTitle"/>
          </p:nvPr>
        </p:nvSpPr>
        <p:spPr>
          <a:xfrm>
            <a:off x="4878193" y="3747889"/>
            <a:ext cx="3941400" cy="116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 name="Google Shape;23;p5"/>
          <p:cNvSpPr txBox="1"/>
          <p:nvPr>
            <p:ph type="title"/>
          </p:nvPr>
        </p:nvSpPr>
        <p:spPr>
          <a:xfrm>
            <a:off x="228600" y="228600"/>
            <a:ext cx="86868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4" name="Google Shape;24;p5"/>
          <p:cNvSpPr/>
          <p:nvPr>
            <p:ph idx="5" type="pic"/>
          </p:nvPr>
        </p:nvSpPr>
        <p:spPr>
          <a:xfrm>
            <a:off x="303825" y="1345225"/>
            <a:ext cx="4316400" cy="30543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228600" y="228600"/>
            <a:ext cx="3998400" cy="1445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9" name="Google Shape;29;p7"/>
          <p:cNvSpPr txBox="1"/>
          <p:nvPr>
            <p:ph idx="1" type="body"/>
          </p:nvPr>
        </p:nvSpPr>
        <p:spPr>
          <a:xfrm>
            <a:off x="1609625" y="2066125"/>
            <a:ext cx="3824100" cy="2532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30" name="Google Shape;30;p7"/>
          <p:cNvSpPr/>
          <p:nvPr>
            <p:ph idx="2" type="pic"/>
          </p:nvPr>
        </p:nvSpPr>
        <p:spPr>
          <a:xfrm>
            <a:off x="5715849" y="0"/>
            <a:ext cx="34281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5" name="Google Shape;35;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6" name="Google Shape;36;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 name="Shape 37"/>
        <p:cNvGrpSpPr/>
        <p:nvPr/>
      </p:nvGrpSpPr>
      <p:grpSpPr>
        <a:xfrm>
          <a:off x="0" y="0"/>
          <a:ext cx="0" cy="0"/>
          <a:chOff x="0" y="0"/>
          <a:chExt cx="0" cy="0"/>
        </a:xfrm>
      </p:grpSpPr>
      <p:sp>
        <p:nvSpPr>
          <p:cNvPr id="38" name="Google Shape;38;p10"/>
          <p:cNvSpPr/>
          <p:nvPr>
            <p:ph idx="2" type="pic"/>
          </p:nvPr>
        </p:nvSpPr>
        <p:spPr>
          <a:xfrm>
            <a:off x="0" y="0"/>
            <a:ext cx="9144000" cy="5143500"/>
          </a:xfrm>
          <a:prstGeom prst="rect">
            <a:avLst/>
          </a:prstGeom>
          <a:noFill/>
          <a:ln>
            <a:noFill/>
          </a:ln>
        </p:spPr>
      </p:sp>
      <p:sp>
        <p:nvSpPr>
          <p:cNvPr id="39" name="Google Shape;39;p10"/>
          <p:cNvSpPr txBox="1"/>
          <p:nvPr>
            <p:ph type="title"/>
          </p:nvPr>
        </p:nvSpPr>
        <p:spPr>
          <a:xfrm>
            <a:off x="228600" y="4549500"/>
            <a:ext cx="3658500" cy="365400"/>
          </a:xfrm>
          <a:prstGeom prst="rect">
            <a:avLst/>
          </a:prstGeom>
          <a:solidFill>
            <a:schemeClr val="lt1"/>
          </a:solidFill>
          <a:ln>
            <a:noFill/>
          </a:ln>
        </p:spPr>
        <p:txBody>
          <a:bodyPr anchorCtr="0" anchor="t" bIns="91425" lIns="91425" spcFirstLastPara="1" rIns="91425" wrap="square" tIns="91425">
            <a:noAutofit/>
          </a:bodyPr>
          <a:lstStyle>
            <a:lvl1pPr lvl="0" rtl="0" algn="ctr">
              <a:spcBef>
                <a:spcPts val="0"/>
              </a:spcBef>
              <a:spcAft>
                <a:spcPts val="0"/>
              </a:spcAft>
              <a:buSzPts val="2600"/>
              <a:buNone/>
              <a:defRPr sz="10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0" name="Shape 40"/>
        <p:cNvGrpSpPr/>
        <p:nvPr/>
      </p:nvGrpSpPr>
      <p:grpSpPr>
        <a:xfrm>
          <a:off x="0" y="0"/>
          <a:ext cx="0" cy="0"/>
          <a:chOff x="0" y="0"/>
          <a:chExt cx="0" cy="0"/>
        </a:xfrm>
      </p:grpSpPr>
      <p:sp>
        <p:nvSpPr>
          <p:cNvPr id="41" name="Google Shape;41;p11"/>
          <p:cNvSpPr txBox="1"/>
          <p:nvPr>
            <p:ph hasCustomPrompt="1" type="title"/>
          </p:nvPr>
        </p:nvSpPr>
        <p:spPr>
          <a:xfrm>
            <a:off x="1284000" y="1952850"/>
            <a:ext cx="6576000" cy="799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2" name="Google Shape;42;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3" name="Shape 4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44" name="Shape 44"/>
        <p:cNvGrpSpPr/>
        <p:nvPr/>
      </p:nvGrpSpPr>
      <p:grpSpPr>
        <a:xfrm>
          <a:off x="0" y="0"/>
          <a:ext cx="0" cy="0"/>
          <a:chOff x="0" y="0"/>
          <a:chExt cx="0" cy="0"/>
        </a:xfrm>
      </p:grpSpPr>
      <p:sp>
        <p:nvSpPr>
          <p:cNvPr id="45" name="Google Shape;45;p13"/>
          <p:cNvSpPr txBox="1"/>
          <p:nvPr>
            <p:ph type="title"/>
          </p:nvPr>
        </p:nvSpPr>
        <p:spPr>
          <a:xfrm>
            <a:off x="228600" y="224625"/>
            <a:ext cx="6642900" cy="6435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46" name="Google Shape;46;p13"/>
          <p:cNvSpPr txBox="1"/>
          <p:nvPr>
            <p:ph idx="1" type="subTitle"/>
          </p:nvPr>
        </p:nvSpPr>
        <p:spPr>
          <a:xfrm>
            <a:off x="228567" y="2052699"/>
            <a:ext cx="1986900" cy="788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47" name="Google Shape;47;p13"/>
          <p:cNvSpPr txBox="1"/>
          <p:nvPr>
            <p:ph idx="2" type="subTitle"/>
          </p:nvPr>
        </p:nvSpPr>
        <p:spPr>
          <a:xfrm>
            <a:off x="2461950" y="2052699"/>
            <a:ext cx="1986900" cy="788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48" name="Google Shape;48;p13"/>
          <p:cNvSpPr txBox="1"/>
          <p:nvPr>
            <p:ph idx="3" type="subTitle"/>
          </p:nvPr>
        </p:nvSpPr>
        <p:spPr>
          <a:xfrm>
            <a:off x="4695319" y="2052526"/>
            <a:ext cx="1986900" cy="788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49" name="Google Shape;49;p13"/>
          <p:cNvSpPr txBox="1"/>
          <p:nvPr>
            <p:ph idx="4" type="subTitle"/>
          </p:nvPr>
        </p:nvSpPr>
        <p:spPr>
          <a:xfrm>
            <a:off x="6923901" y="2088525"/>
            <a:ext cx="1986900" cy="75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50" name="Google Shape;50;p13"/>
          <p:cNvSpPr txBox="1"/>
          <p:nvPr>
            <p:ph hasCustomPrompt="1" idx="5" type="title"/>
          </p:nvPr>
        </p:nvSpPr>
        <p:spPr>
          <a:xfrm>
            <a:off x="228567" y="1122051"/>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rgbClr val="FFECB6"/>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1" name="Google Shape;51;p13"/>
          <p:cNvSpPr txBox="1"/>
          <p:nvPr>
            <p:ph hasCustomPrompt="1" idx="6" type="title"/>
          </p:nvPr>
        </p:nvSpPr>
        <p:spPr>
          <a:xfrm>
            <a:off x="4695319" y="1122051"/>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rgbClr val="FFECB6"/>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2" name="Google Shape;52;p13"/>
          <p:cNvSpPr txBox="1"/>
          <p:nvPr>
            <p:ph hasCustomPrompt="1" idx="7" type="title"/>
          </p:nvPr>
        </p:nvSpPr>
        <p:spPr>
          <a:xfrm>
            <a:off x="2461950" y="1122051"/>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rgbClr val="FFECB6"/>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 name="Google Shape;53;p13"/>
          <p:cNvSpPr txBox="1"/>
          <p:nvPr>
            <p:ph hasCustomPrompt="1" idx="8" type="title"/>
          </p:nvPr>
        </p:nvSpPr>
        <p:spPr>
          <a:xfrm>
            <a:off x="6923901" y="1122051"/>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rgbClr val="FFECB6"/>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4" name="Google Shape;54;p13"/>
          <p:cNvSpPr txBox="1"/>
          <p:nvPr>
            <p:ph idx="9" type="subTitle"/>
          </p:nvPr>
        </p:nvSpPr>
        <p:spPr>
          <a:xfrm>
            <a:off x="228567" y="3880463"/>
            <a:ext cx="1986900" cy="788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55" name="Google Shape;55;p13"/>
          <p:cNvSpPr txBox="1"/>
          <p:nvPr>
            <p:ph idx="13" type="subTitle"/>
          </p:nvPr>
        </p:nvSpPr>
        <p:spPr>
          <a:xfrm>
            <a:off x="2461950" y="3880463"/>
            <a:ext cx="1986900" cy="788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56" name="Google Shape;56;p13"/>
          <p:cNvSpPr txBox="1"/>
          <p:nvPr>
            <p:ph idx="14" type="subTitle"/>
          </p:nvPr>
        </p:nvSpPr>
        <p:spPr>
          <a:xfrm>
            <a:off x="4695319" y="3880290"/>
            <a:ext cx="1986900" cy="788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57" name="Google Shape;57;p13"/>
          <p:cNvSpPr txBox="1"/>
          <p:nvPr>
            <p:ph idx="15" type="subTitle"/>
          </p:nvPr>
        </p:nvSpPr>
        <p:spPr>
          <a:xfrm>
            <a:off x="6923901" y="3880292"/>
            <a:ext cx="1986900" cy="788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400"/>
              <a:buFont typeface="Raleway"/>
              <a:buNone/>
              <a:defRPr>
                <a:latin typeface="Raleway"/>
                <a:ea typeface="Raleway"/>
                <a:cs typeface="Raleway"/>
                <a:sym typeface="Raleway"/>
              </a:defRPr>
            </a:lvl2pPr>
            <a:lvl3pPr lvl="2" algn="ctr">
              <a:lnSpc>
                <a:spcPct val="100000"/>
              </a:lnSpc>
              <a:spcBef>
                <a:spcPts val="0"/>
              </a:spcBef>
              <a:spcAft>
                <a:spcPts val="0"/>
              </a:spcAft>
              <a:buSzPts val="1400"/>
              <a:buFont typeface="Raleway"/>
              <a:buNone/>
              <a:defRPr>
                <a:latin typeface="Raleway"/>
                <a:ea typeface="Raleway"/>
                <a:cs typeface="Raleway"/>
                <a:sym typeface="Raleway"/>
              </a:defRPr>
            </a:lvl3pPr>
            <a:lvl4pPr lvl="3" algn="ctr">
              <a:lnSpc>
                <a:spcPct val="100000"/>
              </a:lnSpc>
              <a:spcBef>
                <a:spcPts val="0"/>
              </a:spcBef>
              <a:spcAft>
                <a:spcPts val="0"/>
              </a:spcAft>
              <a:buSzPts val="1400"/>
              <a:buFont typeface="Raleway"/>
              <a:buNone/>
              <a:defRPr>
                <a:latin typeface="Raleway"/>
                <a:ea typeface="Raleway"/>
                <a:cs typeface="Raleway"/>
                <a:sym typeface="Raleway"/>
              </a:defRPr>
            </a:lvl4pPr>
            <a:lvl5pPr lvl="4" algn="ctr">
              <a:lnSpc>
                <a:spcPct val="100000"/>
              </a:lnSpc>
              <a:spcBef>
                <a:spcPts val="0"/>
              </a:spcBef>
              <a:spcAft>
                <a:spcPts val="0"/>
              </a:spcAft>
              <a:buSzPts val="1400"/>
              <a:buFont typeface="Raleway"/>
              <a:buNone/>
              <a:defRPr>
                <a:latin typeface="Raleway"/>
                <a:ea typeface="Raleway"/>
                <a:cs typeface="Raleway"/>
                <a:sym typeface="Raleway"/>
              </a:defRPr>
            </a:lvl5pPr>
            <a:lvl6pPr lvl="5" algn="ctr">
              <a:lnSpc>
                <a:spcPct val="100000"/>
              </a:lnSpc>
              <a:spcBef>
                <a:spcPts val="0"/>
              </a:spcBef>
              <a:spcAft>
                <a:spcPts val="0"/>
              </a:spcAft>
              <a:buSzPts val="1400"/>
              <a:buFont typeface="Raleway"/>
              <a:buNone/>
              <a:defRPr>
                <a:latin typeface="Raleway"/>
                <a:ea typeface="Raleway"/>
                <a:cs typeface="Raleway"/>
                <a:sym typeface="Raleway"/>
              </a:defRPr>
            </a:lvl6pPr>
            <a:lvl7pPr lvl="6" algn="ctr">
              <a:lnSpc>
                <a:spcPct val="100000"/>
              </a:lnSpc>
              <a:spcBef>
                <a:spcPts val="0"/>
              </a:spcBef>
              <a:spcAft>
                <a:spcPts val="0"/>
              </a:spcAft>
              <a:buSzPts val="1400"/>
              <a:buFont typeface="Raleway"/>
              <a:buNone/>
              <a:defRPr>
                <a:latin typeface="Raleway"/>
                <a:ea typeface="Raleway"/>
                <a:cs typeface="Raleway"/>
                <a:sym typeface="Raleway"/>
              </a:defRPr>
            </a:lvl7pPr>
            <a:lvl8pPr lvl="7" algn="ctr">
              <a:lnSpc>
                <a:spcPct val="100000"/>
              </a:lnSpc>
              <a:spcBef>
                <a:spcPts val="0"/>
              </a:spcBef>
              <a:spcAft>
                <a:spcPts val="0"/>
              </a:spcAft>
              <a:buSzPts val="1400"/>
              <a:buFont typeface="Raleway"/>
              <a:buNone/>
              <a:defRPr>
                <a:latin typeface="Raleway"/>
                <a:ea typeface="Raleway"/>
                <a:cs typeface="Raleway"/>
                <a:sym typeface="Raleway"/>
              </a:defRPr>
            </a:lvl8pPr>
            <a:lvl9pPr lvl="8" algn="ctr">
              <a:lnSpc>
                <a:spcPct val="100000"/>
              </a:lnSpc>
              <a:spcBef>
                <a:spcPts val="0"/>
              </a:spcBef>
              <a:spcAft>
                <a:spcPts val="0"/>
              </a:spcAft>
              <a:buSzPts val="1400"/>
              <a:buFont typeface="Raleway"/>
              <a:buNone/>
              <a:defRPr>
                <a:latin typeface="Raleway"/>
                <a:ea typeface="Raleway"/>
                <a:cs typeface="Raleway"/>
                <a:sym typeface="Raleway"/>
              </a:defRPr>
            </a:lvl9pPr>
          </a:lstStyle>
          <a:p/>
        </p:txBody>
      </p:sp>
      <p:sp>
        <p:nvSpPr>
          <p:cNvPr id="58" name="Google Shape;58;p13"/>
          <p:cNvSpPr txBox="1"/>
          <p:nvPr>
            <p:ph hasCustomPrompt="1" idx="16" type="title"/>
          </p:nvPr>
        </p:nvSpPr>
        <p:spPr>
          <a:xfrm>
            <a:off x="228567" y="2991118"/>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chemeClr val="accent2"/>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9" name="Google Shape;59;p13"/>
          <p:cNvSpPr txBox="1"/>
          <p:nvPr>
            <p:ph hasCustomPrompt="1" idx="17" type="title"/>
          </p:nvPr>
        </p:nvSpPr>
        <p:spPr>
          <a:xfrm>
            <a:off x="4695319" y="2986138"/>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chemeClr val="accent2"/>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0" name="Google Shape;60;p13"/>
          <p:cNvSpPr txBox="1"/>
          <p:nvPr>
            <p:ph hasCustomPrompt="1" idx="18" type="title"/>
          </p:nvPr>
        </p:nvSpPr>
        <p:spPr>
          <a:xfrm>
            <a:off x="2461950" y="2986225"/>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chemeClr val="accent2"/>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1" name="Google Shape;61;p13"/>
          <p:cNvSpPr txBox="1"/>
          <p:nvPr>
            <p:ph hasCustomPrompt="1" idx="19" type="title"/>
          </p:nvPr>
        </p:nvSpPr>
        <p:spPr>
          <a:xfrm>
            <a:off x="6923901" y="2986125"/>
            <a:ext cx="542700" cy="432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000">
                <a:solidFill>
                  <a:schemeClr val="accent2"/>
                </a:solidFill>
                <a:latin typeface="Fraunces"/>
                <a:ea typeface="Fraunces"/>
                <a:cs typeface="Fraunces"/>
                <a:sym typeface="Fraunce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2" name="Shape 62"/>
        <p:cNvGrpSpPr/>
        <p:nvPr/>
      </p:nvGrpSpPr>
      <p:grpSpPr>
        <a:xfrm>
          <a:off x="0" y="0"/>
          <a:ext cx="0" cy="0"/>
          <a:chOff x="0" y="0"/>
          <a:chExt cx="0" cy="0"/>
        </a:xfrm>
      </p:grpSpPr>
      <p:sp>
        <p:nvSpPr>
          <p:cNvPr id="63" name="Google Shape;63;p14"/>
          <p:cNvSpPr txBox="1"/>
          <p:nvPr>
            <p:ph type="title"/>
          </p:nvPr>
        </p:nvSpPr>
        <p:spPr>
          <a:xfrm>
            <a:off x="342900" y="646585"/>
            <a:ext cx="5562600" cy="6984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2600"/>
              <a:buNone/>
              <a:defRPr sz="40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64" name="Google Shape;64;p14"/>
          <p:cNvSpPr txBox="1"/>
          <p:nvPr>
            <p:ph idx="1" type="subTitle"/>
          </p:nvPr>
        </p:nvSpPr>
        <p:spPr>
          <a:xfrm>
            <a:off x="228650" y="3473150"/>
            <a:ext cx="8686800" cy="144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65" name="Shape 65"/>
        <p:cNvGrpSpPr/>
        <p:nvPr/>
      </p:nvGrpSpPr>
      <p:grpSpPr>
        <a:xfrm>
          <a:off x="0" y="0"/>
          <a:ext cx="0" cy="0"/>
          <a:chOff x="0" y="0"/>
          <a:chExt cx="0" cy="0"/>
        </a:xfrm>
      </p:grpSpPr>
      <p:sp>
        <p:nvSpPr>
          <p:cNvPr id="66" name="Google Shape;66;p15"/>
          <p:cNvSpPr txBox="1"/>
          <p:nvPr>
            <p:ph type="title"/>
          </p:nvPr>
        </p:nvSpPr>
        <p:spPr>
          <a:xfrm>
            <a:off x="228600" y="270324"/>
            <a:ext cx="3400500" cy="1883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67" name="Google Shape;67;p15"/>
          <p:cNvSpPr txBox="1"/>
          <p:nvPr>
            <p:ph idx="1" type="subTitle"/>
          </p:nvPr>
        </p:nvSpPr>
        <p:spPr>
          <a:xfrm>
            <a:off x="3995700" y="2278875"/>
            <a:ext cx="4919700" cy="18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Open Sans"/>
              <a:buChar char="●"/>
              <a:defRPr/>
            </a:lvl1pPr>
            <a:lvl2pPr lvl="1" algn="ctr">
              <a:lnSpc>
                <a:spcPct val="100000"/>
              </a:lnSpc>
              <a:spcBef>
                <a:spcPts val="0"/>
              </a:spcBef>
              <a:spcAft>
                <a:spcPts val="0"/>
              </a:spcAft>
              <a:buSzPts val="1400"/>
              <a:buFont typeface="Open Sans"/>
              <a:buChar char="○"/>
              <a:defRPr/>
            </a:lvl2pPr>
            <a:lvl3pPr lvl="2" algn="ctr">
              <a:lnSpc>
                <a:spcPct val="100000"/>
              </a:lnSpc>
              <a:spcBef>
                <a:spcPts val="0"/>
              </a:spcBef>
              <a:spcAft>
                <a:spcPts val="0"/>
              </a:spcAft>
              <a:buSzPts val="1400"/>
              <a:buFont typeface="Open Sans"/>
              <a:buChar char="■"/>
              <a:defRPr/>
            </a:lvl3pPr>
            <a:lvl4pPr lvl="3" algn="ctr">
              <a:lnSpc>
                <a:spcPct val="100000"/>
              </a:lnSpc>
              <a:spcBef>
                <a:spcPts val="0"/>
              </a:spcBef>
              <a:spcAft>
                <a:spcPts val="0"/>
              </a:spcAft>
              <a:buSzPts val="1400"/>
              <a:buFont typeface="Open Sans"/>
              <a:buChar char="●"/>
              <a:defRPr/>
            </a:lvl4pPr>
            <a:lvl5pPr lvl="4" algn="ctr">
              <a:lnSpc>
                <a:spcPct val="100000"/>
              </a:lnSpc>
              <a:spcBef>
                <a:spcPts val="0"/>
              </a:spcBef>
              <a:spcAft>
                <a:spcPts val="0"/>
              </a:spcAft>
              <a:buSzPts val="1400"/>
              <a:buFont typeface="Open Sans"/>
              <a:buChar char="○"/>
              <a:defRPr/>
            </a:lvl5pPr>
            <a:lvl6pPr lvl="5" algn="ctr">
              <a:lnSpc>
                <a:spcPct val="100000"/>
              </a:lnSpc>
              <a:spcBef>
                <a:spcPts val="0"/>
              </a:spcBef>
              <a:spcAft>
                <a:spcPts val="0"/>
              </a:spcAft>
              <a:buSzPts val="1400"/>
              <a:buFont typeface="Open Sans"/>
              <a:buChar char="■"/>
              <a:defRPr/>
            </a:lvl6pPr>
            <a:lvl7pPr lvl="6" algn="ctr">
              <a:lnSpc>
                <a:spcPct val="100000"/>
              </a:lnSpc>
              <a:spcBef>
                <a:spcPts val="0"/>
              </a:spcBef>
              <a:spcAft>
                <a:spcPts val="0"/>
              </a:spcAft>
              <a:buSzPts val="1400"/>
              <a:buFont typeface="Open Sans"/>
              <a:buChar char="●"/>
              <a:defRPr/>
            </a:lvl7pPr>
            <a:lvl8pPr lvl="7" algn="ctr">
              <a:lnSpc>
                <a:spcPct val="100000"/>
              </a:lnSpc>
              <a:spcBef>
                <a:spcPts val="0"/>
              </a:spcBef>
              <a:spcAft>
                <a:spcPts val="0"/>
              </a:spcAft>
              <a:buSzPts val="1400"/>
              <a:buFont typeface="Open Sans"/>
              <a:buChar char="○"/>
              <a:defRPr/>
            </a:lvl8pPr>
            <a:lvl9pPr lvl="8" algn="ctr">
              <a:lnSpc>
                <a:spcPct val="100000"/>
              </a:lnSpc>
              <a:spcBef>
                <a:spcPts val="0"/>
              </a:spcBef>
              <a:spcAft>
                <a:spcPts val="0"/>
              </a:spcAft>
              <a:buSzPts val="1400"/>
              <a:buFont typeface="Open Sans"/>
              <a:buChar char="■"/>
              <a:defRPr/>
            </a:lvl9pPr>
          </a:lstStyle>
          <a:p/>
        </p:txBody>
      </p:sp>
      <p:sp>
        <p:nvSpPr>
          <p:cNvPr id="68" name="Google Shape;68;p15"/>
          <p:cNvSpPr/>
          <p:nvPr>
            <p:ph idx="2" type="pic"/>
          </p:nvPr>
        </p:nvSpPr>
        <p:spPr>
          <a:xfrm>
            <a:off x="326475" y="2418050"/>
            <a:ext cx="3114600" cy="20613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9" name="Shape 69"/>
        <p:cNvGrpSpPr/>
        <p:nvPr/>
      </p:nvGrpSpPr>
      <p:grpSpPr>
        <a:xfrm>
          <a:off x="0" y="0"/>
          <a:ext cx="0" cy="0"/>
          <a:chOff x="0" y="0"/>
          <a:chExt cx="0" cy="0"/>
        </a:xfrm>
      </p:grpSpPr>
      <p:sp>
        <p:nvSpPr>
          <p:cNvPr id="70" name="Google Shape;70;p16"/>
          <p:cNvSpPr txBox="1"/>
          <p:nvPr>
            <p:ph type="title"/>
          </p:nvPr>
        </p:nvSpPr>
        <p:spPr>
          <a:xfrm>
            <a:off x="261571" y="237349"/>
            <a:ext cx="86871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600"/>
              <a:buFont typeface="Raleway"/>
              <a:buNone/>
              <a:defRPr sz="2600">
                <a:solidFill>
                  <a:schemeClr val="dk1"/>
                </a:solidFill>
                <a:latin typeface="Raleway"/>
                <a:ea typeface="Raleway"/>
                <a:cs typeface="Raleway"/>
                <a:sym typeface="Raleway"/>
              </a:defRPr>
            </a:lvl1pPr>
            <a:lvl2pPr lvl="1">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2pPr>
            <a:lvl3pPr lvl="2">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3pPr>
            <a:lvl4pPr lvl="3">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4pPr>
            <a:lvl5pPr lvl="4">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5pPr>
            <a:lvl6pPr lvl="5">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6pPr>
            <a:lvl7pPr lvl="6">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7pPr>
            <a:lvl8pPr lvl="7">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8pPr>
            <a:lvl9pPr lvl="8">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1" name="Shape 71"/>
        <p:cNvGrpSpPr/>
        <p:nvPr/>
      </p:nvGrpSpPr>
      <p:grpSpPr>
        <a:xfrm>
          <a:off x="0" y="0"/>
          <a:ext cx="0" cy="0"/>
          <a:chOff x="0" y="0"/>
          <a:chExt cx="0" cy="0"/>
        </a:xfrm>
      </p:grpSpPr>
      <p:sp>
        <p:nvSpPr>
          <p:cNvPr id="72" name="Google Shape;72;p17"/>
          <p:cNvSpPr txBox="1"/>
          <p:nvPr>
            <p:ph idx="1" type="subTitle"/>
          </p:nvPr>
        </p:nvSpPr>
        <p:spPr>
          <a:xfrm>
            <a:off x="3309313" y="2567100"/>
            <a:ext cx="2525400" cy="156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3" name="Google Shape;73;p17"/>
          <p:cNvSpPr txBox="1"/>
          <p:nvPr>
            <p:ph idx="2" type="subTitle"/>
          </p:nvPr>
        </p:nvSpPr>
        <p:spPr>
          <a:xfrm>
            <a:off x="243400" y="2567100"/>
            <a:ext cx="2525400" cy="156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17"/>
          <p:cNvSpPr txBox="1"/>
          <p:nvPr>
            <p:ph idx="3" type="subTitle"/>
          </p:nvPr>
        </p:nvSpPr>
        <p:spPr>
          <a:xfrm>
            <a:off x="6375225" y="2567100"/>
            <a:ext cx="2525400" cy="156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 name="Google Shape;75;p17"/>
          <p:cNvSpPr txBox="1"/>
          <p:nvPr>
            <p:ph hasCustomPrompt="1" type="title"/>
          </p:nvPr>
        </p:nvSpPr>
        <p:spPr>
          <a:xfrm>
            <a:off x="3344325" y="1982100"/>
            <a:ext cx="2290500" cy="2967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1600">
                <a:latin typeface="DM Sans"/>
                <a:ea typeface="DM Sans"/>
                <a:cs typeface="DM Sans"/>
                <a:sym typeface="DM Sans"/>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6" name="Google Shape;76;p17"/>
          <p:cNvSpPr txBox="1"/>
          <p:nvPr>
            <p:ph hasCustomPrompt="1" idx="4" type="title"/>
          </p:nvPr>
        </p:nvSpPr>
        <p:spPr>
          <a:xfrm>
            <a:off x="243377" y="1943175"/>
            <a:ext cx="2525400" cy="3357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1600">
                <a:latin typeface="DM Sans"/>
                <a:ea typeface="DM Sans"/>
                <a:cs typeface="DM Sans"/>
                <a:sym typeface="DM Sans"/>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7" name="Google Shape;77;p17"/>
          <p:cNvSpPr txBox="1"/>
          <p:nvPr>
            <p:ph hasCustomPrompt="1" idx="5" type="title"/>
          </p:nvPr>
        </p:nvSpPr>
        <p:spPr>
          <a:xfrm>
            <a:off x="6390026" y="1941825"/>
            <a:ext cx="2078700" cy="3357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1600">
                <a:latin typeface="DM Sans"/>
                <a:ea typeface="DM Sans"/>
                <a:cs typeface="DM Sans"/>
                <a:sym typeface="DM Sans"/>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8" name="Google Shape;78;p17"/>
          <p:cNvSpPr txBox="1"/>
          <p:nvPr>
            <p:ph idx="6" type="title"/>
          </p:nvPr>
        </p:nvSpPr>
        <p:spPr>
          <a:xfrm>
            <a:off x="228600" y="228600"/>
            <a:ext cx="86868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9" name="Shape 79"/>
        <p:cNvGrpSpPr/>
        <p:nvPr/>
      </p:nvGrpSpPr>
      <p:grpSpPr>
        <a:xfrm>
          <a:off x="0" y="0"/>
          <a:ext cx="0" cy="0"/>
          <a:chOff x="0" y="0"/>
          <a:chExt cx="0" cy="0"/>
        </a:xfrm>
      </p:grpSpPr>
      <p:sp>
        <p:nvSpPr>
          <p:cNvPr id="80" name="Google Shape;80;p18"/>
          <p:cNvSpPr txBox="1"/>
          <p:nvPr>
            <p:ph type="title"/>
          </p:nvPr>
        </p:nvSpPr>
        <p:spPr>
          <a:xfrm>
            <a:off x="342900" y="686253"/>
            <a:ext cx="50901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5000"/>
              <a:buNone/>
              <a:defRPr sz="4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p:txBody>
      </p:sp>
      <p:sp>
        <p:nvSpPr>
          <p:cNvPr id="81" name="Google Shape;81;p18"/>
          <p:cNvSpPr txBox="1"/>
          <p:nvPr>
            <p:ph idx="1" type="subTitle"/>
          </p:nvPr>
        </p:nvSpPr>
        <p:spPr>
          <a:xfrm>
            <a:off x="342900" y="1955850"/>
            <a:ext cx="4448100" cy="123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8"/>
          <p:cNvSpPr txBox="1"/>
          <p:nvPr/>
        </p:nvSpPr>
        <p:spPr>
          <a:xfrm>
            <a:off x="2099100" y="3741275"/>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a:solidFill>
                  <a:schemeClr val="dk1"/>
                </a:solidFill>
                <a:uFill>
                  <a:noFill/>
                </a:u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infographics &amp; images by </a:t>
            </a:r>
            <a:r>
              <a:rPr b="1" lang="en" sz="1200">
                <a:solidFill>
                  <a:schemeClr val="dk1"/>
                </a:solidFill>
                <a:uFill>
                  <a:noFill/>
                </a:uFill>
                <a:latin typeface="DM Sans"/>
                <a:ea typeface="DM Sans"/>
                <a:cs typeface="DM Sans"/>
                <a:sym typeface="DM Sans"/>
                <a:hlinkClick r:id="rId3">
                  <a:extLst>
                    <a:ext uri="{A12FA001-AC4F-418D-AE19-62706E023703}">
                      <ahyp:hlinkClr val="tx"/>
                    </a:ext>
                  </a:extLst>
                </a:hlinkClick>
              </a:rPr>
              <a:t>Freepik</a:t>
            </a:r>
            <a:r>
              <a:rPr lang="en" sz="1200">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83" name="Shape 83"/>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84" name="Shape 84"/>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8" name="Shape 88"/>
        <p:cNvGrpSpPr/>
        <p:nvPr/>
      </p:nvGrpSpPr>
      <p:grpSpPr>
        <a:xfrm>
          <a:off x="0" y="0"/>
          <a:ext cx="0" cy="0"/>
          <a:chOff x="0" y="0"/>
          <a:chExt cx="0" cy="0"/>
        </a:xfrm>
      </p:grpSpPr>
      <p:sp>
        <p:nvSpPr>
          <p:cNvPr id="89" name="Google Shape;89;p22"/>
          <p:cNvSpPr txBox="1"/>
          <p:nvPr>
            <p:ph type="ctrTitle"/>
          </p:nvPr>
        </p:nvSpPr>
        <p:spPr>
          <a:xfrm>
            <a:off x="713225" y="652625"/>
            <a:ext cx="4261200" cy="156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000">
                <a:latin typeface="Atkinson Hyperlegible Next SemiBold"/>
                <a:ea typeface="Atkinson Hyperlegible Next SemiBold"/>
                <a:cs typeface="Atkinson Hyperlegible Next SemiBold"/>
                <a:sym typeface="Atkinson Hyperlegible Next Semi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90" name="Google Shape;90;p22"/>
          <p:cNvSpPr txBox="1"/>
          <p:nvPr>
            <p:ph idx="1" type="subTitle"/>
          </p:nvPr>
        </p:nvSpPr>
        <p:spPr>
          <a:xfrm>
            <a:off x="713225" y="2382450"/>
            <a:ext cx="4261200" cy="378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cxnSp>
        <p:nvCxnSpPr>
          <p:cNvPr id="91" name="Google Shape;91;p22"/>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92" name="Google Shape;92;p22"/>
          <p:cNvSpPr/>
          <p:nvPr/>
        </p:nvSpPr>
        <p:spPr>
          <a:xfrm>
            <a:off x="6775500" y="-92825"/>
            <a:ext cx="2544600" cy="523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3" name="Shape 93"/>
        <p:cNvGrpSpPr/>
        <p:nvPr/>
      </p:nvGrpSpPr>
      <p:grpSpPr>
        <a:xfrm>
          <a:off x="0" y="0"/>
          <a:ext cx="0" cy="0"/>
          <a:chOff x="0" y="0"/>
          <a:chExt cx="0" cy="0"/>
        </a:xfrm>
      </p:grpSpPr>
      <p:sp>
        <p:nvSpPr>
          <p:cNvPr id="94" name="Google Shape;94;p23"/>
          <p:cNvSpPr txBox="1"/>
          <p:nvPr>
            <p:ph type="title"/>
          </p:nvPr>
        </p:nvSpPr>
        <p:spPr>
          <a:xfrm>
            <a:off x="4574875" y="3092600"/>
            <a:ext cx="3855900" cy="15114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sz="4000">
                <a:latin typeface="Atkinson Hyperlegible Next SemiBold"/>
                <a:ea typeface="Atkinson Hyperlegible Next SemiBold"/>
                <a:cs typeface="Atkinson Hyperlegible Next SemiBold"/>
                <a:sym typeface="Atkinson Hyperlegible Next Semi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5" name="Google Shape;95;p23"/>
          <p:cNvSpPr txBox="1"/>
          <p:nvPr>
            <p:ph hasCustomPrompt="1" idx="2" type="title"/>
          </p:nvPr>
        </p:nvSpPr>
        <p:spPr>
          <a:xfrm>
            <a:off x="713225" y="835750"/>
            <a:ext cx="1258200" cy="915900"/>
          </a:xfrm>
          <a:prstGeom prst="rect">
            <a:avLst/>
          </a:prstGeom>
          <a:noFill/>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60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96" name="Google Shape;96;p23"/>
          <p:cNvSpPr/>
          <p:nvPr/>
        </p:nvSpPr>
        <p:spPr>
          <a:xfrm>
            <a:off x="-76975" y="-92825"/>
            <a:ext cx="2621700" cy="523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cxnSp>
        <p:nvCxnSpPr>
          <p:cNvPr id="97" name="Google Shape;97;p23"/>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8" name="Shape 98"/>
        <p:cNvGrpSpPr/>
        <p:nvPr/>
      </p:nvGrpSpPr>
      <p:grpSpPr>
        <a:xfrm>
          <a:off x="0" y="0"/>
          <a:ext cx="0" cy="0"/>
          <a:chOff x="0" y="0"/>
          <a:chExt cx="0" cy="0"/>
        </a:xfrm>
      </p:grpSpPr>
      <p:sp>
        <p:nvSpPr>
          <p:cNvPr id="99" name="Google Shape;99;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0" name="Google Shape;100;p24"/>
          <p:cNvSpPr txBox="1"/>
          <p:nvPr>
            <p:ph idx="1" type="body"/>
          </p:nvPr>
        </p:nvSpPr>
        <p:spPr>
          <a:xfrm>
            <a:off x="720000" y="1215751"/>
            <a:ext cx="7704000" cy="172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cxnSp>
        <p:nvCxnSpPr>
          <p:cNvPr id="101" name="Google Shape;101;p24"/>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102" name="Google Shape;102;p24"/>
          <p:cNvSpPr/>
          <p:nvPr/>
        </p:nvSpPr>
        <p:spPr>
          <a:xfrm rot="5400000">
            <a:off x="6353650" y="2289750"/>
            <a:ext cx="5182200" cy="56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 name="Shape 103"/>
        <p:cNvGrpSpPr/>
        <p:nvPr/>
      </p:nvGrpSpPr>
      <p:grpSpPr>
        <a:xfrm>
          <a:off x="0" y="0"/>
          <a:ext cx="0" cy="0"/>
          <a:chOff x="0" y="0"/>
          <a:chExt cx="0" cy="0"/>
        </a:xfrm>
      </p:grpSpPr>
      <p:sp>
        <p:nvSpPr>
          <p:cNvPr id="104" name="Google Shape;104;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5" name="Google Shape;105;p25"/>
          <p:cNvSpPr txBox="1"/>
          <p:nvPr>
            <p:ph idx="1" type="subTitle"/>
          </p:nvPr>
        </p:nvSpPr>
        <p:spPr>
          <a:xfrm>
            <a:off x="713225" y="3735727"/>
            <a:ext cx="7054500" cy="752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6" name="Google Shape;106;p25"/>
          <p:cNvSpPr txBox="1"/>
          <p:nvPr>
            <p:ph idx="2" type="subTitle"/>
          </p:nvPr>
        </p:nvSpPr>
        <p:spPr>
          <a:xfrm>
            <a:off x="720025" y="2492787"/>
            <a:ext cx="7054500" cy="752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7" name="Google Shape;107;p25"/>
          <p:cNvSpPr txBox="1"/>
          <p:nvPr>
            <p:ph idx="3" type="subTitle"/>
          </p:nvPr>
        </p:nvSpPr>
        <p:spPr>
          <a:xfrm>
            <a:off x="720000" y="2002013"/>
            <a:ext cx="7054500" cy="490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 name="Google Shape;108;p25"/>
          <p:cNvSpPr txBox="1"/>
          <p:nvPr>
            <p:ph idx="4" type="subTitle"/>
          </p:nvPr>
        </p:nvSpPr>
        <p:spPr>
          <a:xfrm>
            <a:off x="713297" y="3245050"/>
            <a:ext cx="7054500" cy="490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109" name="Google Shape;109;p25"/>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cxnSp>
        <p:nvCxnSpPr>
          <p:cNvPr id="112" name="Google Shape;112;p26"/>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113" name="Google Shape;113;p26"/>
          <p:cNvSpPr/>
          <p:nvPr/>
        </p:nvSpPr>
        <p:spPr>
          <a:xfrm rot="5400000">
            <a:off x="6353650" y="2289750"/>
            <a:ext cx="5182200" cy="56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4" name="Shape 114"/>
        <p:cNvGrpSpPr/>
        <p:nvPr/>
      </p:nvGrpSpPr>
      <p:grpSpPr>
        <a:xfrm>
          <a:off x="0" y="0"/>
          <a:ext cx="0" cy="0"/>
          <a:chOff x="0" y="0"/>
          <a:chExt cx="0" cy="0"/>
        </a:xfrm>
      </p:grpSpPr>
      <p:sp>
        <p:nvSpPr>
          <p:cNvPr id="115" name="Google Shape;115;p27"/>
          <p:cNvSpPr txBox="1"/>
          <p:nvPr>
            <p:ph type="title"/>
          </p:nvPr>
        </p:nvSpPr>
        <p:spPr>
          <a:xfrm>
            <a:off x="720000" y="445026"/>
            <a:ext cx="4763700" cy="8586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6" name="Google Shape;116;p27"/>
          <p:cNvSpPr txBox="1"/>
          <p:nvPr>
            <p:ph idx="1" type="subTitle"/>
          </p:nvPr>
        </p:nvSpPr>
        <p:spPr>
          <a:xfrm>
            <a:off x="1528800" y="1869400"/>
            <a:ext cx="4294800" cy="16827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Open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cxnSp>
        <p:nvCxnSpPr>
          <p:cNvPr id="117" name="Google Shape;117;p27"/>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118" name="Google Shape;118;p27"/>
          <p:cNvSpPr/>
          <p:nvPr/>
        </p:nvSpPr>
        <p:spPr>
          <a:xfrm rot="5400000">
            <a:off x="6353650" y="2289750"/>
            <a:ext cx="5182200" cy="56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9" name="Shape 119"/>
        <p:cNvGrpSpPr/>
        <p:nvPr/>
      </p:nvGrpSpPr>
      <p:grpSpPr>
        <a:xfrm>
          <a:off x="0" y="0"/>
          <a:ext cx="0" cy="0"/>
          <a:chOff x="0" y="0"/>
          <a:chExt cx="0" cy="0"/>
        </a:xfrm>
      </p:grpSpPr>
      <p:sp>
        <p:nvSpPr>
          <p:cNvPr id="120" name="Google Shape;120;p28"/>
          <p:cNvSpPr txBox="1"/>
          <p:nvPr>
            <p:ph type="title"/>
          </p:nvPr>
        </p:nvSpPr>
        <p:spPr>
          <a:xfrm>
            <a:off x="1768550" y="1307100"/>
            <a:ext cx="56070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1" name="Shape 121"/>
        <p:cNvGrpSpPr/>
        <p:nvPr/>
      </p:nvGrpSpPr>
      <p:grpSpPr>
        <a:xfrm>
          <a:off x="0" y="0"/>
          <a:ext cx="0" cy="0"/>
          <a:chOff x="0" y="0"/>
          <a:chExt cx="0" cy="0"/>
        </a:xfrm>
      </p:grpSpPr>
      <p:sp>
        <p:nvSpPr>
          <p:cNvPr id="122" name="Google Shape;122;p29"/>
          <p:cNvSpPr txBox="1"/>
          <p:nvPr>
            <p:ph type="title"/>
          </p:nvPr>
        </p:nvSpPr>
        <p:spPr>
          <a:xfrm>
            <a:off x="2135550" y="1441675"/>
            <a:ext cx="4872900" cy="1187400"/>
          </a:xfrm>
          <a:prstGeom prst="rect">
            <a:avLst/>
          </a:prstGeom>
        </p:spPr>
        <p:txBody>
          <a:bodyPr anchorCtr="0" anchor="b" bIns="91425" lIns="91425" spcFirstLastPara="1" rIns="91425" wrap="square" tIns="91425">
            <a:noAutofit/>
          </a:bodyPr>
          <a:lstStyle>
            <a:lvl1pPr lvl="0" algn="ctr">
              <a:spcBef>
                <a:spcPts val="0"/>
              </a:spcBef>
              <a:spcAft>
                <a:spcPts val="0"/>
              </a:spcAft>
              <a:buSzPts val="2600"/>
              <a:buNone/>
              <a:defRPr sz="6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23" name="Google Shape;123;p29"/>
          <p:cNvSpPr txBox="1"/>
          <p:nvPr>
            <p:ph idx="1" type="subTitle"/>
          </p:nvPr>
        </p:nvSpPr>
        <p:spPr>
          <a:xfrm>
            <a:off x="2135550" y="2784625"/>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30"/>
          <p:cNvSpPr/>
          <p:nvPr>
            <p:ph idx="2" type="pic"/>
          </p:nvPr>
        </p:nvSpPr>
        <p:spPr>
          <a:xfrm>
            <a:off x="0" y="0"/>
            <a:ext cx="9144000" cy="5143500"/>
          </a:xfrm>
          <a:prstGeom prst="rect">
            <a:avLst/>
          </a:prstGeom>
          <a:noFill/>
          <a:ln>
            <a:noFill/>
          </a:ln>
        </p:spPr>
      </p:sp>
      <p:sp>
        <p:nvSpPr>
          <p:cNvPr id="126" name="Google Shape;126;p30"/>
          <p:cNvSpPr txBox="1"/>
          <p:nvPr>
            <p:ph type="title"/>
          </p:nvPr>
        </p:nvSpPr>
        <p:spPr>
          <a:xfrm>
            <a:off x="720000" y="4014450"/>
            <a:ext cx="7704000" cy="572700"/>
          </a:xfrm>
          <a:prstGeom prst="rect">
            <a:avLst/>
          </a:prstGeom>
          <a:solidFill>
            <a:schemeClr val="dk1"/>
          </a:solidFill>
        </p:spPr>
        <p:txBody>
          <a:bodyPr anchorCtr="0" anchor="t" bIns="91425" lIns="91425" spcFirstLastPara="1" rIns="91425" wrap="square" tIns="91425">
            <a:noAutofit/>
          </a:bodyPr>
          <a:lstStyle>
            <a:lvl1pPr lvl="0" algn="ctr">
              <a:spcBef>
                <a:spcPts val="0"/>
              </a:spcBef>
              <a:spcAft>
                <a:spcPts val="0"/>
              </a:spcAft>
              <a:buClr>
                <a:schemeClr val="lt1"/>
              </a:buClr>
              <a:buSzPts val="2600"/>
              <a:buNone/>
              <a:defRPr sz="2500">
                <a:solidFill>
                  <a:schemeClr val="lt1"/>
                </a:solidFill>
              </a:defRPr>
            </a:lvl1pPr>
            <a:lvl2pPr lvl="1" algn="ctr">
              <a:spcBef>
                <a:spcPts val="0"/>
              </a:spcBef>
              <a:spcAft>
                <a:spcPts val="0"/>
              </a:spcAft>
              <a:buClr>
                <a:schemeClr val="lt1"/>
              </a:buClr>
              <a:buSzPts val="3500"/>
              <a:buNone/>
              <a:defRPr>
                <a:solidFill>
                  <a:schemeClr val="lt1"/>
                </a:solidFill>
              </a:defRPr>
            </a:lvl2pPr>
            <a:lvl3pPr lvl="2" algn="ctr">
              <a:spcBef>
                <a:spcPts val="0"/>
              </a:spcBef>
              <a:spcAft>
                <a:spcPts val="0"/>
              </a:spcAft>
              <a:buClr>
                <a:schemeClr val="lt1"/>
              </a:buClr>
              <a:buSzPts val="3500"/>
              <a:buNone/>
              <a:defRPr>
                <a:solidFill>
                  <a:schemeClr val="lt1"/>
                </a:solidFill>
              </a:defRPr>
            </a:lvl3pPr>
            <a:lvl4pPr lvl="3" algn="ctr">
              <a:spcBef>
                <a:spcPts val="0"/>
              </a:spcBef>
              <a:spcAft>
                <a:spcPts val="0"/>
              </a:spcAft>
              <a:buClr>
                <a:schemeClr val="lt1"/>
              </a:buClr>
              <a:buSzPts val="3500"/>
              <a:buNone/>
              <a:defRPr>
                <a:solidFill>
                  <a:schemeClr val="lt1"/>
                </a:solidFill>
              </a:defRPr>
            </a:lvl4pPr>
            <a:lvl5pPr lvl="4" algn="ctr">
              <a:spcBef>
                <a:spcPts val="0"/>
              </a:spcBef>
              <a:spcAft>
                <a:spcPts val="0"/>
              </a:spcAft>
              <a:buClr>
                <a:schemeClr val="lt1"/>
              </a:buClr>
              <a:buSzPts val="3500"/>
              <a:buNone/>
              <a:defRPr>
                <a:solidFill>
                  <a:schemeClr val="lt1"/>
                </a:solidFill>
              </a:defRPr>
            </a:lvl5pPr>
            <a:lvl6pPr lvl="5" algn="ctr">
              <a:spcBef>
                <a:spcPts val="0"/>
              </a:spcBef>
              <a:spcAft>
                <a:spcPts val="0"/>
              </a:spcAft>
              <a:buClr>
                <a:schemeClr val="lt1"/>
              </a:buClr>
              <a:buSzPts val="3500"/>
              <a:buNone/>
              <a:defRPr>
                <a:solidFill>
                  <a:schemeClr val="lt1"/>
                </a:solidFill>
              </a:defRPr>
            </a:lvl6pPr>
            <a:lvl7pPr lvl="6" algn="ctr">
              <a:spcBef>
                <a:spcPts val="0"/>
              </a:spcBef>
              <a:spcAft>
                <a:spcPts val="0"/>
              </a:spcAft>
              <a:buClr>
                <a:schemeClr val="lt1"/>
              </a:buClr>
              <a:buSzPts val="3500"/>
              <a:buNone/>
              <a:defRPr>
                <a:solidFill>
                  <a:schemeClr val="lt1"/>
                </a:solidFill>
              </a:defRPr>
            </a:lvl7pPr>
            <a:lvl8pPr lvl="7" algn="ctr">
              <a:spcBef>
                <a:spcPts val="0"/>
              </a:spcBef>
              <a:spcAft>
                <a:spcPts val="0"/>
              </a:spcAft>
              <a:buClr>
                <a:schemeClr val="lt1"/>
              </a:buClr>
              <a:buSzPts val="3500"/>
              <a:buNone/>
              <a:defRPr>
                <a:solidFill>
                  <a:schemeClr val="lt1"/>
                </a:solidFill>
              </a:defRPr>
            </a:lvl8pPr>
            <a:lvl9pPr lvl="8" algn="ctr">
              <a:spcBef>
                <a:spcPts val="0"/>
              </a:spcBef>
              <a:spcAft>
                <a:spcPts val="0"/>
              </a:spcAft>
              <a:buClr>
                <a:schemeClr val="lt1"/>
              </a:buClr>
              <a:buSzPts val="3500"/>
              <a:buNone/>
              <a:defRPr>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31"/>
          <p:cNvSpPr txBox="1"/>
          <p:nvPr>
            <p:ph hasCustomPrompt="1" type="title"/>
          </p:nvPr>
        </p:nvSpPr>
        <p:spPr>
          <a:xfrm>
            <a:off x="713225" y="1159440"/>
            <a:ext cx="4581300" cy="10452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9" name="Google Shape;129;p31"/>
          <p:cNvSpPr txBox="1"/>
          <p:nvPr>
            <p:ph idx="1" type="subTitle"/>
          </p:nvPr>
        </p:nvSpPr>
        <p:spPr>
          <a:xfrm>
            <a:off x="713225" y="2204648"/>
            <a:ext cx="4581300" cy="489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cxnSp>
        <p:nvCxnSpPr>
          <p:cNvPr id="130" name="Google Shape;130;p31"/>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31" name="Shape 131"/>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32" name="Shape 132"/>
        <p:cNvGrpSpPr/>
        <p:nvPr/>
      </p:nvGrpSpPr>
      <p:grpSpPr>
        <a:xfrm>
          <a:off x="0" y="0"/>
          <a:ext cx="0" cy="0"/>
          <a:chOff x="0" y="0"/>
          <a:chExt cx="0" cy="0"/>
        </a:xfrm>
      </p:grpSpPr>
      <p:sp>
        <p:nvSpPr>
          <p:cNvPr id="133" name="Google Shape;133;p33"/>
          <p:cNvSpPr/>
          <p:nvPr/>
        </p:nvSpPr>
        <p:spPr>
          <a:xfrm>
            <a:off x="0" y="1359675"/>
            <a:ext cx="9144000" cy="3803100"/>
          </a:xfrm>
          <a:prstGeom prst="round1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lbert Sans"/>
              <a:ea typeface="Albert Sans"/>
              <a:cs typeface="Albert Sans"/>
              <a:sym typeface="Albert Sans"/>
            </a:endParaRPr>
          </a:p>
        </p:txBody>
      </p:sp>
      <p:sp>
        <p:nvSpPr>
          <p:cNvPr id="134" name="Google Shape;134;p33"/>
          <p:cNvSpPr txBox="1"/>
          <p:nvPr>
            <p:ph type="title"/>
          </p:nvPr>
        </p:nvSpPr>
        <p:spPr>
          <a:xfrm>
            <a:off x="720000" y="445025"/>
            <a:ext cx="68166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5" name="Google Shape;135;p33"/>
          <p:cNvSpPr txBox="1"/>
          <p:nvPr>
            <p:ph hasCustomPrompt="1" idx="2" type="title"/>
          </p:nvPr>
        </p:nvSpPr>
        <p:spPr>
          <a:xfrm>
            <a:off x="4324225" y="1810325"/>
            <a:ext cx="734700" cy="4359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400">
                <a:solidFill>
                  <a:schemeClr val="lt1"/>
                </a:solidFill>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6" name="Google Shape;136;p33"/>
          <p:cNvSpPr txBox="1"/>
          <p:nvPr>
            <p:ph hasCustomPrompt="1" idx="3" type="title"/>
          </p:nvPr>
        </p:nvSpPr>
        <p:spPr>
          <a:xfrm>
            <a:off x="4324225" y="3440034"/>
            <a:ext cx="734700" cy="4359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400">
                <a:solidFill>
                  <a:schemeClr val="lt1"/>
                </a:solidFill>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7" name="Google Shape;137;p33"/>
          <p:cNvSpPr txBox="1"/>
          <p:nvPr>
            <p:ph hasCustomPrompt="1" idx="4" type="title"/>
          </p:nvPr>
        </p:nvSpPr>
        <p:spPr>
          <a:xfrm>
            <a:off x="6644271" y="1810325"/>
            <a:ext cx="734700" cy="4359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400">
                <a:solidFill>
                  <a:schemeClr val="lt1"/>
                </a:solidFill>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8" name="Google Shape;138;p33"/>
          <p:cNvSpPr txBox="1"/>
          <p:nvPr>
            <p:ph hasCustomPrompt="1" idx="5" type="title"/>
          </p:nvPr>
        </p:nvSpPr>
        <p:spPr>
          <a:xfrm>
            <a:off x="6644271" y="3440034"/>
            <a:ext cx="734700" cy="4359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2400">
                <a:solidFill>
                  <a:schemeClr val="lt1"/>
                </a:solidFill>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9" name="Google Shape;139;p33"/>
          <p:cNvSpPr txBox="1"/>
          <p:nvPr>
            <p:ph idx="1" type="subTitle"/>
          </p:nvPr>
        </p:nvSpPr>
        <p:spPr>
          <a:xfrm>
            <a:off x="4324225" y="2246143"/>
            <a:ext cx="1786500" cy="734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Bebas Neue"/>
              <a:buNone/>
              <a:defRPr sz="1600">
                <a:solidFill>
                  <a:schemeClr val="lt1"/>
                </a:solidFill>
                <a:latin typeface="Atkinson Hyperlegible Next SemiBold"/>
                <a:ea typeface="Atkinson Hyperlegible Next SemiBold"/>
                <a:cs typeface="Atkinson Hyperlegible Next SemiBold"/>
                <a:sym typeface="Atkinson Hyperlegible Next SemiBo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0" name="Google Shape;140;p33"/>
          <p:cNvSpPr txBox="1"/>
          <p:nvPr>
            <p:ph idx="6" type="subTitle"/>
          </p:nvPr>
        </p:nvSpPr>
        <p:spPr>
          <a:xfrm>
            <a:off x="6644275" y="2246143"/>
            <a:ext cx="1786500" cy="734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Bebas Neue"/>
              <a:buNone/>
              <a:defRPr sz="1600">
                <a:solidFill>
                  <a:schemeClr val="lt1"/>
                </a:solidFill>
                <a:latin typeface="Atkinson Hyperlegible Next SemiBold"/>
                <a:ea typeface="Atkinson Hyperlegible Next SemiBold"/>
                <a:cs typeface="Atkinson Hyperlegible Next SemiBold"/>
                <a:sym typeface="Atkinson Hyperlegible Next SemiBo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1" name="Google Shape;141;p33"/>
          <p:cNvSpPr txBox="1"/>
          <p:nvPr>
            <p:ph idx="7" type="subTitle"/>
          </p:nvPr>
        </p:nvSpPr>
        <p:spPr>
          <a:xfrm>
            <a:off x="4324225" y="3875930"/>
            <a:ext cx="1786500" cy="734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Bebas Neue"/>
              <a:buNone/>
              <a:defRPr sz="1600">
                <a:solidFill>
                  <a:schemeClr val="lt1"/>
                </a:solidFill>
                <a:latin typeface="Atkinson Hyperlegible Next SemiBold"/>
                <a:ea typeface="Atkinson Hyperlegible Next SemiBold"/>
                <a:cs typeface="Atkinson Hyperlegible Next SemiBold"/>
                <a:sym typeface="Atkinson Hyperlegible Next SemiBo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2" name="Google Shape;142;p33"/>
          <p:cNvSpPr txBox="1"/>
          <p:nvPr>
            <p:ph idx="8" type="subTitle"/>
          </p:nvPr>
        </p:nvSpPr>
        <p:spPr>
          <a:xfrm>
            <a:off x="6644275" y="3875930"/>
            <a:ext cx="1786500" cy="734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Bebas Neue"/>
              <a:buNone/>
              <a:defRPr sz="1600">
                <a:solidFill>
                  <a:schemeClr val="lt1"/>
                </a:solidFill>
                <a:latin typeface="Atkinson Hyperlegible Next SemiBold"/>
                <a:ea typeface="Atkinson Hyperlegible Next SemiBold"/>
                <a:cs typeface="Atkinson Hyperlegible Next SemiBold"/>
                <a:sym typeface="Atkinson Hyperlegible Next SemiBo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143" name="Google Shape;143;p33"/>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44" name="Shape 144"/>
        <p:cNvGrpSpPr/>
        <p:nvPr/>
      </p:nvGrpSpPr>
      <p:grpSpPr>
        <a:xfrm>
          <a:off x="0" y="0"/>
          <a:ext cx="0" cy="0"/>
          <a:chOff x="0" y="0"/>
          <a:chExt cx="0" cy="0"/>
        </a:xfrm>
      </p:grpSpPr>
      <p:sp>
        <p:nvSpPr>
          <p:cNvPr id="145" name="Google Shape;145;p34"/>
          <p:cNvSpPr txBox="1"/>
          <p:nvPr>
            <p:ph type="title"/>
          </p:nvPr>
        </p:nvSpPr>
        <p:spPr>
          <a:xfrm>
            <a:off x="720000" y="1637550"/>
            <a:ext cx="3286500" cy="1063200"/>
          </a:xfrm>
          <a:prstGeom prst="rect">
            <a:avLst/>
          </a:prstGeom>
        </p:spPr>
        <p:txBody>
          <a:bodyPr anchorCtr="0" anchor="b"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6" name="Google Shape;146;p34"/>
          <p:cNvSpPr txBox="1"/>
          <p:nvPr>
            <p:ph idx="1" type="subTitle"/>
          </p:nvPr>
        </p:nvSpPr>
        <p:spPr>
          <a:xfrm>
            <a:off x="720000" y="2700750"/>
            <a:ext cx="3286500" cy="805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cxnSp>
        <p:nvCxnSpPr>
          <p:cNvPr id="147" name="Google Shape;147;p34"/>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48" name="Shape 148"/>
        <p:cNvGrpSpPr/>
        <p:nvPr/>
      </p:nvGrpSpPr>
      <p:grpSpPr>
        <a:xfrm>
          <a:off x="0" y="0"/>
          <a:ext cx="0" cy="0"/>
          <a:chOff x="0" y="0"/>
          <a:chExt cx="0" cy="0"/>
        </a:xfrm>
      </p:grpSpPr>
      <p:sp>
        <p:nvSpPr>
          <p:cNvPr id="149" name="Google Shape;149;p35"/>
          <p:cNvSpPr txBox="1"/>
          <p:nvPr>
            <p:ph type="title"/>
          </p:nvPr>
        </p:nvSpPr>
        <p:spPr>
          <a:xfrm>
            <a:off x="720000" y="445026"/>
            <a:ext cx="4763700" cy="8586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0" name="Google Shape;150;p35"/>
          <p:cNvSpPr txBox="1"/>
          <p:nvPr>
            <p:ph idx="1" type="subTitle"/>
          </p:nvPr>
        </p:nvSpPr>
        <p:spPr>
          <a:xfrm>
            <a:off x="1528800" y="1869400"/>
            <a:ext cx="4294800" cy="16827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Open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cxnSp>
        <p:nvCxnSpPr>
          <p:cNvPr id="151" name="Google Shape;151;p35"/>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152" name="Google Shape;152;p35"/>
          <p:cNvSpPr/>
          <p:nvPr/>
        </p:nvSpPr>
        <p:spPr>
          <a:xfrm rot="5400000">
            <a:off x="6353650" y="2289750"/>
            <a:ext cx="5182200" cy="56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153" name="Shape 153"/>
        <p:cNvGrpSpPr/>
        <p:nvPr/>
      </p:nvGrpSpPr>
      <p:grpSpPr>
        <a:xfrm>
          <a:off x="0" y="0"/>
          <a:ext cx="0" cy="0"/>
          <a:chOff x="0" y="0"/>
          <a:chExt cx="0" cy="0"/>
        </a:xfrm>
      </p:grpSpPr>
      <p:sp>
        <p:nvSpPr>
          <p:cNvPr id="154" name="Google Shape;154;p36"/>
          <p:cNvSpPr/>
          <p:nvPr/>
        </p:nvSpPr>
        <p:spPr>
          <a:xfrm>
            <a:off x="6775500" y="-92825"/>
            <a:ext cx="2544600" cy="523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5" name="Google Shape;155;p36"/>
          <p:cNvSpPr/>
          <p:nvPr>
            <p:ph idx="2" type="pic"/>
          </p:nvPr>
        </p:nvSpPr>
        <p:spPr>
          <a:xfrm>
            <a:off x="5399900" y="150"/>
            <a:ext cx="3744000" cy="5143500"/>
          </a:xfrm>
          <a:prstGeom prst="round1Rect">
            <a:avLst>
              <a:gd fmla="val 50000" name="adj"/>
            </a:avLst>
          </a:prstGeom>
          <a:noFill/>
          <a:ln>
            <a:noFill/>
          </a:ln>
        </p:spPr>
      </p:sp>
      <p:sp>
        <p:nvSpPr>
          <p:cNvPr id="156" name="Google Shape;156;p36"/>
          <p:cNvSpPr txBox="1"/>
          <p:nvPr>
            <p:ph type="title"/>
          </p:nvPr>
        </p:nvSpPr>
        <p:spPr>
          <a:xfrm>
            <a:off x="720000" y="793050"/>
            <a:ext cx="3899400" cy="1369200"/>
          </a:xfrm>
          <a:prstGeom prst="rect">
            <a:avLst/>
          </a:prstGeom>
        </p:spPr>
        <p:txBody>
          <a:bodyPr anchorCtr="0" anchor="b"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7" name="Google Shape;157;p36"/>
          <p:cNvSpPr txBox="1"/>
          <p:nvPr>
            <p:ph idx="1" type="subTitle"/>
          </p:nvPr>
        </p:nvSpPr>
        <p:spPr>
          <a:xfrm>
            <a:off x="720000" y="2162250"/>
            <a:ext cx="3899400" cy="1733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8" name="Shape 158"/>
        <p:cNvGrpSpPr/>
        <p:nvPr/>
      </p:nvGrpSpPr>
      <p:grpSpPr>
        <a:xfrm>
          <a:off x="0" y="0"/>
          <a:ext cx="0" cy="0"/>
          <a:chOff x="0" y="0"/>
          <a:chExt cx="0" cy="0"/>
        </a:xfrm>
      </p:grpSpPr>
      <p:sp>
        <p:nvSpPr>
          <p:cNvPr id="159" name="Google Shape;159;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0" name="Google Shape;160;p37"/>
          <p:cNvSpPr txBox="1"/>
          <p:nvPr>
            <p:ph idx="1" type="subTitle"/>
          </p:nvPr>
        </p:nvSpPr>
        <p:spPr>
          <a:xfrm>
            <a:off x="713225" y="1975200"/>
            <a:ext cx="4729200" cy="89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1" name="Google Shape;161;p37"/>
          <p:cNvSpPr txBox="1"/>
          <p:nvPr>
            <p:ph idx="2" type="subTitle"/>
          </p:nvPr>
        </p:nvSpPr>
        <p:spPr>
          <a:xfrm>
            <a:off x="713225" y="3817725"/>
            <a:ext cx="4729200" cy="89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2" name="Google Shape;162;p37"/>
          <p:cNvSpPr txBox="1"/>
          <p:nvPr>
            <p:ph idx="3" type="subTitle"/>
          </p:nvPr>
        </p:nvSpPr>
        <p:spPr>
          <a:xfrm>
            <a:off x="6059391" y="2283766"/>
            <a:ext cx="2364600" cy="166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3" name="Google Shape;163;p37"/>
          <p:cNvSpPr txBox="1"/>
          <p:nvPr>
            <p:ph idx="4" type="subTitle"/>
          </p:nvPr>
        </p:nvSpPr>
        <p:spPr>
          <a:xfrm>
            <a:off x="713225" y="1604594"/>
            <a:ext cx="4729200" cy="4704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sp>
        <p:nvSpPr>
          <p:cNvPr id="164" name="Google Shape;164;p37"/>
          <p:cNvSpPr txBox="1"/>
          <p:nvPr>
            <p:ph idx="5" type="subTitle"/>
          </p:nvPr>
        </p:nvSpPr>
        <p:spPr>
          <a:xfrm>
            <a:off x="713225" y="3423525"/>
            <a:ext cx="4729200" cy="4704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sp>
        <p:nvSpPr>
          <p:cNvPr id="165" name="Google Shape;165;p37"/>
          <p:cNvSpPr txBox="1"/>
          <p:nvPr>
            <p:ph idx="6" type="subTitle"/>
          </p:nvPr>
        </p:nvSpPr>
        <p:spPr>
          <a:xfrm>
            <a:off x="6059400" y="1704005"/>
            <a:ext cx="2364600" cy="627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cxnSp>
        <p:nvCxnSpPr>
          <p:cNvPr id="166" name="Google Shape;166;p37"/>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167" name="Shape 167"/>
        <p:cNvGrpSpPr/>
        <p:nvPr/>
      </p:nvGrpSpPr>
      <p:grpSpPr>
        <a:xfrm>
          <a:off x="0" y="0"/>
          <a:ext cx="0" cy="0"/>
          <a:chOff x="0" y="0"/>
          <a:chExt cx="0" cy="0"/>
        </a:xfrm>
      </p:grpSpPr>
      <p:sp>
        <p:nvSpPr>
          <p:cNvPr id="168" name="Google Shape;168;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9" name="Google Shape;169;p38"/>
          <p:cNvSpPr txBox="1"/>
          <p:nvPr>
            <p:ph idx="1" type="subTitle"/>
          </p:nvPr>
        </p:nvSpPr>
        <p:spPr>
          <a:xfrm>
            <a:off x="713225" y="1767341"/>
            <a:ext cx="2388000" cy="103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0" name="Google Shape;170;p38"/>
          <p:cNvSpPr txBox="1"/>
          <p:nvPr>
            <p:ph idx="2" type="subTitle"/>
          </p:nvPr>
        </p:nvSpPr>
        <p:spPr>
          <a:xfrm>
            <a:off x="717930" y="1169265"/>
            <a:ext cx="2388000" cy="69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sp>
        <p:nvSpPr>
          <p:cNvPr id="171" name="Google Shape;171;p38"/>
          <p:cNvSpPr txBox="1"/>
          <p:nvPr>
            <p:ph idx="3" type="subTitle"/>
          </p:nvPr>
        </p:nvSpPr>
        <p:spPr>
          <a:xfrm>
            <a:off x="3373238" y="1767340"/>
            <a:ext cx="2392800" cy="103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2" name="Google Shape;172;p38"/>
          <p:cNvSpPr txBox="1"/>
          <p:nvPr>
            <p:ph idx="4" type="subTitle"/>
          </p:nvPr>
        </p:nvSpPr>
        <p:spPr>
          <a:xfrm>
            <a:off x="3377952" y="1169265"/>
            <a:ext cx="2392800" cy="69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sp>
        <p:nvSpPr>
          <p:cNvPr id="173" name="Google Shape;173;p38"/>
          <p:cNvSpPr txBox="1"/>
          <p:nvPr>
            <p:ph idx="5" type="subTitle"/>
          </p:nvPr>
        </p:nvSpPr>
        <p:spPr>
          <a:xfrm>
            <a:off x="6037875" y="1767341"/>
            <a:ext cx="2388000" cy="103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4" name="Google Shape;174;p38"/>
          <p:cNvSpPr txBox="1"/>
          <p:nvPr>
            <p:ph idx="6" type="subTitle"/>
          </p:nvPr>
        </p:nvSpPr>
        <p:spPr>
          <a:xfrm>
            <a:off x="6042580" y="1169265"/>
            <a:ext cx="2388000" cy="69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sp>
        <p:nvSpPr>
          <p:cNvPr id="175" name="Google Shape;175;p38"/>
          <p:cNvSpPr txBox="1"/>
          <p:nvPr>
            <p:ph idx="7" type="subTitle"/>
          </p:nvPr>
        </p:nvSpPr>
        <p:spPr>
          <a:xfrm>
            <a:off x="713225" y="3567269"/>
            <a:ext cx="2388000" cy="103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6" name="Google Shape;176;p38"/>
          <p:cNvSpPr txBox="1"/>
          <p:nvPr>
            <p:ph idx="8" type="subTitle"/>
          </p:nvPr>
        </p:nvSpPr>
        <p:spPr>
          <a:xfrm>
            <a:off x="717930" y="2969193"/>
            <a:ext cx="2388000" cy="69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sp>
        <p:nvSpPr>
          <p:cNvPr id="177" name="Google Shape;177;p38"/>
          <p:cNvSpPr txBox="1"/>
          <p:nvPr>
            <p:ph idx="9" type="subTitle"/>
          </p:nvPr>
        </p:nvSpPr>
        <p:spPr>
          <a:xfrm>
            <a:off x="3373238" y="3567265"/>
            <a:ext cx="2392800" cy="103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8" name="Google Shape;178;p38"/>
          <p:cNvSpPr txBox="1"/>
          <p:nvPr>
            <p:ph idx="13" type="subTitle"/>
          </p:nvPr>
        </p:nvSpPr>
        <p:spPr>
          <a:xfrm>
            <a:off x="3377952" y="2969190"/>
            <a:ext cx="2392800" cy="69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sp>
        <p:nvSpPr>
          <p:cNvPr id="179" name="Google Shape;179;p38"/>
          <p:cNvSpPr txBox="1"/>
          <p:nvPr>
            <p:ph idx="14" type="subTitle"/>
          </p:nvPr>
        </p:nvSpPr>
        <p:spPr>
          <a:xfrm>
            <a:off x="6037875" y="3567268"/>
            <a:ext cx="2388000" cy="103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0" name="Google Shape;180;p38"/>
          <p:cNvSpPr txBox="1"/>
          <p:nvPr>
            <p:ph idx="15" type="subTitle"/>
          </p:nvPr>
        </p:nvSpPr>
        <p:spPr>
          <a:xfrm>
            <a:off x="6042580" y="2969193"/>
            <a:ext cx="2388000" cy="69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Atkinson Hyperlegible Next SemiBold"/>
              <a:buNone/>
              <a:defRPr sz="1600">
                <a:solidFill>
                  <a:schemeClr val="dk1"/>
                </a:solidFill>
                <a:latin typeface="Atkinson Hyperlegible Next SemiBold"/>
                <a:ea typeface="Atkinson Hyperlegible Next SemiBold"/>
                <a:cs typeface="Atkinson Hyperlegible Next SemiBold"/>
                <a:sym typeface="Atkinson Hyperlegible Next SemiBold"/>
              </a:defRPr>
            </a:lvl1pPr>
            <a:lvl2pPr lvl="1"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2pPr>
            <a:lvl3pPr lvl="2"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3pPr>
            <a:lvl4pPr lvl="3"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4pPr>
            <a:lvl5pPr lvl="4"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5pPr>
            <a:lvl6pPr lvl="5"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6pPr>
            <a:lvl7pPr lvl="6"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7pPr>
            <a:lvl8pPr lvl="7"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8pPr>
            <a:lvl9pPr lvl="8" algn="ctr">
              <a:lnSpc>
                <a:spcPct val="100000"/>
              </a:lnSpc>
              <a:spcBef>
                <a:spcPts val="0"/>
              </a:spcBef>
              <a:spcAft>
                <a:spcPts val="0"/>
              </a:spcAft>
              <a:buSzPts val="2400"/>
              <a:buFont typeface="Atkinson Hyperlegible Next SemiBold"/>
              <a:buNone/>
              <a:defRPr sz="2400">
                <a:latin typeface="Atkinson Hyperlegible Next SemiBold"/>
                <a:ea typeface="Atkinson Hyperlegible Next SemiBold"/>
                <a:cs typeface="Atkinson Hyperlegible Next SemiBold"/>
                <a:sym typeface="Atkinson Hyperlegible Next SemiBold"/>
              </a:defRPr>
            </a:lvl9pPr>
          </a:lstStyle>
          <a:p/>
        </p:txBody>
      </p:sp>
      <p:cxnSp>
        <p:nvCxnSpPr>
          <p:cNvPr id="181" name="Google Shape;181;p38"/>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182" name="Google Shape;182;p38"/>
          <p:cNvSpPr/>
          <p:nvPr/>
        </p:nvSpPr>
        <p:spPr>
          <a:xfrm rot="5400000">
            <a:off x="6353650" y="2289750"/>
            <a:ext cx="5182200" cy="56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83" name="Shape 183"/>
        <p:cNvGrpSpPr/>
        <p:nvPr/>
      </p:nvGrpSpPr>
      <p:grpSpPr>
        <a:xfrm>
          <a:off x="0" y="0"/>
          <a:ext cx="0" cy="0"/>
          <a:chOff x="0" y="0"/>
          <a:chExt cx="0" cy="0"/>
        </a:xfrm>
      </p:grpSpPr>
      <p:sp>
        <p:nvSpPr>
          <p:cNvPr id="184" name="Google Shape;184;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cxnSp>
        <p:nvCxnSpPr>
          <p:cNvPr id="185" name="Google Shape;185;p39"/>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86" name="Shape 186"/>
        <p:cNvGrpSpPr/>
        <p:nvPr/>
      </p:nvGrpSpPr>
      <p:grpSpPr>
        <a:xfrm>
          <a:off x="0" y="0"/>
          <a:ext cx="0" cy="0"/>
          <a:chOff x="0" y="0"/>
          <a:chExt cx="0" cy="0"/>
        </a:xfrm>
      </p:grpSpPr>
      <p:sp>
        <p:nvSpPr>
          <p:cNvPr id="187" name="Google Shape;187;p40"/>
          <p:cNvSpPr txBox="1"/>
          <p:nvPr>
            <p:ph type="title"/>
          </p:nvPr>
        </p:nvSpPr>
        <p:spPr>
          <a:xfrm>
            <a:off x="713250" y="539500"/>
            <a:ext cx="3189900" cy="8865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5000">
                <a:latin typeface="Atkinson Hyperlegible Next SemiBold"/>
                <a:ea typeface="Atkinson Hyperlegible Next SemiBold"/>
                <a:cs typeface="Atkinson Hyperlegible Next SemiBold"/>
                <a:sym typeface="Atkinson Hyperlegible Next SemiBold"/>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8" name="Google Shape;188;p40"/>
          <p:cNvSpPr txBox="1"/>
          <p:nvPr>
            <p:ph idx="1" type="subTitle"/>
          </p:nvPr>
        </p:nvSpPr>
        <p:spPr>
          <a:xfrm>
            <a:off x="3903150" y="539500"/>
            <a:ext cx="4331400" cy="820200"/>
          </a:xfrm>
          <a:prstGeom prst="rect">
            <a:avLst/>
          </a:prstGeom>
        </p:spPr>
        <p:txBody>
          <a:bodyPr anchorCtr="0" anchor="t" bIns="91425" lIns="91425" spcFirstLastPara="1" rIns="91425" wrap="square" tIns="91425">
            <a:noAutofit/>
          </a:bodyPr>
          <a:lstStyle>
            <a:lvl1pPr lvl="0" algn="r">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cxnSp>
        <p:nvCxnSpPr>
          <p:cNvPr id="189" name="Google Shape;189;p40"/>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190" name="Google Shape;190;p40"/>
          <p:cNvSpPr/>
          <p:nvPr/>
        </p:nvSpPr>
        <p:spPr>
          <a:xfrm flipH="1">
            <a:off x="0" y="1359675"/>
            <a:ext cx="9144000" cy="3803100"/>
          </a:xfrm>
          <a:prstGeom prst="round1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91" name="Shape 191"/>
        <p:cNvGrpSpPr/>
        <p:nvPr/>
      </p:nvGrpSpPr>
      <p:grpSpPr>
        <a:xfrm>
          <a:off x="0" y="0"/>
          <a:ext cx="0" cy="0"/>
          <a:chOff x="0" y="0"/>
          <a:chExt cx="0" cy="0"/>
        </a:xfrm>
      </p:grpSpPr>
      <p:cxnSp>
        <p:nvCxnSpPr>
          <p:cNvPr id="192" name="Google Shape;192;p41"/>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
        <p:nvSpPr>
          <p:cNvPr id="193" name="Google Shape;193;p41"/>
          <p:cNvSpPr/>
          <p:nvPr/>
        </p:nvSpPr>
        <p:spPr>
          <a:xfrm rot="5400000">
            <a:off x="6353650" y="2289750"/>
            <a:ext cx="5182200" cy="56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94" name="Shape 194"/>
        <p:cNvGrpSpPr/>
        <p:nvPr/>
      </p:nvGrpSpPr>
      <p:grpSpPr>
        <a:xfrm>
          <a:off x="0" y="0"/>
          <a:ext cx="0" cy="0"/>
          <a:chOff x="0" y="0"/>
          <a:chExt cx="0" cy="0"/>
        </a:xfrm>
      </p:grpSpPr>
      <p:cxnSp>
        <p:nvCxnSpPr>
          <p:cNvPr id="195" name="Google Shape;195;p42"/>
          <p:cNvCxnSpPr/>
          <p:nvPr/>
        </p:nvCxnSpPr>
        <p:spPr>
          <a:xfrm>
            <a:off x="-230900" y="233800"/>
            <a:ext cx="9678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9.xml"/><Relationship Id="rId11" Type="http://schemas.openxmlformats.org/officeDocument/2006/relationships/slideLayout" Target="../slideLayouts/slideLayout30.xml"/><Relationship Id="rId22" Type="http://schemas.openxmlformats.org/officeDocument/2006/relationships/theme" Target="../theme/theme1.xml"/><Relationship Id="rId10" Type="http://schemas.openxmlformats.org/officeDocument/2006/relationships/slideLayout" Target="../slideLayouts/slideLayout29.xml"/><Relationship Id="rId21" Type="http://schemas.openxmlformats.org/officeDocument/2006/relationships/slideLayout" Target="../slideLayouts/slideLayout40.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7" Type="http://schemas.openxmlformats.org/officeDocument/2006/relationships/slideLayout" Target="../slideLayouts/slideLayout36.xml"/><Relationship Id="rId16" Type="http://schemas.openxmlformats.org/officeDocument/2006/relationships/slideLayout" Target="../slideLayouts/slideLayout35.xml"/><Relationship Id="rId5" Type="http://schemas.openxmlformats.org/officeDocument/2006/relationships/slideLayout" Target="../slideLayouts/slideLayout24.xml"/><Relationship Id="rId19" Type="http://schemas.openxmlformats.org/officeDocument/2006/relationships/slideLayout" Target="../slideLayouts/slideLayout38.xml"/><Relationship Id="rId6" Type="http://schemas.openxmlformats.org/officeDocument/2006/relationships/slideLayout" Target="../slideLayouts/slideLayout25.xml"/><Relationship Id="rId18" Type="http://schemas.openxmlformats.org/officeDocument/2006/relationships/slideLayout" Target="../slideLayouts/slideLayout37.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1pPr>
            <a:lvl2pPr lvl="1"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2pPr>
            <a:lvl3pPr lvl="2"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3pPr>
            <a:lvl4pPr lvl="3"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4pPr>
            <a:lvl5pPr lvl="4"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5pPr>
            <a:lvl6pPr lvl="5"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6pPr>
            <a:lvl7pPr lvl="6"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7pPr>
            <a:lvl8pPr lvl="7"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8pPr>
            <a:lvl9pPr lvl="8" rtl="0">
              <a:spcBef>
                <a:spcPts val="0"/>
              </a:spcBef>
              <a:spcAft>
                <a:spcPts val="0"/>
              </a:spcAft>
              <a:buClr>
                <a:schemeClr val="dk1"/>
              </a:buClr>
              <a:buSzPts val="2600"/>
              <a:buFont typeface="DM Sans"/>
              <a:buNone/>
              <a:defRPr sz="2600">
                <a:solidFill>
                  <a:schemeClr val="dk1"/>
                </a:solidFill>
                <a:latin typeface="DM Sans"/>
                <a:ea typeface="DM Sans"/>
                <a:cs typeface="DM Sans"/>
                <a:sym typeface="DM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spd="med">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44">
          <p15:clr>
            <a:srgbClr val="EA4335"/>
          </p15:clr>
        </p15:guide>
        <p15:guide id="2" orient="horz" pos="3096">
          <p15:clr>
            <a:srgbClr val="EA4335"/>
          </p15:clr>
        </p15:guide>
        <p15:guide id="3" pos="144">
          <p15:clr>
            <a:srgbClr val="EA4335"/>
          </p15:clr>
        </p15:guide>
        <p15:guide id="4" pos="5616">
          <p15:clr>
            <a:srgbClr val="EA4335"/>
          </p15:clr>
        </p15:guide>
        <p15:guide id="5" orient="horz" pos="1620">
          <p15:clr>
            <a:srgbClr val="E46962"/>
          </p15:clr>
        </p15:guide>
        <p15:guide id="6" pos="288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5" name="Shape 85"/>
        <p:cNvGrpSpPr/>
        <p:nvPr/>
      </p:nvGrpSpPr>
      <p:grpSpPr>
        <a:xfrm>
          <a:off x="0" y="0"/>
          <a:ext cx="0" cy="0"/>
          <a:chOff x="0" y="0"/>
          <a:chExt cx="0" cy="0"/>
        </a:xfrm>
      </p:grpSpPr>
      <p:sp>
        <p:nvSpPr>
          <p:cNvPr id="86" name="Google Shape;86;p2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600"/>
              <a:buFont typeface="Atkinson Hyperlegible Next Medium"/>
              <a:buNone/>
              <a:defRPr sz="2600">
                <a:solidFill>
                  <a:schemeClr val="dk1"/>
                </a:solidFill>
                <a:latin typeface="Atkinson Hyperlegible Next Medium"/>
                <a:ea typeface="Atkinson Hyperlegible Next Medium"/>
                <a:cs typeface="Atkinson Hyperlegible Next Medium"/>
                <a:sym typeface="Atkinson Hyperlegible Next Medium"/>
              </a:defRPr>
            </a:lvl1pPr>
            <a:lvl2pPr lvl="1">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2pPr>
            <a:lvl3pPr lvl="2">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3pPr>
            <a:lvl4pPr lvl="3">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4pPr>
            <a:lvl5pPr lvl="4">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5pPr>
            <a:lvl6pPr lvl="5">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6pPr>
            <a:lvl7pPr lvl="6">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7pPr>
            <a:lvl8pPr lvl="7">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8pPr>
            <a:lvl9pPr lvl="8">
              <a:spcBef>
                <a:spcPts val="0"/>
              </a:spcBef>
              <a:spcAft>
                <a:spcPts val="0"/>
              </a:spcAft>
              <a:buClr>
                <a:schemeClr val="dk1"/>
              </a:buClr>
              <a:buSzPts val="3500"/>
              <a:buFont typeface="Atkinson Hyperlegible Next Medium"/>
              <a:buNone/>
              <a:defRPr sz="3500">
                <a:solidFill>
                  <a:schemeClr val="dk1"/>
                </a:solidFill>
                <a:latin typeface="Atkinson Hyperlegible Next Medium"/>
                <a:ea typeface="Atkinson Hyperlegible Next Medium"/>
                <a:cs typeface="Atkinson Hyperlegible Next Medium"/>
                <a:sym typeface="Atkinson Hyperlegible Next Medium"/>
              </a:defRPr>
            </a:lvl9pPr>
          </a:lstStyle>
          <a:p/>
        </p:txBody>
      </p:sp>
      <p:sp>
        <p:nvSpPr>
          <p:cNvPr id="87" name="Google Shape;87;p2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Lst>
  <mc:AlternateContent>
    <mc:Choice Requires="p14">
      <p:transition spd="med" p14:dur="600">
        <p:fade/>
      </p:transition>
    </mc:Choice>
    <mc:Fallback>
      <p:transition spd="med">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12.png"/><Relationship Id="rId6"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1.xml"/><Relationship Id="rId3" Type="http://schemas.openxmlformats.org/officeDocument/2006/relationships/comments" Target="../comments/comment1.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5.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6.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43" title="green-lily-pads-with-water-droplets-rippling-pond-surface.jpg"/>
          <p:cNvPicPr preferRelativeResize="0"/>
          <p:nvPr>
            <p:ph idx="2" type="pic"/>
          </p:nvPr>
        </p:nvPicPr>
        <p:blipFill rotWithShape="1">
          <a:blip r:embed="rId3">
            <a:alphaModFix/>
          </a:blip>
          <a:srcRect b="749" l="0" r="0" t="739"/>
          <a:stretch/>
        </p:blipFill>
        <p:spPr>
          <a:xfrm>
            <a:off x="-11625" y="-11625"/>
            <a:ext cx="9144003" cy="5155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4"/>
          <p:cNvSpPr txBox="1"/>
          <p:nvPr>
            <p:ph type="ctrTitle"/>
          </p:nvPr>
        </p:nvSpPr>
        <p:spPr>
          <a:xfrm>
            <a:off x="97581" y="3242358"/>
            <a:ext cx="4807200" cy="1560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Albert Sans SemiBold"/>
                <a:ea typeface="Albert Sans SemiBold"/>
                <a:cs typeface="Albert Sans SemiBold"/>
                <a:sym typeface="Albert Sans SemiBold"/>
              </a:rPr>
              <a:t>RAPID EXPRESS</a:t>
            </a:r>
            <a:br>
              <a:rPr lang="en"/>
            </a:br>
            <a:endParaRPr sz="1500"/>
          </a:p>
          <a:p>
            <a:pPr indent="0" lvl="0" marL="0" rtl="0" algn="l">
              <a:spcBef>
                <a:spcPts val="0"/>
              </a:spcBef>
              <a:spcAft>
                <a:spcPts val="0"/>
              </a:spcAft>
              <a:buNone/>
            </a:pPr>
            <a:r>
              <a:rPr lang="en">
                <a:latin typeface="Albert Sans Light"/>
                <a:ea typeface="Albert Sans Light"/>
                <a:cs typeface="Albert Sans Light"/>
                <a:sym typeface="Albert Sans Light"/>
              </a:rPr>
              <a:t>Future of People Analytics</a:t>
            </a:r>
            <a:endParaRPr>
              <a:latin typeface="Albert Sans Light"/>
              <a:ea typeface="Albert Sans Light"/>
              <a:cs typeface="Albert Sans Light"/>
              <a:sym typeface="Albert Sans Light"/>
            </a:endParaRPr>
          </a:p>
        </p:txBody>
      </p:sp>
      <p:pic>
        <p:nvPicPr>
          <p:cNvPr id="206" name="Google Shape;206;p44" title="freepik__expand__15028.jpeg"/>
          <p:cNvPicPr preferRelativeResize="0"/>
          <p:nvPr/>
        </p:nvPicPr>
        <p:blipFill rotWithShape="1">
          <a:blip r:embed="rId3">
            <a:alphaModFix/>
          </a:blip>
          <a:srcRect b="4078" l="0" r="0" t="4078"/>
          <a:stretch/>
        </p:blipFill>
        <p:spPr>
          <a:xfrm>
            <a:off x="5399900" y="0"/>
            <a:ext cx="3744000" cy="5143800"/>
          </a:xfrm>
          <a:prstGeom prst="round1Rect">
            <a:avLst>
              <a:gd fmla="val 50000" name="adj"/>
            </a:avLst>
          </a:prstGeom>
          <a:noFill/>
          <a:ln>
            <a:noFill/>
          </a:ln>
        </p:spPr>
      </p:pic>
      <p:pic>
        <p:nvPicPr>
          <p:cNvPr id="207" name="Google Shape;207;p44" title="Gemini_Generated_Image_9r1bip9r1bip9r1b.png"/>
          <p:cNvPicPr preferRelativeResize="0"/>
          <p:nvPr/>
        </p:nvPicPr>
        <p:blipFill rotWithShape="1">
          <a:blip r:embed="rId4">
            <a:alphaModFix/>
          </a:blip>
          <a:srcRect b="0" l="6875" r="51408" t="0"/>
          <a:stretch/>
        </p:blipFill>
        <p:spPr>
          <a:xfrm>
            <a:off x="5280589" y="-3770"/>
            <a:ext cx="3933900" cy="5143500"/>
          </a:xfrm>
          <a:prstGeom prst="round1Rect">
            <a:avLst>
              <a:gd fmla="val 50000"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5"/>
          <p:cNvSpPr txBox="1"/>
          <p:nvPr>
            <p:ph type="title"/>
          </p:nvPr>
        </p:nvSpPr>
        <p:spPr>
          <a:xfrm>
            <a:off x="155750" y="455800"/>
            <a:ext cx="681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AGENDA</a:t>
            </a:r>
            <a:endParaRPr sz="2700"/>
          </a:p>
        </p:txBody>
      </p:sp>
      <p:sp>
        <p:nvSpPr>
          <p:cNvPr id="213" name="Google Shape;213;p45"/>
          <p:cNvSpPr txBox="1"/>
          <p:nvPr>
            <p:ph idx="2" type="title"/>
          </p:nvPr>
        </p:nvSpPr>
        <p:spPr>
          <a:xfrm>
            <a:off x="3955131" y="1880619"/>
            <a:ext cx="734700" cy="43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14" name="Google Shape;214;p45"/>
          <p:cNvSpPr txBox="1"/>
          <p:nvPr>
            <p:ph idx="3" type="title"/>
          </p:nvPr>
        </p:nvSpPr>
        <p:spPr>
          <a:xfrm>
            <a:off x="3955131" y="3472665"/>
            <a:ext cx="734700" cy="43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215" name="Google Shape;215;p45"/>
          <p:cNvSpPr txBox="1"/>
          <p:nvPr>
            <p:ph idx="4" type="title"/>
          </p:nvPr>
        </p:nvSpPr>
        <p:spPr>
          <a:xfrm>
            <a:off x="3955127" y="2729431"/>
            <a:ext cx="734700" cy="43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216" name="Google Shape;216;p45"/>
          <p:cNvSpPr txBox="1"/>
          <p:nvPr>
            <p:ph idx="5" type="title"/>
          </p:nvPr>
        </p:nvSpPr>
        <p:spPr>
          <a:xfrm>
            <a:off x="3955127" y="4197778"/>
            <a:ext cx="734700" cy="43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217" name="Google Shape;217;p45"/>
          <p:cNvSpPr txBox="1"/>
          <p:nvPr>
            <p:ph idx="1" type="subTitle"/>
          </p:nvPr>
        </p:nvSpPr>
        <p:spPr>
          <a:xfrm>
            <a:off x="7205831" y="1794568"/>
            <a:ext cx="1786500" cy="734700"/>
          </a:xfrm>
          <a:prstGeom prst="rect">
            <a:avLst/>
          </a:prstGeom>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rgbClr val="274E13"/>
                </a:solidFill>
              </a:rPr>
              <a:t>OBJETIVOS</a:t>
            </a:r>
            <a:endParaRPr sz="2300">
              <a:solidFill>
                <a:srgbClr val="274E13"/>
              </a:solidFill>
            </a:endParaRPr>
          </a:p>
          <a:p>
            <a:pPr indent="0" lvl="0" marL="0" rtl="0" algn="l">
              <a:spcBef>
                <a:spcPts val="0"/>
              </a:spcBef>
              <a:spcAft>
                <a:spcPts val="0"/>
              </a:spcAft>
              <a:buNone/>
            </a:pPr>
            <a:r>
              <a:t/>
            </a:r>
            <a:endParaRPr/>
          </a:p>
        </p:txBody>
      </p:sp>
      <p:sp>
        <p:nvSpPr>
          <p:cNvPr id="218" name="Google Shape;218;p45"/>
          <p:cNvSpPr txBox="1"/>
          <p:nvPr>
            <p:ph idx="6" type="subTitle"/>
          </p:nvPr>
        </p:nvSpPr>
        <p:spPr>
          <a:xfrm>
            <a:off x="6577325" y="2591706"/>
            <a:ext cx="2415000" cy="734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rgbClr val="274E13"/>
                </a:solidFill>
              </a:rPr>
              <a:t>METODOLOGIA</a:t>
            </a:r>
            <a:endParaRPr/>
          </a:p>
        </p:txBody>
      </p:sp>
      <p:pic>
        <p:nvPicPr>
          <p:cNvPr id="219" name="Google Shape;219;p45" title="ChatGPT Image 5 mar 2026, 15_43_27.png"/>
          <p:cNvPicPr preferRelativeResize="0"/>
          <p:nvPr/>
        </p:nvPicPr>
        <p:blipFill rotWithShape="1">
          <a:blip r:embed="rId3">
            <a:alphaModFix/>
          </a:blip>
          <a:srcRect b="0" l="28086" r="9667" t="0"/>
          <a:stretch/>
        </p:blipFill>
        <p:spPr>
          <a:xfrm>
            <a:off x="0" y="1359675"/>
            <a:ext cx="3533100" cy="3783900"/>
          </a:xfrm>
          <a:prstGeom prst="round1Rect">
            <a:avLst>
              <a:gd fmla="val 50000" name="adj"/>
            </a:avLst>
          </a:prstGeom>
          <a:noFill/>
          <a:ln>
            <a:noFill/>
          </a:ln>
        </p:spPr>
      </p:pic>
      <p:sp>
        <p:nvSpPr>
          <p:cNvPr id="220" name="Google Shape;220;p45"/>
          <p:cNvSpPr txBox="1"/>
          <p:nvPr>
            <p:ph idx="1" type="subTitle"/>
          </p:nvPr>
        </p:nvSpPr>
        <p:spPr>
          <a:xfrm>
            <a:off x="6972350" y="3323256"/>
            <a:ext cx="2013600" cy="734700"/>
          </a:xfrm>
          <a:prstGeom prst="rect">
            <a:avLst/>
          </a:prstGeom>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rgbClr val="274E13"/>
                </a:solidFill>
              </a:rPr>
              <a:t>ANÁLISIS</a:t>
            </a:r>
            <a:endParaRPr sz="2300">
              <a:solidFill>
                <a:srgbClr val="274E13"/>
              </a:solidFill>
            </a:endParaRPr>
          </a:p>
          <a:p>
            <a:pPr indent="0" lvl="0" marL="0" rtl="0" algn="r">
              <a:spcBef>
                <a:spcPts val="0"/>
              </a:spcBef>
              <a:spcAft>
                <a:spcPts val="0"/>
              </a:spcAft>
              <a:buNone/>
            </a:pPr>
            <a:r>
              <a:t/>
            </a:r>
            <a:endParaRPr/>
          </a:p>
        </p:txBody>
      </p:sp>
      <p:sp>
        <p:nvSpPr>
          <p:cNvPr id="221" name="Google Shape;221;p45"/>
          <p:cNvSpPr txBox="1"/>
          <p:nvPr>
            <p:ph idx="6" type="subTitle"/>
          </p:nvPr>
        </p:nvSpPr>
        <p:spPr>
          <a:xfrm>
            <a:off x="6577325" y="3976925"/>
            <a:ext cx="2415000" cy="734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rgbClr val="274E13"/>
                </a:solidFill>
              </a:rPr>
              <a:t>CONCLUSIÓN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6"/>
          <p:cNvSpPr txBox="1"/>
          <p:nvPr>
            <p:ph idx="1" type="subTitle"/>
          </p:nvPr>
        </p:nvSpPr>
        <p:spPr>
          <a:xfrm>
            <a:off x="713225" y="1551175"/>
            <a:ext cx="5368500" cy="20172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a:t>De 136</a:t>
            </a:r>
            <a:r>
              <a:rPr lang="en">
                <a:latin typeface="Albert Sans ExtraLight"/>
                <a:ea typeface="Albert Sans ExtraLight"/>
                <a:cs typeface="Albert Sans ExtraLight"/>
                <a:sym typeface="Albert Sans ExtraLight"/>
              </a:rPr>
              <a:t> a </a:t>
            </a:r>
            <a:r>
              <a:rPr b="1" lang="en" sz="2700"/>
              <a:t>386 empleados</a:t>
            </a:r>
            <a:r>
              <a:rPr lang="en">
                <a:latin typeface="Albert Sans ExtraLight"/>
                <a:ea typeface="Albert Sans ExtraLight"/>
                <a:cs typeface="Albert Sans ExtraLight"/>
                <a:sym typeface="Albert Sans ExtraLight"/>
              </a:rPr>
              <a:t>: más datos, mejores </a:t>
            </a:r>
            <a:r>
              <a:rPr b="1" lang="en"/>
              <a:t>decisiones</a:t>
            </a:r>
            <a:r>
              <a:rPr lang="en">
                <a:latin typeface="Albert Sans ExtraLight"/>
                <a:ea typeface="Albert Sans ExtraLight"/>
                <a:cs typeface="Albert Sans ExtraLight"/>
                <a:sym typeface="Albert Sans ExtraLight"/>
              </a:rPr>
              <a:t>.</a:t>
            </a:r>
            <a:endParaRPr>
              <a:latin typeface="Albert Sans ExtraLight"/>
              <a:ea typeface="Albert Sans ExtraLight"/>
              <a:cs typeface="Albert Sans ExtraLight"/>
              <a:sym typeface="Albert Sans ExtraLight"/>
            </a:endParaRPr>
          </a:p>
          <a:p>
            <a:pPr indent="0" lvl="0" marL="0" rtl="0" algn="just">
              <a:lnSpc>
                <a:spcPct val="150000"/>
              </a:lnSpc>
              <a:spcBef>
                <a:spcPts val="0"/>
              </a:spcBef>
              <a:spcAft>
                <a:spcPts val="0"/>
              </a:spcAft>
              <a:buNone/>
            </a:pPr>
            <a:r>
              <a:t/>
            </a:r>
            <a:endParaRPr>
              <a:latin typeface="Albert Sans ExtraLight"/>
              <a:ea typeface="Albert Sans ExtraLight"/>
              <a:cs typeface="Albert Sans ExtraLight"/>
              <a:sym typeface="Albert Sans ExtraLight"/>
            </a:endParaRPr>
          </a:p>
          <a:p>
            <a:pPr indent="0" lvl="0" marL="0" rtl="0" algn="just">
              <a:lnSpc>
                <a:spcPct val="150000"/>
              </a:lnSpc>
              <a:spcBef>
                <a:spcPts val="0"/>
              </a:spcBef>
              <a:spcAft>
                <a:spcPts val="0"/>
              </a:spcAft>
              <a:buNone/>
            </a:pPr>
            <a:r>
              <a:rPr lang="en">
                <a:latin typeface="Albert Sans ExtraLight"/>
                <a:ea typeface="Albert Sans ExtraLight"/>
                <a:cs typeface="Albert Sans ExtraLight"/>
                <a:sym typeface="Albert Sans ExtraLight"/>
              </a:rPr>
              <a:t>Más contexto para entender el rendimiento y </a:t>
            </a:r>
            <a:r>
              <a:rPr lang="en">
                <a:latin typeface="Albert Sans ExtraLight"/>
                <a:ea typeface="Albert Sans ExtraLight"/>
                <a:cs typeface="Albert Sans ExtraLight"/>
                <a:sym typeface="Albert Sans ExtraLight"/>
              </a:rPr>
              <a:t>poder intervenir sobre él.</a:t>
            </a:r>
            <a:endParaRPr>
              <a:latin typeface="Albert Sans ExtraLight"/>
              <a:ea typeface="Albert Sans ExtraLight"/>
              <a:cs typeface="Albert Sans ExtraLight"/>
              <a:sym typeface="Albert Sans ExtraLight"/>
            </a:endParaRPr>
          </a:p>
          <a:p>
            <a:pPr indent="0" lvl="0" marL="0" rtl="0" algn="just">
              <a:lnSpc>
                <a:spcPct val="150000"/>
              </a:lnSpc>
              <a:spcBef>
                <a:spcPts val="0"/>
              </a:spcBef>
              <a:spcAft>
                <a:spcPts val="0"/>
              </a:spcAft>
              <a:buNone/>
            </a:pPr>
            <a:r>
              <a:t/>
            </a:r>
            <a:endParaRPr>
              <a:latin typeface="Albert Sans ExtraLight"/>
              <a:ea typeface="Albert Sans ExtraLight"/>
              <a:cs typeface="Albert Sans ExtraLight"/>
              <a:sym typeface="Albert Sans ExtraLight"/>
            </a:endParaRPr>
          </a:p>
        </p:txBody>
      </p:sp>
      <p:grpSp>
        <p:nvGrpSpPr>
          <p:cNvPr id="227" name="Google Shape;227;p46"/>
          <p:cNvGrpSpPr/>
          <p:nvPr/>
        </p:nvGrpSpPr>
        <p:grpSpPr>
          <a:xfrm>
            <a:off x="9001701" y="4842063"/>
            <a:ext cx="211491" cy="282063"/>
            <a:chOff x="6695051" y="4259351"/>
            <a:chExt cx="270104" cy="360233"/>
          </a:xfrm>
        </p:grpSpPr>
        <p:sp>
          <p:nvSpPr>
            <p:cNvPr id="228" name="Google Shape;228;p46"/>
            <p:cNvSpPr/>
            <p:nvPr/>
          </p:nvSpPr>
          <p:spPr>
            <a:xfrm>
              <a:off x="6790852" y="4383442"/>
              <a:ext cx="10233" cy="15872"/>
            </a:xfrm>
            <a:custGeom>
              <a:rect b="b" l="l" r="r" t="t"/>
              <a:pathLst>
                <a:path extrusionOk="0" h="501" w="323">
                  <a:moveTo>
                    <a:pt x="167" y="1"/>
                  </a:moveTo>
                  <a:cubicBezTo>
                    <a:pt x="72" y="1"/>
                    <a:pt x="1" y="72"/>
                    <a:pt x="1" y="167"/>
                  </a:cubicBezTo>
                  <a:lnTo>
                    <a:pt x="1" y="346"/>
                  </a:lnTo>
                  <a:cubicBezTo>
                    <a:pt x="1" y="429"/>
                    <a:pt x="72" y="501"/>
                    <a:pt x="167" y="501"/>
                  </a:cubicBezTo>
                  <a:cubicBezTo>
                    <a:pt x="251" y="501"/>
                    <a:pt x="322" y="429"/>
                    <a:pt x="322" y="346"/>
                  </a:cubicBezTo>
                  <a:lnTo>
                    <a:pt x="322" y="167"/>
                  </a:lnTo>
                  <a:cubicBezTo>
                    <a:pt x="322" y="72"/>
                    <a:pt x="251" y="1"/>
                    <a:pt x="1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6"/>
            <p:cNvSpPr/>
            <p:nvPr/>
          </p:nvSpPr>
          <p:spPr>
            <a:xfrm>
              <a:off x="6858742" y="4383442"/>
              <a:ext cx="10233" cy="15872"/>
            </a:xfrm>
            <a:custGeom>
              <a:rect b="b" l="l" r="r" t="t"/>
              <a:pathLst>
                <a:path extrusionOk="0" h="501" w="323">
                  <a:moveTo>
                    <a:pt x="168" y="1"/>
                  </a:moveTo>
                  <a:cubicBezTo>
                    <a:pt x="72" y="1"/>
                    <a:pt x="1" y="72"/>
                    <a:pt x="1" y="167"/>
                  </a:cubicBezTo>
                  <a:lnTo>
                    <a:pt x="1" y="346"/>
                  </a:lnTo>
                  <a:cubicBezTo>
                    <a:pt x="1" y="429"/>
                    <a:pt x="72" y="501"/>
                    <a:pt x="168" y="501"/>
                  </a:cubicBezTo>
                  <a:cubicBezTo>
                    <a:pt x="251" y="501"/>
                    <a:pt x="322" y="429"/>
                    <a:pt x="322" y="346"/>
                  </a:cubicBezTo>
                  <a:lnTo>
                    <a:pt x="322" y="167"/>
                  </a:lnTo>
                  <a:cubicBezTo>
                    <a:pt x="322" y="72"/>
                    <a:pt x="251" y="1"/>
                    <a:pt x="1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6"/>
            <p:cNvSpPr/>
            <p:nvPr/>
          </p:nvSpPr>
          <p:spPr>
            <a:xfrm>
              <a:off x="6695051" y="4259351"/>
              <a:ext cx="270104" cy="360233"/>
            </a:xfrm>
            <a:custGeom>
              <a:rect b="b" l="l" r="r" t="t"/>
              <a:pathLst>
                <a:path extrusionOk="0" h="11371" w="8526">
                  <a:moveTo>
                    <a:pt x="4263" y="310"/>
                  </a:moveTo>
                  <a:cubicBezTo>
                    <a:pt x="5835" y="310"/>
                    <a:pt x="7121" y="1596"/>
                    <a:pt x="7121" y="3168"/>
                  </a:cubicBezTo>
                  <a:lnTo>
                    <a:pt x="7121" y="3781"/>
                  </a:lnTo>
                  <a:lnTo>
                    <a:pt x="7121" y="3781"/>
                  </a:lnTo>
                  <a:cubicBezTo>
                    <a:pt x="7030" y="3736"/>
                    <a:pt x="6949" y="3703"/>
                    <a:pt x="6847" y="3703"/>
                  </a:cubicBezTo>
                  <a:lnTo>
                    <a:pt x="6763" y="3703"/>
                  </a:lnTo>
                  <a:cubicBezTo>
                    <a:pt x="6597" y="3703"/>
                    <a:pt x="6430" y="3680"/>
                    <a:pt x="6263" y="3632"/>
                  </a:cubicBezTo>
                  <a:cubicBezTo>
                    <a:pt x="6251" y="3628"/>
                    <a:pt x="6238" y="3627"/>
                    <a:pt x="6225" y="3627"/>
                  </a:cubicBezTo>
                  <a:cubicBezTo>
                    <a:pt x="6153" y="3627"/>
                    <a:pt x="6081" y="3680"/>
                    <a:pt x="6061" y="3751"/>
                  </a:cubicBezTo>
                  <a:cubicBezTo>
                    <a:pt x="6025" y="3846"/>
                    <a:pt x="6085" y="3930"/>
                    <a:pt x="6180" y="3965"/>
                  </a:cubicBezTo>
                  <a:cubicBezTo>
                    <a:pt x="6370" y="4025"/>
                    <a:pt x="6561" y="4037"/>
                    <a:pt x="6763" y="4037"/>
                  </a:cubicBezTo>
                  <a:lnTo>
                    <a:pt x="6847" y="4037"/>
                  </a:lnTo>
                  <a:cubicBezTo>
                    <a:pt x="7001" y="4037"/>
                    <a:pt x="7132" y="4156"/>
                    <a:pt x="7132" y="4322"/>
                  </a:cubicBezTo>
                  <a:cubicBezTo>
                    <a:pt x="7132" y="4477"/>
                    <a:pt x="7013" y="4596"/>
                    <a:pt x="6847" y="4596"/>
                  </a:cubicBezTo>
                  <a:lnTo>
                    <a:pt x="6740" y="4596"/>
                  </a:lnTo>
                  <a:lnTo>
                    <a:pt x="6740" y="4584"/>
                  </a:lnTo>
                  <a:cubicBezTo>
                    <a:pt x="6740" y="4489"/>
                    <a:pt x="6668" y="4418"/>
                    <a:pt x="6585" y="4418"/>
                  </a:cubicBezTo>
                  <a:cubicBezTo>
                    <a:pt x="6489" y="4418"/>
                    <a:pt x="6418" y="4489"/>
                    <a:pt x="6418" y="4584"/>
                  </a:cubicBezTo>
                  <a:cubicBezTo>
                    <a:pt x="6418" y="5775"/>
                    <a:pt x="5454" y="6739"/>
                    <a:pt x="4263" y="6739"/>
                  </a:cubicBezTo>
                  <a:cubicBezTo>
                    <a:pt x="3072" y="6739"/>
                    <a:pt x="2096" y="5775"/>
                    <a:pt x="2096" y="4584"/>
                  </a:cubicBezTo>
                  <a:cubicBezTo>
                    <a:pt x="2096" y="4489"/>
                    <a:pt x="2025" y="4418"/>
                    <a:pt x="1941" y="4418"/>
                  </a:cubicBezTo>
                  <a:cubicBezTo>
                    <a:pt x="1846" y="4418"/>
                    <a:pt x="1775" y="4489"/>
                    <a:pt x="1775" y="4584"/>
                  </a:cubicBezTo>
                  <a:lnTo>
                    <a:pt x="1775" y="4596"/>
                  </a:lnTo>
                  <a:lnTo>
                    <a:pt x="1667" y="4596"/>
                  </a:lnTo>
                  <a:cubicBezTo>
                    <a:pt x="1525" y="4596"/>
                    <a:pt x="1382" y="4477"/>
                    <a:pt x="1382" y="4322"/>
                  </a:cubicBezTo>
                  <a:cubicBezTo>
                    <a:pt x="1382" y="4168"/>
                    <a:pt x="1501" y="4037"/>
                    <a:pt x="1667" y="4037"/>
                  </a:cubicBezTo>
                  <a:lnTo>
                    <a:pt x="1763" y="4037"/>
                  </a:lnTo>
                  <a:cubicBezTo>
                    <a:pt x="2953" y="4037"/>
                    <a:pt x="3906" y="3013"/>
                    <a:pt x="4239" y="2560"/>
                  </a:cubicBezTo>
                  <a:lnTo>
                    <a:pt x="4275" y="2560"/>
                  </a:lnTo>
                  <a:cubicBezTo>
                    <a:pt x="4477" y="2834"/>
                    <a:pt x="4930" y="3334"/>
                    <a:pt x="5525" y="3680"/>
                  </a:cubicBezTo>
                  <a:cubicBezTo>
                    <a:pt x="5547" y="3694"/>
                    <a:pt x="5573" y="3701"/>
                    <a:pt x="5600" y="3701"/>
                  </a:cubicBezTo>
                  <a:cubicBezTo>
                    <a:pt x="5658" y="3701"/>
                    <a:pt x="5719" y="3669"/>
                    <a:pt x="5751" y="3620"/>
                  </a:cubicBezTo>
                  <a:cubicBezTo>
                    <a:pt x="5787" y="3549"/>
                    <a:pt x="5763" y="3441"/>
                    <a:pt x="5692" y="3394"/>
                  </a:cubicBezTo>
                  <a:cubicBezTo>
                    <a:pt x="5156" y="3084"/>
                    <a:pt x="4727" y="2608"/>
                    <a:pt x="4525" y="2358"/>
                  </a:cubicBezTo>
                  <a:cubicBezTo>
                    <a:pt x="4465" y="2263"/>
                    <a:pt x="4358" y="2215"/>
                    <a:pt x="4263" y="2215"/>
                  </a:cubicBezTo>
                  <a:cubicBezTo>
                    <a:pt x="4156" y="2215"/>
                    <a:pt x="4049" y="2263"/>
                    <a:pt x="3989" y="2358"/>
                  </a:cubicBezTo>
                  <a:cubicBezTo>
                    <a:pt x="3025" y="3572"/>
                    <a:pt x="2120" y="3703"/>
                    <a:pt x="1775" y="3703"/>
                  </a:cubicBezTo>
                  <a:lnTo>
                    <a:pt x="1679" y="3703"/>
                  </a:lnTo>
                  <a:cubicBezTo>
                    <a:pt x="1584" y="3703"/>
                    <a:pt x="1489" y="3739"/>
                    <a:pt x="1406" y="3787"/>
                  </a:cubicBezTo>
                  <a:lnTo>
                    <a:pt x="1406" y="3168"/>
                  </a:lnTo>
                  <a:cubicBezTo>
                    <a:pt x="1406" y="1596"/>
                    <a:pt x="2679" y="310"/>
                    <a:pt x="4263" y="310"/>
                  </a:cubicBezTo>
                  <a:close/>
                  <a:moveTo>
                    <a:pt x="6120" y="6239"/>
                  </a:moveTo>
                  <a:cubicBezTo>
                    <a:pt x="6144" y="6323"/>
                    <a:pt x="6192" y="6418"/>
                    <a:pt x="6251" y="6489"/>
                  </a:cubicBezTo>
                  <a:cubicBezTo>
                    <a:pt x="6263" y="6501"/>
                    <a:pt x="6263" y="6537"/>
                    <a:pt x="6251" y="6549"/>
                  </a:cubicBezTo>
                  <a:cubicBezTo>
                    <a:pt x="6120" y="6716"/>
                    <a:pt x="6061" y="6906"/>
                    <a:pt x="6061" y="7120"/>
                  </a:cubicBezTo>
                  <a:cubicBezTo>
                    <a:pt x="6061" y="7335"/>
                    <a:pt x="6132" y="7549"/>
                    <a:pt x="6263" y="7716"/>
                  </a:cubicBezTo>
                  <a:cubicBezTo>
                    <a:pt x="6287" y="7740"/>
                    <a:pt x="6287" y="7751"/>
                    <a:pt x="6263" y="7787"/>
                  </a:cubicBezTo>
                  <a:cubicBezTo>
                    <a:pt x="6192" y="7871"/>
                    <a:pt x="6132" y="7978"/>
                    <a:pt x="6108" y="8085"/>
                  </a:cubicBezTo>
                  <a:lnTo>
                    <a:pt x="5870" y="7990"/>
                  </a:lnTo>
                  <a:cubicBezTo>
                    <a:pt x="5644" y="7918"/>
                    <a:pt x="5513" y="7716"/>
                    <a:pt x="5513" y="7478"/>
                  </a:cubicBezTo>
                  <a:lnTo>
                    <a:pt x="5513" y="6739"/>
                  </a:lnTo>
                  <a:cubicBezTo>
                    <a:pt x="5751" y="6608"/>
                    <a:pt x="5942" y="6442"/>
                    <a:pt x="6120" y="6239"/>
                  </a:cubicBezTo>
                  <a:close/>
                  <a:moveTo>
                    <a:pt x="2394" y="6251"/>
                  </a:moveTo>
                  <a:cubicBezTo>
                    <a:pt x="2572" y="6442"/>
                    <a:pt x="2787" y="6620"/>
                    <a:pt x="3013" y="6751"/>
                  </a:cubicBezTo>
                  <a:lnTo>
                    <a:pt x="3013" y="7490"/>
                  </a:lnTo>
                  <a:cubicBezTo>
                    <a:pt x="3013" y="7728"/>
                    <a:pt x="2858" y="7918"/>
                    <a:pt x="2644" y="8002"/>
                  </a:cubicBezTo>
                  <a:lnTo>
                    <a:pt x="2418" y="8097"/>
                  </a:lnTo>
                  <a:cubicBezTo>
                    <a:pt x="2382" y="7990"/>
                    <a:pt x="2322" y="7894"/>
                    <a:pt x="2251" y="7799"/>
                  </a:cubicBezTo>
                  <a:cubicBezTo>
                    <a:pt x="2239" y="7763"/>
                    <a:pt x="2239" y="7751"/>
                    <a:pt x="2251" y="7728"/>
                  </a:cubicBezTo>
                  <a:cubicBezTo>
                    <a:pt x="2382" y="7561"/>
                    <a:pt x="2453" y="7347"/>
                    <a:pt x="2453" y="7144"/>
                  </a:cubicBezTo>
                  <a:cubicBezTo>
                    <a:pt x="2477" y="6918"/>
                    <a:pt x="2394" y="6716"/>
                    <a:pt x="2263" y="6561"/>
                  </a:cubicBezTo>
                  <a:cubicBezTo>
                    <a:pt x="2251" y="6549"/>
                    <a:pt x="2251" y="6525"/>
                    <a:pt x="2263" y="6501"/>
                  </a:cubicBezTo>
                  <a:cubicBezTo>
                    <a:pt x="2322" y="6430"/>
                    <a:pt x="2370" y="6347"/>
                    <a:pt x="2394" y="6251"/>
                  </a:cubicBezTo>
                  <a:close/>
                  <a:moveTo>
                    <a:pt x="1787" y="4954"/>
                  </a:moveTo>
                  <a:cubicBezTo>
                    <a:pt x="1834" y="5299"/>
                    <a:pt x="1953" y="5608"/>
                    <a:pt x="2120" y="5894"/>
                  </a:cubicBezTo>
                  <a:lnTo>
                    <a:pt x="2120" y="5954"/>
                  </a:lnTo>
                  <a:cubicBezTo>
                    <a:pt x="2120" y="6085"/>
                    <a:pt x="2072" y="6204"/>
                    <a:pt x="2001" y="6311"/>
                  </a:cubicBezTo>
                  <a:cubicBezTo>
                    <a:pt x="1894" y="6442"/>
                    <a:pt x="1894" y="6644"/>
                    <a:pt x="2001" y="6775"/>
                  </a:cubicBezTo>
                  <a:cubicBezTo>
                    <a:pt x="2084" y="6882"/>
                    <a:pt x="2120" y="7001"/>
                    <a:pt x="2120" y="7132"/>
                  </a:cubicBezTo>
                  <a:cubicBezTo>
                    <a:pt x="2120" y="7263"/>
                    <a:pt x="2072" y="7394"/>
                    <a:pt x="1977" y="7501"/>
                  </a:cubicBezTo>
                  <a:cubicBezTo>
                    <a:pt x="1858" y="7656"/>
                    <a:pt x="1858" y="7859"/>
                    <a:pt x="1977" y="8013"/>
                  </a:cubicBezTo>
                  <a:cubicBezTo>
                    <a:pt x="2025" y="8073"/>
                    <a:pt x="2072" y="8132"/>
                    <a:pt x="2084" y="8204"/>
                  </a:cubicBezTo>
                  <a:lnTo>
                    <a:pt x="1560" y="8383"/>
                  </a:lnTo>
                  <a:cubicBezTo>
                    <a:pt x="1465" y="8275"/>
                    <a:pt x="1382" y="8132"/>
                    <a:pt x="1382" y="7966"/>
                  </a:cubicBezTo>
                  <a:cubicBezTo>
                    <a:pt x="1382" y="7835"/>
                    <a:pt x="1429" y="7692"/>
                    <a:pt x="1525" y="7597"/>
                  </a:cubicBezTo>
                  <a:cubicBezTo>
                    <a:pt x="1644" y="7442"/>
                    <a:pt x="1644" y="7240"/>
                    <a:pt x="1525" y="7085"/>
                  </a:cubicBezTo>
                  <a:cubicBezTo>
                    <a:pt x="1429" y="6978"/>
                    <a:pt x="1382" y="6847"/>
                    <a:pt x="1382" y="6716"/>
                  </a:cubicBezTo>
                  <a:cubicBezTo>
                    <a:pt x="1382" y="6585"/>
                    <a:pt x="1429" y="6466"/>
                    <a:pt x="1501" y="6358"/>
                  </a:cubicBezTo>
                  <a:cubicBezTo>
                    <a:pt x="1608" y="6227"/>
                    <a:pt x="1608" y="6025"/>
                    <a:pt x="1501" y="5894"/>
                  </a:cubicBezTo>
                  <a:cubicBezTo>
                    <a:pt x="1417" y="5787"/>
                    <a:pt x="1382" y="5668"/>
                    <a:pt x="1382" y="5537"/>
                  </a:cubicBezTo>
                  <a:cubicBezTo>
                    <a:pt x="1382" y="5299"/>
                    <a:pt x="1525" y="5096"/>
                    <a:pt x="1727" y="5001"/>
                  </a:cubicBezTo>
                  <a:cubicBezTo>
                    <a:pt x="1739" y="4989"/>
                    <a:pt x="1775" y="4977"/>
                    <a:pt x="1787" y="4954"/>
                  </a:cubicBezTo>
                  <a:close/>
                  <a:moveTo>
                    <a:pt x="6716" y="4942"/>
                  </a:moveTo>
                  <a:cubicBezTo>
                    <a:pt x="6728" y="4954"/>
                    <a:pt x="6740" y="4977"/>
                    <a:pt x="6775" y="4989"/>
                  </a:cubicBezTo>
                  <a:cubicBezTo>
                    <a:pt x="6978" y="5073"/>
                    <a:pt x="7121" y="5287"/>
                    <a:pt x="7121" y="5525"/>
                  </a:cubicBezTo>
                  <a:cubicBezTo>
                    <a:pt x="7121" y="5656"/>
                    <a:pt x="7073" y="5775"/>
                    <a:pt x="7001" y="5882"/>
                  </a:cubicBezTo>
                  <a:cubicBezTo>
                    <a:pt x="6894" y="6013"/>
                    <a:pt x="6894" y="6204"/>
                    <a:pt x="7001" y="6347"/>
                  </a:cubicBezTo>
                  <a:cubicBezTo>
                    <a:pt x="7085" y="6442"/>
                    <a:pt x="7121" y="6561"/>
                    <a:pt x="7121" y="6704"/>
                  </a:cubicBezTo>
                  <a:cubicBezTo>
                    <a:pt x="7121" y="6835"/>
                    <a:pt x="7073" y="6966"/>
                    <a:pt x="6978" y="7073"/>
                  </a:cubicBezTo>
                  <a:cubicBezTo>
                    <a:pt x="6859" y="7240"/>
                    <a:pt x="6859" y="7442"/>
                    <a:pt x="7001" y="7597"/>
                  </a:cubicBezTo>
                  <a:cubicBezTo>
                    <a:pt x="7085" y="7692"/>
                    <a:pt x="7132" y="7835"/>
                    <a:pt x="7132" y="7966"/>
                  </a:cubicBezTo>
                  <a:cubicBezTo>
                    <a:pt x="7132" y="8132"/>
                    <a:pt x="7073" y="8275"/>
                    <a:pt x="6954" y="8383"/>
                  </a:cubicBezTo>
                  <a:lnTo>
                    <a:pt x="6418" y="8192"/>
                  </a:lnTo>
                  <a:cubicBezTo>
                    <a:pt x="6442" y="8109"/>
                    <a:pt x="6478" y="8049"/>
                    <a:pt x="6525" y="7990"/>
                  </a:cubicBezTo>
                  <a:cubicBezTo>
                    <a:pt x="6644" y="7847"/>
                    <a:pt x="6644" y="7632"/>
                    <a:pt x="6525" y="7490"/>
                  </a:cubicBezTo>
                  <a:cubicBezTo>
                    <a:pt x="6430" y="7382"/>
                    <a:pt x="6382" y="7251"/>
                    <a:pt x="6382" y="7120"/>
                  </a:cubicBezTo>
                  <a:cubicBezTo>
                    <a:pt x="6382" y="6978"/>
                    <a:pt x="6430" y="6859"/>
                    <a:pt x="6501" y="6763"/>
                  </a:cubicBezTo>
                  <a:cubicBezTo>
                    <a:pt x="6609" y="6620"/>
                    <a:pt x="6609" y="6430"/>
                    <a:pt x="6501" y="6299"/>
                  </a:cubicBezTo>
                  <a:cubicBezTo>
                    <a:pt x="6418" y="6192"/>
                    <a:pt x="6382" y="6073"/>
                    <a:pt x="6382" y="5942"/>
                  </a:cubicBezTo>
                  <a:lnTo>
                    <a:pt x="6382" y="5882"/>
                  </a:lnTo>
                  <a:cubicBezTo>
                    <a:pt x="6549" y="5596"/>
                    <a:pt x="6668" y="5287"/>
                    <a:pt x="6716" y="4942"/>
                  </a:cubicBezTo>
                  <a:close/>
                  <a:moveTo>
                    <a:pt x="5180" y="6918"/>
                  </a:moveTo>
                  <a:lnTo>
                    <a:pt x="5180" y="7490"/>
                  </a:lnTo>
                  <a:cubicBezTo>
                    <a:pt x="5180" y="7847"/>
                    <a:pt x="5394" y="8156"/>
                    <a:pt x="5716" y="8287"/>
                  </a:cubicBezTo>
                  <a:cubicBezTo>
                    <a:pt x="5680" y="8561"/>
                    <a:pt x="5597" y="8799"/>
                    <a:pt x="5442" y="9025"/>
                  </a:cubicBezTo>
                  <a:cubicBezTo>
                    <a:pt x="5382" y="9097"/>
                    <a:pt x="5406" y="9204"/>
                    <a:pt x="5477" y="9264"/>
                  </a:cubicBezTo>
                  <a:cubicBezTo>
                    <a:pt x="5513" y="9275"/>
                    <a:pt x="5537" y="9287"/>
                    <a:pt x="5585" y="9287"/>
                  </a:cubicBezTo>
                  <a:cubicBezTo>
                    <a:pt x="5620" y="9287"/>
                    <a:pt x="5692" y="9264"/>
                    <a:pt x="5716" y="9216"/>
                  </a:cubicBezTo>
                  <a:cubicBezTo>
                    <a:pt x="5894" y="8978"/>
                    <a:pt x="6001" y="8692"/>
                    <a:pt x="6049" y="8406"/>
                  </a:cubicBezTo>
                  <a:lnTo>
                    <a:pt x="6585" y="8609"/>
                  </a:lnTo>
                  <a:cubicBezTo>
                    <a:pt x="6466" y="9109"/>
                    <a:pt x="6192" y="9573"/>
                    <a:pt x="5787" y="9918"/>
                  </a:cubicBezTo>
                  <a:cubicBezTo>
                    <a:pt x="5370" y="10288"/>
                    <a:pt x="4823" y="10490"/>
                    <a:pt x="4263" y="10490"/>
                  </a:cubicBezTo>
                  <a:cubicBezTo>
                    <a:pt x="3692" y="10490"/>
                    <a:pt x="3156" y="10288"/>
                    <a:pt x="2727" y="9930"/>
                  </a:cubicBezTo>
                  <a:cubicBezTo>
                    <a:pt x="2322" y="9585"/>
                    <a:pt x="2060" y="9109"/>
                    <a:pt x="1965" y="8609"/>
                  </a:cubicBezTo>
                  <a:lnTo>
                    <a:pt x="2501" y="8406"/>
                  </a:lnTo>
                  <a:cubicBezTo>
                    <a:pt x="2560" y="8799"/>
                    <a:pt x="2739" y="9168"/>
                    <a:pt x="3025" y="9442"/>
                  </a:cubicBezTo>
                  <a:cubicBezTo>
                    <a:pt x="3346" y="9764"/>
                    <a:pt x="3799" y="9930"/>
                    <a:pt x="4263" y="9930"/>
                  </a:cubicBezTo>
                  <a:cubicBezTo>
                    <a:pt x="4561" y="9930"/>
                    <a:pt x="4858" y="9859"/>
                    <a:pt x="5120" y="9704"/>
                  </a:cubicBezTo>
                  <a:cubicBezTo>
                    <a:pt x="5192" y="9656"/>
                    <a:pt x="5227" y="9561"/>
                    <a:pt x="5180" y="9478"/>
                  </a:cubicBezTo>
                  <a:cubicBezTo>
                    <a:pt x="5147" y="9429"/>
                    <a:pt x="5091" y="9402"/>
                    <a:pt x="5033" y="9402"/>
                  </a:cubicBezTo>
                  <a:cubicBezTo>
                    <a:pt x="5006" y="9402"/>
                    <a:pt x="4979" y="9407"/>
                    <a:pt x="4954" y="9418"/>
                  </a:cubicBezTo>
                  <a:cubicBezTo>
                    <a:pt x="4751" y="9537"/>
                    <a:pt x="4501" y="9597"/>
                    <a:pt x="4263" y="9597"/>
                  </a:cubicBezTo>
                  <a:cubicBezTo>
                    <a:pt x="3501" y="9597"/>
                    <a:pt x="2894" y="9037"/>
                    <a:pt x="2834" y="8287"/>
                  </a:cubicBezTo>
                  <a:cubicBezTo>
                    <a:pt x="3144" y="8156"/>
                    <a:pt x="3370" y="7835"/>
                    <a:pt x="3370" y="7490"/>
                  </a:cubicBezTo>
                  <a:lnTo>
                    <a:pt x="3370" y="6918"/>
                  </a:lnTo>
                  <a:cubicBezTo>
                    <a:pt x="3644" y="7025"/>
                    <a:pt x="3942" y="7085"/>
                    <a:pt x="4275" y="7085"/>
                  </a:cubicBezTo>
                  <a:cubicBezTo>
                    <a:pt x="4584" y="7085"/>
                    <a:pt x="4894" y="7025"/>
                    <a:pt x="5180" y="6918"/>
                  </a:cubicBezTo>
                  <a:close/>
                  <a:moveTo>
                    <a:pt x="4263" y="1"/>
                  </a:moveTo>
                  <a:cubicBezTo>
                    <a:pt x="2489" y="1"/>
                    <a:pt x="1060" y="1429"/>
                    <a:pt x="1060" y="3203"/>
                  </a:cubicBezTo>
                  <a:lnTo>
                    <a:pt x="1060" y="4346"/>
                  </a:lnTo>
                  <a:cubicBezTo>
                    <a:pt x="1060" y="4573"/>
                    <a:pt x="1179" y="4751"/>
                    <a:pt x="1346" y="4870"/>
                  </a:cubicBezTo>
                  <a:cubicBezTo>
                    <a:pt x="1167" y="5037"/>
                    <a:pt x="1060" y="5275"/>
                    <a:pt x="1060" y="5537"/>
                  </a:cubicBezTo>
                  <a:cubicBezTo>
                    <a:pt x="1060" y="5751"/>
                    <a:pt x="1132" y="5954"/>
                    <a:pt x="1251" y="6108"/>
                  </a:cubicBezTo>
                  <a:cubicBezTo>
                    <a:pt x="1263" y="6120"/>
                    <a:pt x="1263" y="6144"/>
                    <a:pt x="1251" y="6168"/>
                  </a:cubicBezTo>
                  <a:cubicBezTo>
                    <a:pt x="1120" y="6323"/>
                    <a:pt x="1060" y="6525"/>
                    <a:pt x="1060" y="6728"/>
                  </a:cubicBezTo>
                  <a:cubicBezTo>
                    <a:pt x="1060" y="6942"/>
                    <a:pt x="1132" y="7144"/>
                    <a:pt x="1263" y="7311"/>
                  </a:cubicBezTo>
                  <a:cubicBezTo>
                    <a:pt x="1286" y="7335"/>
                    <a:pt x="1286" y="7359"/>
                    <a:pt x="1263" y="7382"/>
                  </a:cubicBezTo>
                  <a:cubicBezTo>
                    <a:pt x="1132" y="7549"/>
                    <a:pt x="1060" y="7751"/>
                    <a:pt x="1060" y="7966"/>
                  </a:cubicBezTo>
                  <a:cubicBezTo>
                    <a:pt x="1060" y="8156"/>
                    <a:pt x="1120" y="8347"/>
                    <a:pt x="1239" y="8502"/>
                  </a:cubicBezTo>
                  <a:lnTo>
                    <a:pt x="822" y="8644"/>
                  </a:lnTo>
                  <a:cubicBezTo>
                    <a:pt x="334" y="8823"/>
                    <a:pt x="1" y="9287"/>
                    <a:pt x="1" y="9811"/>
                  </a:cubicBezTo>
                  <a:lnTo>
                    <a:pt x="1" y="11192"/>
                  </a:lnTo>
                  <a:cubicBezTo>
                    <a:pt x="1" y="11288"/>
                    <a:pt x="72" y="11359"/>
                    <a:pt x="167" y="11359"/>
                  </a:cubicBezTo>
                  <a:cubicBezTo>
                    <a:pt x="251" y="11359"/>
                    <a:pt x="334" y="11288"/>
                    <a:pt x="334" y="11192"/>
                  </a:cubicBezTo>
                  <a:lnTo>
                    <a:pt x="334" y="9811"/>
                  </a:lnTo>
                  <a:cubicBezTo>
                    <a:pt x="334" y="9418"/>
                    <a:pt x="560" y="9085"/>
                    <a:pt x="929" y="8966"/>
                  </a:cubicBezTo>
                  <a:lnTo>
                    <a:pt x="1656" y="8704"/>
                  </a:lnTo>
                  <a:cubicBezTo>
                    <a:pt x="1775" y="9275"/>
                    <a:pt x="2072" y="9787"/>
                    <a:pt x="2513" y="10180"/>
                  </a:cubicBezTo>
                  <a:cubicBezTo>
                    <a:pt x="3013" y="10597"/>
                    <a:pt x="3620" y="10835"/>
                    <a:pt x="4263" y="10835"/>
                  </a:cubicBezTo>
                  <a:cubicBezTo>
                    <a:pt x="4894" y="10835"/>
                    <a:pt x="5525" y="10597"/>
                    <a:pt x="6013" y="10180"/>
                  </a:cubicBezTo>
                  <a:cubicBezTo>
                    <a:pt x="6442" y="9787"/>
                    <a:pt x="6763" y="9287"/>
                    <a:pt x="6859" y="8728"/>
                  </a:cubicBezTo>
                  <a:lnTo>
                    <a:pt x="7597" y="8978"/>
                  </a:lnTo>
                  <a:cubicBezTo>
                    <a:pt x="7954" y="9109"/>
                    <a:pt x="8192" y="9454"/>
                    <a:pt x="8192" y="9823"/>
                  </a:cubicBezTo>
                  <a:lnTo>
                    <a:pt x="8192" y="11204"/>
                  </a:lnTo>
                  <a:cubicBezTo>
                    <a:pt x="8192" y="11300"/>
                    <a:pt x="8264" y="11371"/>
                    <a:pt x="8347" y="11371"/>
                  </a:cubicBezTo>
                  <a:cubicBezTo>
                    <a:pt x="8442" y="11371"/>
                    <a:pt x="8514" y="11300"/>
                    <a:pt x="8514" y="11204"/>
                  </a:cubicBezTo>
                  <a:lnTo>
                    <a:pt x="8514" y="9823"/>
                  </a:lnTo>
                  <a:cubicBezTo>
                    <a:pt x="8525" y="9287"/>
                    <a:pt x="8204" y="8823"/>
                    <a:pt x="7692" y="8644"/>
                  </a:cubicBezTo>
                  <a:lnTo>
                    <a:pt x="7275" y="8502"/>
                  </a:lnTo>
                  <a:cubicBezTo>
                    <a:pt x="7382" y="8347"/>
                    <a:pt x="7454" y="8156"/>
                    <a:pt x="7454" y="7966"/>
                  </a:cubicBezTo>
                  <a:cubicBezTo>
                    <a:pt x="7454" y="7751"/>
                    <a:pt x="7382" y="7549"/>
                    <a:pt x="7251" y="7382"/>
                  </a:cubicBezTo>
                  <a:cubicBezTo>
                    <a:pt x="7240" y="7347"/>
                    <a:pt x="7240" y="7335"/>
                    <a:pt x="7251" y="7311"/>
                  </a:cubicBezTo>
                  <a:cubicBezTo>
                    <a:pt x="7382" y="7144"/>
                    <a:pt x="7454" y="6942"/>
                    <a:pt x="7454" y="6728"/>
                  </a:cubicBezTo>
                  <a:cubicBezTo>
                    <a:pt x="7454" y="6525"/>
                    <a:pt x="7382" y="6311"/>
                    <a:pt x="7263" y="6168"/>
                  </a:cubicBezTo>
                  <a:cubicBezTo>
                    <a:pt x="7251" y="6144"/>
                    <a:pt x="7251" y="6120"/>
                    <a:pt x="7263" y="6108"/>
                  </a:cubicBezTo>
                  <a:cubicBezTo>
                    <a:pt x="7394" y="5942"/>
                    <a:pt x="7454" y="5751"/>
                    <a:pt x="7454" y="5537"/>
                  </a:cubicBezTo>
                  <a:cubicBezTo>
                    <a:pt x="7454" y="5287"/>
                    <a:pt x="7359" y="5037"/>
                    <a:pt x="7180" y="4870"/>
                  </a:cubicBezTo>
                  <a:cubicBezTo>
                    <a:pt x="7335" y="4763"/>
                    <a:pt x="7454" y="4573"/>
                    <a:pt x="7454" y="4358"/>
                  </a:cubicBezTo>
                  <a:lnTo>
                    <a:pt x="7454" y="3203"/>
                  </a:lnTo>
                  <a:cubicBezTo>
                    <a:pt x="7454" y="1441"/>
                    <a:pt x="6025" y="1"/>
                    <a:pt x="426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6"/>
            <p:cNvSpPr/>
            <p:nvPr/>
          </p:nvSpPr>
          <p:spPr>
            <a:xfrm>
              <a:off x="6799152" y="4414362"/>
              <a:ext cx="61523" cy="33232"/>
            </a:xfrm>
            <a:custGeom>
              <a:rect b="b" l="l" r="r" t="t"/>
              <a:pathLst>
                <a:path extrusionOk="0" h="1049" w="1942">
                  <a:moveTo>
                    <a:pt x="1572" y="334"/>
                  </a:moveTo>
                  <a:cubicBezTo>
                    <a:pt x="1489" y="561"/>
                    <a:pt x="1251" y="715"/>
                    <a:pt x="977" y="715"/>
                  </a:cubicBezTo>
                  <a:cubicBezTo>
                    <a:pt x="691" y="715"/>
                    <a:pt x="453" y="561"/>
                    <a:pt x="358" y="334"/>
                  </a:cubicBezTo>
                  <a:close/>
                  <a:moveTo>
                    <a:pt x="167" y="1"/>
                  </a:moveTo>
                  <a:cubicBezTo>
                    <a:pt x="84" y="1"/>
                    <a:pt x="1" y="84"/>
                    <a:pt x="1" y="168"/>
                  </a:cubicBezTo>
                  <a:cubicBezTo>
                    <a:pt x="1" y="656"/>
                    <a:pt x="441" y="1049"/>
                    <a:pt x="977" y="1049"/>
                  </a:cubicBezTo>
                  <a:cubicBezTo>
                    <a:pt x="1513" y="1049"/>
                    <a:pt x="1941" y="644"/>
                    <a:pt x="1941" y="168"/>
                  </a:cubicBezTo>
                  <a:cubicBezTo>
                    <a:pt x="1941" y="84"/>
                    <a:pt x="1870" y="1"/>
                    <a:pt x="17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46"/>
          <p:cNvGrpSpPr/>
          <p:nvPr/>
        </p:nvGrpSpPr>
        <p:grpSpPr>
          <a:xfrm>
            <a:off x="3452860" y="4849424"/>
            <a:ext cx="228231" cy="291398"/>
            <a:chOff x="5353403" y="3785609"/>
            <a:chExt cx="277992" cy="354974"/>
          </a:xfrm>
        </p:grpSpPr>
        <p:sp>
          <p:nvSpPr>
            <p:cNvPr id="233" name="Google Shape;233;p46"/>
            <p:cNvSpPr/>
            <p:nvPr/>
          </p:nvSpPr>
          <p:spPr>
            <a:xfrm>
              <a:off x="5476734" y="3952562"/>
              <a:ext cx="33232" cy="15998"/>
            </a:xfrm>
            <a:custGeom>
              <a:rect b="b" l="l" r="r" t="t"/>
              <a:pathLst>
                <a:path extrusionOk="0" h="505" w="1049">
                  <a:moveTo>
                    <a:pt x="189" y="0"/>
                  </a:moveTo>
                  <a:cubicBezTo>
                    <a:pt x="154" y="0"/>
                    <a:pt x="117" y="10"/>
                    <a:pt x="84" y="29"/>
                  </a:cubicBezTo>
                  <a:cubicBezTo>
                    <a:pt x="12" y="64"/>
                    <a:pt x="0" y="171"/>
                    <a:pt x="48" y="255"/>
                  </a:cubicBezTo>
                  <a:cubicBezTo>
                    <a:pt x="155" y="398"/>
                    <a:pt x="334" y="505"/>
                    <a:pt x="536" y="505"/>
                  </a:cubicBezTo>
                  <a:cubicBezTo>
                    <a:pt x="727" y="505"/>
                    <a:pt x="917" y="410"/>
                    <a:pt x="1024" y="255"/>
                  </a:cubicBezTo>
                  <a:cubicBezTo>
                    <a:pt x="1048" y="171"/>
                    <a:pt x="1024" y="76"/>
                    <a:pt x="953" y="29"/>
                  </a:cubicBezTo>
                  <a:cubicBezTo>
                    <a:pt x="924" y="10"/>
                    <a:pt x="890" y="0"/>
                    <a:pt x="856" y="0"/>
                  </a:cubicBezTo>
                  <a:cubicBezTo>
                    <a:pt x="805" y="0"/>
                    <a:pt x="755" y="21"/>
                    <a:pt x="727" y="64"/>
                  </a:cubicBezTo>
                  <a:cubicBezTo>
                    <a:pt x="691" y="124"/>
                    <a:pt x="608" y="171"/>
                    <a:pt x="524" y="171"/>
                  </a:cubicBezTo>
                  <a:cubicBezTo>
                    <a:pt x="429" y="171"/>
                    <a:pt x="346" y="136"/>
                    <a:pt x="310" y="64"/>
                  </a:cubicBezTo>
                  <a:cubicBezTo>
                    <a:pt x="289" y="21"/>
                    <a:pt x="241" y="0"/>
                    <a:pt x="18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6"/>
            <p:cNvSpPr/>
            <p:nvPr/>
          </p:nvSpPr>
          <p:spPr>
            <a:xfrm>
              <a:off x="5457124" y="3902540"/>
              <a:ext cx="10201" cy="15872"/>
            </a:xfrm>
            <a:custGeom>
              <a:rect b="b" l="l" r="r" t="t"/>
              <a:pathLst>
                <a:path extrusionOk="0" h="501" w="322">
                  <a:moveTo>
                    <a:pt x="155" y="0"/>
                  </a:moveTo>
                  <a:cubicBezTo>
                    <a:pt x="72" y="0"/>
                    <a:pt x="0" y="72"/>
                    <a:pt x="0" y="167"/>
                  </a:cubicBezTo>
                  <a:lnTo>
                    <a:pt x="0" y="346"/>
                  </a:lnTo>
                  <a:cubicBezTo>
                    <a:pt x="0" y="429"/>
                    <a:pt x="72" y="500"/>
                    <a:pt x="155" y="500"/>
                  </a:cubicBezTo>
                  <a:cubicBezTo>
                    <a:pt x="250" y="500"/>
                    <a:pt x="322" y="429"/>
                    <a:pt x="322" y="346"/>
                  </a:cubicBezTo>
                  <a:lnTo>
                    <a:pt x="322" y="167"/>
                  </a:lnTo>
                  <a:cubicBezTo>
                    <a:pt x="322" y="72"/>
                    <a:pt x="250"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6"/>
            <p:cNvSpPr/>
            <p:nvPr/>
          </p:nvSpPr>
          <p:spPr>
            <a:xfrm>
              <a:off x="5518234" y="3902540"/>
              <a:ext cx="10581" cy="15872"/>
            </a:xfrm>
            <a:custGeom>
              <a:rect b="b" l="l" r="r" t="t"/>
              <a:pathLst>
                <a:path extrusionOk="0" h="501" w="334">
                  <a:moveTo>
                    <a:pt x="167" y="0"/>
                  </a:moveTo>
                  <a:cubicBezTo>
                    <a:pt x="72" y="0"/>
                    <a:pt x="0" y="72"/>
                    <a:pt x="0" y="167"/>
                  </a:cubicBezTo>
                  <a:lnTo>
                    <a:pt x="0" y="346"/>
                  </a:lnTo>
                  <a:cubicBezTo>
                    <a:pt x="0" y="429"/>
                    <a:pt x="72" y="500"/>
                    <a:pt x="167" y="500"/>
                  </a:cubicBezTo>
                  <a:cubicBezTo>
                    <a:pt x="250" y="500"/>
                    <a:pt x="333" y="429"/>
                    <a:pt x="333" y="346"/>
                  </a:cubicBezTo>
                  <a:lnTo>
                    <a:pt x="333" y="167"/>
                  </a:lnTo>
                  <a:cubicBezTo>
                    <a:pt x="333" y="72"/>
                    <a:pt x="250" y="0"/>
                    <a:pt x="1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6"/>
            <p:cNvSpPr/>
            <p:nvPr/>
          </p:nvSpPr>
          <p:spPr>
            <a:xfrm>
              <a:off x="5353403" y="3785609"/>
              <a:ext cx="277992" cy="354974"/>
            </a:xfrm>
            <a:custGeom>
              <a:rect b="b" l="l" r="r" t="t"/>
              <a:pathLst>
                <a:path extrusionOk="0" h="11205" w="8775">
                  <a:moveTo>
                    <a:pt x="2822" y="846"/>
                  </a:moveTo>
                  <a:lnTo>
                    <a:pt x="2822" y="2274"/>
                  </a:lnTo>
                  <a:cubicBezTo>
                    <a:pt x="2822" y="2274"/>
                    <a:pt x="2822" y="2286"/>
                    <a:pt x="2810" y="2286"/>
                  </a:cubicBezTo>
                  <a:lnTo>
                    <a:pt x="2453" y="2286"/>
                  </a:lnTo>
                  <a:cubicBezTo>
                    <a:pt x="2453" y="2286"/>
                    <a:pt x="2441" y="2286"/>
                    <a:pt x="2441" y="2274"/>
                  </a:cubicBezTo>
                  <a:lnTo>
                    <a:pt x="2441" y="1215"/>
                  </a:lnTo>
                  <a:lnTo>
                    <a:pt x="2453" y="1215"/>
                  </a:lnTo>
                  <a:cubicBezTo>
                    <a:pt x="2453" y="1155"/>
                    <a:pt x="2477" y="1096"/>
                    <a:pt x="2524" y="1072"/>
                  </a:cubicBezTo>
                  <a:lnTo>
                    <a:pt x="2822" y="846"/>
                  </a:lnTo>
                  <a:close/>
                  <a:moveTo>
                    <a:pt x="4739" y="322"/>
                  </a:moveTo>
                  <a:cubicBezTo>
                    <a:pt x="4739" y="322"/>
                    <a:pt x="4763" y="322"/>
                    <a:pt x="4763" y="346"/>
                  </a:cubicBezTo>
                  <a:lnTo>
                    <a:pt x="4763" y="2274"/>
                  </a:lnTo>
                  <a:cubicBezTo>
                    <a:pt x="4763" y="2274"/>
                    <a:pt x="4763" y="2286"/>
                    <a:pt x="4739" y="2286"/>
                  </a:cubicBezTo>
                  <a:lnTo>
                    <a:pt x="4048" y="2286"/>
                  </a:lnTo>
                  <a:cubicBezTo>
                    <a:pt x="4048" y="2286"/>
                    <a:pt x="4024" y="2286"/>
                    <a:pt x="4024" y="2274"/>
                  </a:cubicBezTo>
                  <a:lnTo>
                    <a:pt x="4024" y="346"/>
                  </a:lnTo>
                  <a:cubicBezTo>
                    <a:pt x="4024" y="334"/>
                    <a:pt x="4030" y="328"/>
                    <a:pt x="4033" y="328"/>
                  </a:cubicBezTo>
                  <a:cubicBezTo>
                    <a:pt x="4036" y="328"/>
                    <a:pt x="4036" y="334"/>
                    <a:pt x="4024" y="346"/>
                  </a:cubicBezTo>
                  <a:lnTo>
                    <a:pt x="4739" y="322"/>
                  </a:lnTo>
                  <a:close/>
                  <a:moveTo>
                    <a:pt x="5965" y="846"/>
                  </a:moveTo>
                  <a:lnTo>
                    <a:pt x="6263" y="1072"/>
                  </a:lnTo>
                  <a:cubicBezTo>
                    <a:pt x="6310" y="1096"/>
                    <a:pt x="6334" y="1155"/>
                    <a:pt x="6334" y="1215"/>
                  </a:cubicBezTo>
                  <a:lnTo>
                    <a:pt x="6334" y="2274"/>
                  </a:lnTo>
                  <a:cubicBezTo>
                    <a:pt x="6334" y="2274"/>
                    <a:pt x="6334" y="2286"/>
                    <a:pt x="6322" y="2286"/>
                  </a:cubicBezTo>
                  <a:lnTo>
                    <a:pt x="5965" y="2286"/>
                  </a:lnTo>
                  <a:cubicBezTo>
                    <a:pt x="5965" y="2286"/>
                    <a:pt x="5953" y="2286"/>
                    <a:pt x="5953" y="2274"/>
                  </a:cubicBezTo>
                  <a:lnTo>
                    <a:pt x="5953" y="846"/>
                  </a:lnTo>
                  <a:close/>
                  <a:moveTo>
                    <a:pt x="5072" y="596"/>
                  </a:moveTo>
                  <a:cubicBezTo>
                    <a:pt x="5263" y="631"/>
                    <a:pt x="5441" y="715"/>
                    <a:pt x="5620" y="822"/>
                  </a:cubicBezTo>
                  <a:lnTo>
                    <a:pt x="5620" y="2274"/>
                  </a:lnTo>
                  <a:cubicBezTo>
                    <a:pt x="5620" y="2465"/>
                    <a:pt x="5775" y="2620"/>
                    <a:pt x="5965" y="2620"/>
                  </a:cubicBezTo>
                  <a:lnTo>
                    <a:pt x="6322" y="2620"/>
                  </a:lnTo>
                  <a:cubicBezTo>
                    <a:pt x="6513" y="2620"/>
                    <a:pt x="6668" y="2465"/>
                    <a:pt x="6668" y="2274"/>
                  </a:cubicBezTo>
                  <a:lnTo>
                    <a:pt x="6668" y="1798"/>
                  </a:lnTo>
                  <a:cubicBezTo>
                    <a:pt x="6870" y="2155"/>
                    <a:pt x="7001" y="2572"/>
                    <a:pt x="7037" y="2989"/>
                  </a:cubicBezTo>
                  <a:lnTo>
                    <a:pt x="6501" y="2989"/>
                  </a:lnTo>
                  <a:cubicBezTo>
                    <a:pt x="6406" y="2989"/>
                    <a:pt x="6334" y="3060"/>
                    <a:pt x="6334" y="3155"/>
                  </a:cubicBezTo>
                  <a:cubicBezTo>
                    <a:pt x="6334" y="3239"/>
                    <a:pt x="6406" y="3310"/>
                    <a:pt x="6501" y="3310"/>
                  </a:cubicBezTo>
                  <a:lnTo>
                    <a:pt x="6858" y="3310"/>
                  </a:lnTo>
                  <a:lnTo>
                    <a:pt x="6858" y="3536"/>
                  </a:lnTo>
                  <a:cubicBezTo>
                    <a:pt x="6799" y="3572"/>
                    <a:pt x="6763" y="3632"/>
                    <a:pt x="6763" y="3691"/>
                  </a:cubicBezTo>
                  <a:cubicBezTo>
                    <a:pt x="6763" y="3775"/>
                    <a:pt x="6846" y="3846"/>
                    <a:pt x="6929" y="3846"/>
                  </a:cubicBezTo>
                  <a:cubicBezTo>
                    <a:pt x="7001" y="3846"/>
                    <a:pt x="7084" y="3882"/>
                    <a:pt x="7144" y="3941"/>
                  </a:cubicBezTo>
                  <a:cubicBezTo>
                    <a:pt x="7203" y="4001"/>
                    <a:pt x="7215" y="4072"/>
                    <a:pt x="7215" y="4144"/>
                  </a:cubicBezTo>
                  <a:cubicBezTo>
                    <a:pt x="7203" y="4287"/>
                    <a:pt x="7060" y="4406"/>
                    <a:pt x="6918" y="4406"/>
                  </a:cubicBezTo>
                  <a:lnTo>
                    <a:pt x="6846" y="4406"/>
                  </a:lnTo>
                  <a:lnTo>
                    <a:pt x="6846" y="4394"/>
                  </a:lnTo>
                  <a:cubicBezTo>
                    <a:pt x="6846" y="4298"/>
                    <a:pt x="6763" y="4227"/>
                    <a:pt x="6679" y="4227"/>
                  </a:cubicBezTo>
                  <a:cubicBezTo>
                    <a:pt x="6584" y="4227"/>
                    <a:pt x="6513" y="4298"/>
                    <a:pt x="6513" y="4394"/>
                  </a:cubicBezTo>
                  <a:cubicBezTo>
                    <a:pt x="6513" y="5096"/>
                    <a:pt x="6156" y="5763"/>
                    <a:pt x="5572" y="6144"/>
                  </a:cubicBezTo>
                  <a:lnTo>
                    <a:pt x="5572" y="6108"/>
                  </a:lnTo>
                  <a:lnTo>
                    <a:pt x="5489" y="5370"/>
                  </a:lnTo>
                  <a:cubicBezTo>
                    <a:pt x="5441" y="5013"/>
                    <a:pt x="5155" y="4763"/>
                    <a:pt x="4798" y="4763"/>
                  </a:cubicBezTo>
                  <a:lnTo>
                    <a:pt x="3989" y="4763"/>
                  </a:lnTo>
                  <a:cubicBezTo>
                    <a:pt x="3631" y="4763"/>
                    <a:pt x="3334" y="5025"/>
                    <a:pt x="3298" y="5370"/>
                  </a:cubicBezTo>
                  <a:lnTo>
                    <a:pt x="3215" y="6108"/>
                  </a:lnTo>
                  <a:lnTo>
                    <a:pt x="3215" y="6144"/>
                  </a:lnTo>
                  <a:cubicBezTo>
                    <a:pt x="2977" y="5965"/>
                    <a:pt x="2774" y="5763"/>
                    <a:pt x="2619" y="5525"/>
                  </a:cubicBezTo>
                  <a:cubicBezTo>
                    <a:pt x="2393" y="5180"/>
                    <a:pt x="2274" y="4787"/>
                    <a:pt x="2274" y="4370"/>
                  </a:cubicBezTo>
                  <a:cubicBezTo>
                    <a:pt x="2274" y="4287"/>
                    <a:pt x="2203" y="4203"/>
                    <a:pt x="2107" y="4203"/>
                  </a:cubicBezTo>
                  <a:cubicBezTo>
                    <a:pt x="2024" y="4203"/>
                    <a:pt x="1941" y="4287"/>
                    <a:pt x="1941" y="4370"/>
                  </a:cubicBezTo>
                  <a:lnTo>
                    <a:pt x="1941" y="4394"/>
                  </a:lnTo>
                  <a:lnTo>
                    <a:pt x="1846" y="4394"/>
                  </a:lnTo>
                  <a:cubicBezTo>
                    <a:pt x="1762" y="4394"/>
                    <a:pt x="1691" y="4358"/>
                    <a:pt x="1631" y="4298"/>
                  </a:cubicBezTo>
                  <a:cubicBezTo>
                    <a:pt x="1572" y="4239"/>
                    <a:pt x="1560" y="4167"/>
                    <a:pt x="1560" y="4096"/>
                  </a:cubicBezTo>
                  <a:cubicBezTo>
                    <a:pt x="1572" y="3953"/>
                    <a:pt x="1703" y="3834"/>
                    <a:pt x="1857" y="3834"/>
                  </a:cubicBezTo>
                  <a:cubicBezTo>
                    <a:pt x="1941" y="3834"/>
                    <a:pt x="2024" y="3763"/>
                    <a:pt x="2024" y="3667"/>
                  </a:cubicBezTo>
                  <a:cubicBezTo>
                    <a:pt x="2024" y="3596"/>
                    <a:pt x="1976" y="3536"/>
                    <a:pt x="1905" y="3525"/>
                  </a:cubicBezTo>
                  <a:lnTo>
                    <a:pt x="1905" y="3310"/>
                  </a:lnTo>
                  <a:lnTo>
                    <a:pt x="5775" y="3310"/>
                  </a:lnTo>
                  <a:cubicBezTo>
                    <a:pt x="5858" y="3310"/>
                    <a:pt x="5929" y="3239"/>
                    <a:pt x="5929" y="3155"/>
                  </a:cubicBezTo>
                  <a:cubicBezTo>
                    <a:pt x="5929" y="3060"/>
                    <a:pt x="5858" y="2989"/>
                    <a:pt x="5775" y="2989"/>
                  </a:cubicBezTo>
                  <a:lnTo>
                    <a:pt x="1726" y="2989"/>
                  </a:lnTo>
                  <a:cubicBezTo>
                    <a:pt x="1750" y="2572"/>
                    <a:pt x="1869" y="2155"/>
                    <a:pt x="2096" y="1798"/>
                  </a:cubicBezTo>
                  <a:lnTo>
                    <a:pt x="2096" y="2274"/>
                  </a:lnTo>
                  <a:cubicBezTo>
                    <a:pt x="2096" y="2465"/>
                    <a:pt x="2238" y="2620"/>
                    <a:pt x="2441" y="2620"/>
                  </a:cubicBezTo>
                  <a:lnTo>
                    <a:pt x="2798" y="2620"/>
                  </a:lnTo>
                  <a:cubicBezTo>
                    <a:pt x="2989" y="2620"/>
                    <a:pt x="3131" y="2465"/>
                    <a:pt x="3131" y="2274"/>
                  </a:cubicBezTo>
                  <a:lnTo>
                    <a:pt x="3131" y="822"/>
                  </a:lnTo>
                  <a:cubicBezTo>
                    <a:pt x="3310" y="727"/>
                    <a:pt x="3489" y="655"/>
                    <a:pt x="3691" y="596"/>
                  </a:cubicBezTo>
                  <a:lnTo>
                    <a:pt x="3691" y="2274"/>
                  </a:lnTo>
                  <a:cubicBezTo>
                    <a:pt x="3691" y="2465"/>
                    <a:pt x="3834" y="2620"/>
                    <a:pt x="4024" y="2620"/>
                  </a:cubicBezTo>
                  <a:lnTo>
                    <a:pt x="4727" y="2620"/>
                  </a:lnTo>
                  <a:cubicBezTo>
                    <a:pt x="4917" y="2620"/>
                    <a:pt x="5072" y="2465"/>
                    <a:pt x="5072" y="2274"/>
                  </a:cubicBezTo>
                  <a:lnTo>
                    <a:pt x="5072" y="596"/>
                  </a:lnTo>
                  <a:close/>
                  <a:moveTo>
                    <a:pt x="4822" y="5072"/>
                  </a:moveTo>
                  <a:cubicBezTo>
                    <a:pt x="5001" y="5072"/>
                    <a:pt x="5155" y="5203"/>
                    <a:pt x="5179" y="5406"/>
                  </a:cubicBezTo>
                  <a:lnTo>
                    <a:pt x="5263" y="6144"/>
                  </a:lnTo>
                  <a:cubicBezTo>
                    <a:pt x="5263" y="6275"/>
                    <a:pt x="5191" y="6430"/>
                    <a:pt x="5060" y="6501"/>
                  </a:cubicBezTo>
                  <a:lnTo>
                    <a:pt x="4560" y="6739"/>
                  </a:lnTo>
                  <a:cubicBezTo>
                    <a:pt x="4513" y="6763"/>
                    <a:pt x="4459" y="6775"/>
                    <a:pt x="4404" y="6775"/>
                  </a:cubicBezTo>
                  <a:cubicBezTo>
                    <a:pt x="4349" y="6775"/>
                    <a:pt x="4292" y="6763"/>
                    <a:pt x="4239" y="6739"/>
                  </a:cubicBezTo>
                  <a:lnTo>
                    <a:pt x="3751" y="6501"/>
                  </a:lnTo>
                  <a:cubicBezTo>
                    <a:pt x="3608" y="6430"/>
                    <a:pt x="3536" y="6299"/>
                    <a:pt x="3548" y="6144"/>
                  </a:cubicBezTo>
                  <a:lnTo>
                    <a:pt x="3643" y="5406"/>
                  </a:lnTo>
                  <a:cubicBezTo>
                    <a:pt x="3655" y="5227"/>
                    <a:pt x="3822" y="5072"/>
                    <a:pt x="4001" y="5072"/>
                  </a:cubicBezTo>
                  <a:close/>
                  <a:moveTo>
                    <a:pt x="5489" y="6561"/>
                  </a:moveTo>
                  <a:lnTo>
                    <a:pt x="5489" y="7120"/>
                  </a:lnTo>
                  <a:cubicBezTo>
                    <a:pt x="5489" y="7370"/>
                    <a:pt x="5620" y="7608"/>
                    <a:pt x="5822" y="7716"/>
                  </a:cubicBezTo>
                  <a:cubicBezTo>
                    <a:pt x="5465" y="8168"/>
                    <a:pt x="4953" y="8418"/>
                    <a:pt x="4405" y="8418"/>
                  </a:cubicBezTo>
                  <a:cubicBezTo>
                    <a:pt x="3846" y="8418"/>
                    <a:pt x="3334" y="8168"/>
                    <a:pt x="3000" y="7739"/>
                  </a:cubicBezTo>
                  <a:cubicBezTo>
                    <a:pt x="3215" y="7620"/>
                    <a:pt x="3346" y="7394"/>
                    <a:pt x="3346" y="7144"/>
                  </a:cubicBezTo>
                  <a:lnTo>
                    <a:pt x="3346" y="6573"/>
                  </a:lnTo>
                  <a:lnTo>
                    <a:pt x="3370" y="6573"/>
                  </a:lnTo>
                  <a:cubicBezTo>
                    <a:pt x="3429" y="6668"/>
                    <a:pt x="3524" y="6727"/>
                    <a:pt x="3608" y="6787"/>
                  </a:cubicBezTo>
                  <a:lnTo>
                    <a:pt x="4096" y="7025"/>
                  </a:lnTo>
                  <a:cubicBezTo>
                    <a:pt x="4203" y="7073"/>
                    <a:pt x="4310" y="7096"/>
                    <a:pt x="4417" y="7096"/>
                  </a:cubicBezTo>
                  <a:cubicBezTo>
                    <a:pt x="4513" y="7096"/>
                    <a:pt x="4620" y="7073"/>
                    <a:pt x="4727" y="7025"/>
                  </a:cubicBezTo>
                  <a:lnTo>
                    <a:pt x="5215" y="6787"/>
                  </a:lnTo>
                  <a:cubicBezTo>
                    <a:pt x="5322" y="6739"/>
                    <a:pt x="5394" y="6668"/>
                    <a:pt x="5453" y="6573"/>
                  </a:cubicBezTo>
                  <a:cubicBezTo>
                    <a:pt x="5465" y="6573"/>
                    <a:pt x="5465" y="6573"/>
                    <a:pt x="5489" y="6561"/>
                  </a:cubicBezTo>
                  <a:close/>
                  <a:moveTo>
                    <a:pt x="2298" y="7966"/>
                  </a:moveTo>
                  <a:lnTo>
                    <a:pt x="2298" y="9299"/>
                  </a:lnTo>
                  <a:lnTo>
                    <a:pt x="2107" y="9299"/>
                  </a:lnTo>
                  <a:cubicBezTo>
                    <a:pt x="1976" y="9299"/>
                    <a:pt x="1857" y="9347"/>
                    <a:pt x="1750" y="9406"/>
                  </a:cubicBezTo>
                  <a:lnTo>
                    <a:pt x="1750" y="8120"/>
                  </a:lnTo>
                  <a:lnTo>
                    <a:pt x="2298" y="7966"/>
                  </a:lnTo>
                  <a:close/>
                  <a:moveTo>
                    <a:pt x="6501" y="7966"/>
                  </a:moveTo>
                  <a:lnTo>
                    <a:pt x="7049" y="8120"/>
                  </a:lnTo>
                  <a:lnTo>
                    <a:pt x="7049" y="9406"/>
                  </a:lnTo>
                  <a:cubicBezTo>
                    <a:pt x="6941" y="9347"/>
                    <a:pt x="6822" y="9299"/>
                    <a:pt x="6691" y="9299"/>
                  </a:cubicBezTo>
                  <a:lnTo>
                    <a:pt x="6501" y="9299"/>
                  </a:lnTo>
                  <a:lnTo>
                    <a:pt x="6501" y="7966"/>
                  </a:lnTo>
                  <a:close/>
                  <a:moveTo>
                    <a:pt x="4048" y="0"/>
                  </a:moveTo>
                  <a:cubicBezTo>
                    <a:pt x="3881" y="0"/>
                    <a:pt x="3762" y="96"/>
                    <a:pt x="3715" y="250"/>
                  </a:cubicBezTo>
                  <a:cubicBezTo>
                    <a:pt x="3477" y="310"/>
                    <a:pt x="3239" y="381"/>
                    <a:pt x="3036" y="500"/>
                  </a:cubicBezTo>
                  <a:cubicBezTo>
                    <a:pt x="3012" y="500"/>
                    <a:pt x="3012" y="488"/>
                    <a:pt x="3000" y="488"/>
                  </a:cubicBezTo>
                  <a:cubicBezTo>
                    <a:pt x="2965" y="468"/>
                    <a:pt x="2922" y="456"/>
                    <a:pt x="2878" y="456"/>
                  </a:cubicBezTo>
                  <a:cubicBezTo>
                    <a:pt x="2819" y="456"/>
                    <a:pt x="2757" y="477"/>
                    <a:pt x="2703" y="524"/>
                  </a:cubicBezTo>
                  <a:lnTo>
                    <a:pt x="2322" y="798"/>
                  </a:lnTo>
                  <a:cubicBezTo>
                    <a:pt x="2179" y="905"/>
                    <a:pt x="2107" y="1060"/>
                    <a:pt x="2107" y="1215"/>
                  </a:cubicBezTo>
                  <a:lnTo>
                    <a:pt x="2107" y="1227"/>
                  </a:lnTo>
                  <a:cubicBezTo>
                    <a:pt x="1691" y="1727"/>
                    <a:pt x="1453" y="2346"/>
                    <a:pt x="1405" y="2989"/>
                  </a:cubicBezTo>
                  <a:lnTo>
                    <a:pt x="1214" y="2989"/>
                  </a:lnTo>
                  <a:cubicBezTo>
                    <a:pt x="1131" y="2989"/>
                    <a:pt x="1048" y="3060"/>
                    <a:pt x="1048" y="3155"/>
                  </a:cubicBezTo>
                  <a:cubicBezTo>
                    <a:pt x="1048" y="3239"/>
                    <a:pt x="1131" y="3310"/>
                    <a:pt x="1214" y="3310"/>
                  </a:cubicBezTo>
                  <a:lnTo>
                    <a:pt x="1572" y="3310"/>
                  </a:lnTo>
                  <a:lnTo>
                    <a:pt x="1572" y="3584"/>
                  </a:lnTo>
                  <a:cubicBezTo>
                    <a:pt x="1381" y="3667"/>
                    <a:pt x="1250" y="3846"/>
                    <a:pt x="1226" y="4060"/>
                  </a:cubicBezTo>
                  <a:cubicBezTo>
                    <a:pt x="1214" y="4227"/>
                    <a:pt x="1274" y="4406"/>
                    <a:pt x="1381" y="4525"/>
                  </a:cubicBezTo>
                  <a:cubicBezTo>
                    <a:pt x="1500" y="4644"/>
                    <a:pt x="1667" y="4715"/>
                    <a:pt x="1822" y="4715"/>
                  </a:cubicBezTo>
                  <a:lnTo>
                    <a:pt x="1941" y="4715"/>
                  </a:lnTo>
                  <a:cubicBezTo>
                    <a:pt x="1988" y="5060"/>
                    <a:pt x="2119" y="5394"/>
                    <a:pt x="2298" y="5691"/>
                  </a:cubicBezTo>
                  <a:cubicBezTo>
                    <a:pt x="2477" y="5965"/>
                    <a:pt x="2703" y="6203"/>
                    <a:pt x="2977" y="6382"/>
                  </a:cubicBezTo>
                  <a:lnTo>
                    <a:pt x="2977" y="7144"/>
                  </a:lnTo>
                  <a:cubicBezTo>
                    <a:pt x="2977" y="7311"/>
                    <a:pt x="2869" y="7442"/>
                    <a:pt x="2715" y="7477"/>
                  </a:cubicBezTo>
                  <a:lnTo>
                    <a:pt x="869" y="8037"/>
                  </a:lnTo>
                  <a:cubicBezTo>
                    <a:pt x="357" y="8180"/>
                    <a:pt x="0" y="8656"/>
                    <a:pt x="0" y="9192"/>
                  </a:cubicBezTo>
                  <a:lnTo>
                    <a:pt x="0" y="11037"/>
                  </a:lnTo>
                  <a:cubicBezTo>
                    <a:pt x="0" y="11133"/>
                    <a:pt x="71" y="11204"/>
                    <a:pt x="155" y="11204"/>
                  </a:cubicBezTo>
                  <a:cubicBezTo>
                    <a:pt x="250" y="11204"/>
                    <a:pt x="322" y="11133"/>
                    <a:pt x="322" y="11037"/>
                  </a:cubicBezTo>
                  <a:lnTo>
                    <a:pt x="322" y="9192"/>
                  </a:lnTo>
                  <a:cubicBezTo>
                    <a:pt x="322" y="8811"/>
                    <a:pt x="595" y="8454"/>
                    <a:pt x="964" y="8347"/>
                  </a:cubicBezTo>
                  <a:lnTo>
                    <a:pt x="1393" y="8216"/>
                  </a:lnTo>
                  <a:lnTo>
                    <a:pt x="1393" y="11037"/>
                  </a:lnTo>
                  <a:cubicBezTo>
                    <a:pt x="1393" y="11133"/>
                    <a:pt x="1465" y="11204"/>
                    <a:pt x="1560" y="11204"/>
                  </a:cubicBezTo>
                  <a:cubicBezTo>
                    <a:pt x="1643" y="11204"/>
                    <a:pt x="1715" y="11133"/>
                    <a:pt x="1715" y="11037"/>
                  </a:cubicBezTo>
                  <a:lnTo>
                    <a:pt x="1715" y="9978"/>
                  </a:lnTo>
                  <a:cubicBezTo>
                    <a:pt x="1715" y="9787"/>
                    <a:pt x="1881" y="9621"/>
                    <a:pt x="2084" y="9621"/>
                  </a:cubicBezTo>
                  <a:lnTo>
                    <a:pt x="2774" y="9621"/>
                  </a:lnTo>
                  <a:cubicBezTo>
                    <a:pt x="2869" y="9621"/>
                    <a:pt x="2941" y="9549"/>
                    <a:pt x="2941" y="9466"/>
                  </a:cubicBezTo>
                  <a:cubicBezTo>
                    <a:pt x="2941" y="9371"/>
                    <a:pt x="2869" y="9299"/>
                    <a:pt x="2774" y="9299"/>
                  </a:cubicBezTo>
                  <a:lnTo>
                    <a:pt x="2584" y="9299"/>
                  </a:lnTo>
                  <a:lnTo>
                    <a:pt x="2584" y="7858"/>
                  </a:lnTo>
                  <a:lnTo>
                    <a:pt x="2631" y="7835"/>
                  </a:lnTo>
                  <a:cubicBezTo>
                    <a:pt x="3012" y="8406"/>
                    <a:pt x="3655" y="8751"/>
                    <a:pt x="4358" y="8751"/>
                  </a:cubicBezTo>
                  <a:cubicBezTo>
                    <a:pt x="5060" y="8751"/>
                    <a:pt x="5679" y="8406"/>
                    <a:pt x="6084" y="7835"/>
                  </a:cubicBezTo>
                  <a:lnTo>
                    <a:pt x="6120" y="7858"/>
                  </a:lnTo>
                  <a:lnTo>
                    <a:pt x="6120" y="9299"/>
                  </a:lnTo>
                  <a:lnTo>
                    <a:pt x="3477" y="9299"/>
                  </a:lnTo>
                  <a:cubicBezTo>
                    <a:pt x="3381" y="9299"/>
                    <a:pt x="3310" y="9371"/>
                    <a:pt x="3310" y="9466"/>
                  </a:cubicBezTo>
                  <a:cubicBezTo>
                    <a:pt x="3310" y="9549"/>
                    <a:pt x="3381" y="9621"/>
                    <a:pt x="3477" y="9621"/>
                  </a:cubicBezTo>
                  <a:lnTo>
                    <a:pt x="6632" y="9621"/>
                  </a:lnTo>
                  <a:cubicBezTo>
                    <a:pt x="6822" y="9621"/>
                    <a:pt x="6989" y="9787"/>
                    <a:pt x="6989" y="9978"/>
                  </a:cubicBezTo>
                  <a:lnTo>
                    <a:pt x="6989" y="11037"/>
                  </a:lnTo>
                  <a:cubicBezTo>
                    <a:pt x="6989" y="11133"/>
                    <a:pt x="7060" y="11204"/>
                    <a:pt x="7156" y="11204"/>
                  </a:cubicBezTo>
                  <a:cubicBezTo>
                    <a:pt x="7239" y="11204"/>
                    <a:pt x="7310" y="11133"/>
                    <a:pt x="7310" y="11037"/>
                  </a:cubicBezTo>
                  <a:lnTo>
                    <a:pt x="7310" y="8216"/>
                  </a:lnTo>
                  <a:lnTo>
                    <a:pt x="7751" y="8347"/>
                  </a:lnTo>
                  <a:cubicBezTo>
                    <a:pt x="8120" y="8454"/>
                    <a:pt x="8382" y="8811"/>
                    <a:pt x="8382" y="9192"/>
                  </a:cubicBezTo>
                  <a:lnTo>
                    <a:pt x="8382" y="11037"/>
                  </a:lnTo>
                  <a:cubicBezTo>
                    <a:pt x="8382" y="11133"/>
                    <a:pt x="8465" y="11204"/>
                    <a:pt x="8549" y="11204"/>
                  </a:cubicBezTo>
                  <a:cubicBezTo>
                    <a:pt x="8644" y="11204"/>
                    <a:pt x="8715" y="11133"/>
                    <a:pt x="8715" y="11037"/>
                  </a:cubicBezTo>
                  <a:lnTo>
                    <a:pt x="8715" y="9192"/>
                  </a:lnTo>
                  <a:cubicBezTo>
                    <a:pt x="8775" y="8656"/>
                    <a:pt x="8418" y="8180"/>
                    <a:pt x="7894" y="8037"/>
                  </a:cubicBezTo>
                  <a:lnTo>
                    <a:pt x="6048" y="7489"/>
                  </a:lnTo>
                  <a:cubicBezTo>
                    <a:pt x="5906" y="7442"/>
                    <a:pt x="5798" y="7287"/>
                    <a:pt x="5798" y="7144"/>
                  </a:cubicBezTo>
                  <a:lnTo>
                    <a:pt x="5798" y="6382"/>
                  </a:lnTo>
                  <a:cubicBezTo>
                    <a:pt x="6358" y="6001"/>
                    <a:pt x="6739" y="5382"/>
                    <a:pt x="6822" y="4715"/>
                  </a:cubicBezTo>
                  <a:lnTo>
                    <a:pt x="6929" y="4715"/>
                  </a:lnTo>
                  <a:cubicBezTo>
                    <a:pt x="7263" y="4715"/>
                    <a:pt x="7525" y="4477"/>
                    <a:pt x="7561" y="4179"/>
                  </a:cubicBezTo>
                  <a:cubicBezTo>
                    <a:pt x="7572" y="4013"/>
                    <a:pt x="7513" y="3834"/>
                    <a:pt x="7406" y="3715"/>
                  </a:cubicBezTo>
                  <a:cubicBezTo>
                    <a:pt x="7346" y="3656"/>
                    <a:pt x="7287" y="3608"/>
                    <a:pt x="7215" y="3572"/>
                  </a:cubicBezTo>
                  <a:lnTo>
                    <a:pt x="7215" y="3310"/>
                  </a:lnTo>
                  <a:lnTo>
                    <a:pt x="7572" y="3310"/>
                  </a:lnTo>
                  <a:cubicBezTo>
                    <a:pt x="7656" y="3310"/>
                    <a:pt x="7739" y="3239"/>
                    <a:pt x="7739" y="3155"/>
                  </a:cubicBezTo>
                  <a:cubicBezTo>
                    <a:pt x="7739" y="3060"/>
                    <a:pt x="7656" y="2989"/>
                    <a:pt x="7572" y="2989"/>
                  </a:cubicBezTo>
                  <a:lnTo>
                    <a:pt x="7382" y="2989"/>
                  </a:lnTo>
                  <a:cubicBezTo>
                    <a:pt x="7346" y="2346"/>
                    <a:pt x="7096" y="1727"/>
                    <a:pt x="6679" y="1227"/>
                  </a:cubicBezTo>
                  <a:lnTo>
                    <a:pt x="6679" y="1215"/>
                  </a:lnTo>
                  <a:cubicBezTo>
                    <a:pt x="6679" y="1048"/>
                    <a:pt x="6608" y="905"/>
                    <a:pt x="6465" y="798"/>
                  </a:cubicBezTo>
                  <a:lnTo>
                    <a:pt x="6084" y="524"/>
                  </a:lnTo>
                  <a:cubicBezTo>
                    <a:pt x="6024" y="487"/>
                    <a:pt x="5964" y="463"/>
                    <a:pt x="5900" y="463"/>
                  </a:cubicBezTo>
                  <a:cubicBezTo>
                    <a:pt x="5864" y="463"/>
                    <a:pt x="5826" y="471"/>
                    <a:pt x="5786" y="488"/>
                  </a:cubicBezTo>
                  <a:cubicBezTo>
                    <a:pt x="5775" y="488"/>
                    <a:pt x="5775" y="500"/>
                    <a:pt x="5751" y="500"/>
                  </a:cubicBezTo>
                  <a:cubicBezTo>
                    <a:pt x="5536" y="381"/>
                    <a:pt x="5310" y="310"/>
                    <a:pt x="5072" y="250"/>
                  </a:cubicBezTo>
                  <a:cubicBezTo>
                    <a:pt x="5024" y="96"/>
                    <a:pt x="4905" y="0"/>
                    <a:pt x="47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6"/>
            <p:cNvSpPr/>
            <p:nvPr/>
          </p:nvSpPr>
          <p:spPr>
            <a:xfrm>
              <a:off x="5420533" y="4102440"/>
              <a:ext cx="10581" cy="10201"/>
            </a:xfrm>
            <a:custGeom>
              <a:rect b="b" l="l" r="r" t="t"/>
              <a:pathLst>
                <a:path extrusionOk="0" h="322" w="334">
                  <a:moveTo>
                    <a:pt x="167" y="1"/>
                  </a:moveTo>
                  <a:cubicBezTo>
                    <a:pt x="84" y="1"/>
                    <a:pt x="0" y="72"/>
                    <a:pt x="0" y="167"/>
                  </a:cubicBezTo>
                  <a:cubicBezTo>
                    <a:pt x="0" y="251"/>
                    <a:pt x="84" y="322"/>
                    <a:pt x="167" y="322"/>
                  </a:cubicBezTo>
                  <a:cubicBezTo>
                    <a:pt x="262" y="322"/>
                    <a:pt x="334" y="251"/>
                    <a:pt x="334" y="167"/>
                  </a:cubicBezTo>
                  <a:cubicBezTo>
                    <a:pt x="334" y="72"/>
                    <a:pt x="262" y="1"/>
                    <a:pt x="1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6"/>
            <p:cNvSpPr/>
            <p:nvPr/>
          </p:nvSpPr>
          <p:spPr>
            <a:xfrm>
              <a:off x="5554064" y="4102440"/>
              <a:ext cx="10201" cy="10201"/>
            </a:xfrm>
            <a:custGeom>
              <a:rect b="b" l="l" r="r" t="t"/>
              <a:pathLst>
                <a:path extrusionOk="0" h="322" w="322">
                  <a:moveTo>
                    <a:pt x="167" y="1"/>
                  </a:moveTo>
                  <a:cubicBezTo>
                    <a:pt x="72" y="1"/>
                    <a:pt x="0" y="72"/>
                    <a:pt x="0" y="167"/>
                  </a:cubicBezTo>
                  <a:cubicBezTo>
                    <a:pt x="0" y="251"/>
                    <a:pt x="72" y="322"/>
                    <a:pt x="167" y="322"/>
                  </a:cubicBezTo>
                  <a:cubicBezTo>
                    <a:pt x="250" y="322"/>
                    <a:pt x="322" y="251"/>
                    <a:pt x="322" y="167"/>
                  </a:cubicBezTo>
                  <a:cubicBezTo>
                    <a:pt x="322" y="72"/>
                    <a:pt x="274" y="1"/>
                    <a:pt x="1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46"/>
          <p:cNvGrpSpPr/>
          <p:nvPr/>
        </p:nvGrpSpPr>
        <p:grpSpPr>
          <a:xfrm>
            <a:off x="6877934" y="4830590"/>
            <a:ext cx="239838" cy="305022"/>
            <a:chOff x="4896229" y="3785989"/>
            <a:chExt cx="278784" cy="354594"/>
          </a:xfrm>
        </p:grpSpPr>
        <p:sp>
          <p:nvSpPr>
            <p:cNvPr id="240" name="Google Shape;240;p46"/>
            <p:cNvSpPr/>
            <p:nvPr/>
          </p:nvSpPr>
          <p:spPr>
            <a:xfrm>
              <a:off x="4896229" y="3785989"/>
              <a:ext cx="278784" cy="354594"/>
            </a:xfrm>
            <a:custGeom>
              <a:rect b="b" l="l" r="r" t="t"/>
              <a:pathLst>
                <a:path extrusionOk="0" h="11193" w="8800">
                  <a:moveTo>
                    <a:pt x="4418" y="488"/>
                  </a:moveTo>
                  <a:lnTo>
                    <a:pt x="4763" y="1536"/>
                  </a:lnTo>
                  <a:lnTo>
                    <a:pt x="4442" y="2072"/>
                  </a:lnTo>
                  <a:cubicBezTo>
                    <a:pt x="4442" y="2072"/>
                    <a:pt x="4442" y="2084"/>
                    <a:pt x="4418" y="2084"/>
                  </a:cubicBezTo>
                  <a:cubicBezTo>
                    <a:pt x="4406" y="2084"/>
                    <a:pt x="4406" y="2084"/>
                    <a:pt x="4406" y="2072"/>
                  </a:cubicBezTo>
                  <a:lnTo>
                    <a:pt x="4085" y="1536"/>
                  </a:lnTo>
                  <a:lnTo>
                    <a:pt x="4418" y="488"/>
                  </a:lnTo>
                  <a:close/>
                  <a:moveTo>
                    <a:pt x="5049" y="1703"/>
                  </a:moveTo>
                  <a:cubicBezTo>
                    <a:pt x="6120" y="1977"/>
                    <a:pt x="6882" y="2965"/>
                    <a:pt x="6882" y="4084"/>
                  </a:cubicBezTo>
                  <a:lnTo>
                    <a:pt x="6882" y="4465"/>
                  </a:lnTo>
                  <a:cubicBezTo>
                    <a:pt x="6823" y="4501"/>
                    <a:pt x="6787" y="4560"/>
                    <a:pt x="6787" y="4620"/>
                  </a:cubicBezTo>
                  <a:cubicBezTo>
                    <a:pt x="6787" y="4703"/>
                    <a:pt x="6871" y="4775"/>
                    <a:pt x="6954" y="4775"/>
                  </a:cubicBezTo>
                  <a:cubicBezTo>
                    <a:pt x="7025" y="4775"/>
                    <a:pt x="7097" y="4810"/>
                    <a:pt x="7168" y="4870"/>
                  </a:cubicBezTo>
                  <a:cubicBezTo>
                    <a:pt x="7228" y="4929"/>
                    <a:pt x="7240" y="5001"/>
                    <a:pt x="7240" y="5072"/>
                  </a:cubicBezTo>
                  <a:cubicBezTo>
                    <a:pt x="7228" y="5215"/>
                    <a:pt x="7085" y="5334"/>
                    <a:pt x="6942" y="5334"/>
                  </a:cubicBezTo>
                  <a:lnTo>
                    <a:pt x="6871" y="5334"/>
                  </a:lnTo>
                  <a:lnTo>
                    <a:pt x="6871" y="5310"/>
                  </a:lnTo>
                  <a:cubicBezTo>
                    <a:pt x="6871" y="5227"/>
                    <a:pt x="6787" y="5156"/>
                    <a:pt x="6704" y="5156"/>
                  </a:cubicBezTo>
                  <a:cubicBezTo>
                    <a:pt x="6609" y="5156"/>
                    <a:pt x="6537" y="5227"/>
                    <a:pt x="6537" y="5310"/>
                  </a:cubicBezTo>
                  <a:cubicBezTo>
                    <a:pt x="6537" y="6477"/>
                    <a:pt x="5585" y="7430"/>
                    <a:pt x="4430" y="7430"/>
                  </a:cubicBezTo>
                  <a:cubicBezTo>
                    <a:pt x="3263" y="7418"/>
                    <a:pt x="2310" y="6465"/>
                    <a:pt x="2310" y="5298"/>
                  </a:cubicBezTo>
                  <a:cubicBezTo>
                    <a:pt x="2310" y="5215"/>
                    <a:pt x="2239" y="5132"/>
                    <a:pt x="2144" y="5132"/>
                  </a:cubicBezTo>
                  <a:cubicBezTo>
                    <a:pt x="2060" y="5132"/>
                    <a:pt x="1989" y="5215"/>
                    <a:pt x="1989" y="5298"/>
                  </a:cubicBezTo>
                  <a:lnTo>
                    <a:pt x="1989" y="5310"/>
                  </a:lnTo>
                  <a:lnTo>
                    <a:pt x="1882" y="5310"/>
                  </a:lnTo>
                  <a:cubicBezTo>
                    <a:pt x="1810" y="5310"/>
                    <a:pt x="1727" y="5287"/>
                    <a:pt x="1668" y="5227"/>
                  </a:cubicBezTo>
                  <a:cubicBezTo>
                    <a:pt x="1608" y="5168"/>
                    <a:pt x="1596" y="5096"/>
                    <a:pt x="1596" y="5013"/>
                  </a:cubicBezTo>
                  <a:cubicBezTo>
                    <a:pt x="1608" y="4882"/>
                    <a:pt x="1751" y="4763"/>
                    <a:pt x="1894" y="4763"/>
                  </a:cubicBezTo>
                  <a:cubicBezTo>
                    <a:pt x="1989" y="4763"/>
                    <a:pt x="2060" y="4691"/>
                    <a:pt x="2060" y="4596"/>
                  </a:cubicBezTo>
                  <a:cubicBezTo>
                    <a:pt x="2060" y="4525"/>
                    <a:pt x="2013" y="4465"/>
                    <a:pt x="1941" y="4453"/>
                  </a:cubicBezTo>
                  <a:lnTo>
                    <a:pt x="1941" y="4084"/>
                  </a:lnTo>
                  <a:cubicBezTo>
                    <a:pt x="1941" y="2965"/>
                    <a:pt x="2703" y="1977"/>
                    <a:pt x="3775" y="1703"/>
                  </a:cubicBezTo>
                  <a:lnTo>
                    <a:pt x="4108" y="2250"/>
                  </a:lnTo>
                  <a:cubicBezTo>
                    <a:pt x="4168" y="2358"/>
                    <a:pt x="4287" y="2417"/>
                    <a:pt x="4406" y="2417"/>
                  </a:cubicBezTo>
                  <a:cubicBezTo>
                    <a:pt x="4525" y="2417"/>
                    <a:pt x="4644" y="2358"/>
                    <a:pt x="4704" y="2250"/>
                  </a:cubicBezTo>
                  <a:lnTo>
                    <a:pt x="5049" y="1703"/>
                  </a:lnTo>
                  <a:close/>
                  <a:moveTo>
                    <a:pt x="3025" y="7846"/>
                  </a:moveTo>
                  <a:lnTo>
                    <a:pt x="3025" y="7858"/>
                  </a:lnTo>
                  <a:lnTo>
                    <a:pt x="3025" y="8168"/>
                  </a:lnTo>
                  <a:cubicBezTo>
                    <a:pt x="3025" y="8323"/>
                    <a:pt x="2942" y="8454"/>
                    <a:pt x="2787" y="8513"/>
                  </a:cubicBezTo>
                  <a:lnTo>
                    <a:pt x="2418" y="8263"/>
                  </a:lnTo>
                  <a:cubicBezTo>
                    <a:pt x="2310" y="8192"/>
                    <a:pt x="2299" y="8085"/>
                    <a:pt x="2322" y="8001"/>
                  </a:cubicBezTo>
                  <a:cubicBezTo>
                    <a:pt x="2358" y="7930"/>
                    <a:pt x="2418" y="7846"/>
                    <a:pt x="2537" y="7846"/>
                  </a:cubicBezTo>
                  <a:close/>
                  <a:moveTo>
                    <a:pt x="6311" y="7870"/>
                  </a:moveTo>
                  <a:cubicBezTo>
                    <a:pt x="6430" y="7870"/>
                    <a:pt x="6501" y="7954"/>
                    <a:pt x="6525" y="8037"/>
                  </a:cubicBezTo>
                  <a:cubicBezTo>
                    <a:pt x="6549" y="8108"/>
                    <a:pt x="6537" y="8216"/>
                    <a:pt x="6430" y="8287"/>
                  </a:cubicBezTo>
                  <a:lnTo>
                    <a:pt x="6061" y="8549"/>
                  </a:lnTo>
                  <a:cubicBezTo>
                    <a:pt x="5906" y="8466"/>
                    <a:pt x="5823" y="8335"/>
                    <a:pt x="5823" y="8192"/>
                  </a:cubicBezTo>
                  <a:lnTo>
                    <a:pt x="5823" y="7870"/>
                  </a:lnTo>
                  <a:close/>
                  <a:moveTo>
                    <a:pt x="6406" y="7334"/>
                  </a:moveTo>
                  <a:cubicBezTo>
                    <a:pt x="6894" y="7334"/>
                    <a:pt x="7299" y="7739"/>
                    <a:pt x="7299" y="8227"/>
                  </a:cubicBezTo>
                  <a:cubicBezTo>
                    <a:pt x="7240" y="9049"/>
                    <a:pt x="6716" y="9763"/>
                    <a:pt x="5990" y="10049"/>
                  </a:cubicBezTo>
                  <a:lnTo>
                    <a:pt x="5990" y="9990"/>
                  </a:lnTo>
                  <a:cubicBezTo>
                    <a:pt x="5990" y="9894"/>
                    <a:pt x="5906" y="9823"/>
                    <a:pt x="5823" y="9823"/>
                  </a:cubicBezTo>
                  <a:cubicBezTo>
                    <a:pt x="5739" y="9823"/>
                    <a:pt x="5656" y="9894"/>
                    <a:pt x="5656" y="9990"/>
                  </a:cubicBezTo>
                  <a:lnTo>
                    <a:pt x="5656" y="10132"/>
                  </a:lnTo>
                  <a:cubicBezTo>
                    <a:pt x="5537" y="10156"/>
                    <a:pt x="5418" y="10168"/>
                    <a:pt x="5299" y="10168"/>
                  </a:cubicBezTo>
                  <a:lnTo>
                    <a:pt x="3549" y="10168"/>
                  </a:lnTo>
                  <a:cubicBezTo>
                    <a:pt x="3430" y="10168"/>
                    <a:pt x="3311" y="10156"/>
                    <a:pt x="3192" y="10132"/>
                  </a:cubicBezTo>
                  <a:lnTo>
                    <a:pt x="3192" y="9990"/>
                  </a:lnTo>
                  <a:cubicBezTo>
                    <a:pt x="3192" y="9894"/>
                    <a:pt x="3120" y="9823"/>
                    <a:pt x="3025" y="9823"/>
                  </a:cubicBezTo>
                  <a:cubicBezTo>
                    <a:pt x="2942" y="9823"/>
                    <a:pt x="2858" y="9894"/>
                    <a:pt x="2858" y="9990"/>
                  </a:cubicBezTo>
                  <a:lnTo>
                    <a:pt x="2858" y="10049"/>
                  </a:lnTo>
                  <a:cubicBezTo>
                    <a:pt x="2132" y="9763"/>
                    <a:pt x="1608" y="9061"/>
                    <a:pt x="1608" y="8227"/>
                  </a:cubicBezTo>
                  <a:cubicBezTo>
                    <a:pt x="1608" y="7739"/>
                    <a:pt x="2013" y="7334"/>
                    <a:pt x="2501" y="7334"/>
                  </a:cubicBezTo>
                  <a:lnTo>
                    <a:pt x="3037" y="7334"/>
                  </a:lnTo>
                  <a:lnTo>
                    <a:pt x="3037" y="7358"/>
                  </a:lnTo>
                  <a:lnTo>
                    <a:pt x="3037" y="7549"/>
                  </a:lnTo>
                  <a:lnTo>
                    <a:pt x="2549" y="7549"/>
                  </a:lnTo>
                  <a:cubicBezTo>
                    <a:pt x="2299" y="7549"/>
                    <a:pt x="2084" y="7692"/>
                    <a:pt x="2025" y="7930"/>
                  </a:cubicBezTo>
                  <a:cubicBezTo>
                    <a:pt x="1953" y="8168"/>
                    <a:pt x="2037" y="8406"/>
                    <a:pt x="2251" y="8549"/>
                  </a:cubicBezTo>
                  <a:lnTo>
                    <a:pt x="4156" y="9811"/>
                  </a:lnTo>
                  <a:cubicBezTo>
                    <a:pt x="4239" y="9870"/>
                    <a:pt x="4346" y="9894"/>
                    <a:pt x="4442" y="9894"/>
                  </a:cubicBezTo>
                  <a:cubicBezTo>
                    <a:pt x="4525" y="9894"/>
                    <a:pt x="4632" y="9870"/>
                    <a:pt x="4727" y="9811"/>
                  </a:cubicBezTo>
                  <a:lnTo>
                    <a:pt x="5228" y="9466"/>
                  </a:lnTo>
                  <a:cubicBezTo>
                    <a:pt x="5299" y="9418"/>
                    <a:pt x="5323" y="9323"/>
                    <a:pt x="5275" y="9239"/>
                  </a:cubicBezTo>
                  <a:cubicBezTo>
                    <a:pt x="5247" y="9197"/>
                    <a:pt x="5197" y="9175"/>
                    <a:pt x="5146" y="9175"/>
                  </a:cubicBezTo>
                  <a:cubicBezTo>
                    <a:pt x="5112" y="9175"/>
                    <a:pt x="5077" y="9185"/>
                    <a:pt x="5049" y="9204"/>
                  </a:cubicBezTo>
                  <a:lnTo>
                    <a:pt x="4549" y="9537"/>
                  </a:lnTo>
                  <a:cubicBezTo>
                    <a:pt x="4519" y="9561"/>
                    <a:pt x="4480" y="9573"/>
                    <a:pt x="4442" y="9573"/>
                  </a:cubicBezTo>
                  <a:cubicBezTo>
                    <a:pt x="4403" y="9573"/>
                    <a:pt x="4364" y="9561"/>
                    <a:pt x="4335" y="9537"/>
                  </a:cubicBezTo>
                  <a:lnTo>
                    <a:pt x="3120" y="8727"/>
                  </a:lnTo>
                  <a:cubicBezTo>
                    <a:pt x="3275" y="8585"/>
                    <a:pt x="3382" y="8394"/>
                    <a:pt x="3382" y="8192"/>
                  </a:cubicBezTo>
                  <a:lnTo>
                    <a:pt x="3382" y="7501"/>
                  </a:lnTo>
                  <a:cubicBezTo>
                    <a:pt x="3715" y="7668"/>
                    <a:pt x="4061" y="7739"/>
                    <a:pt x="4454" y="7739"/>
                  </a:cubicBezTo>
                  <a:cubicBezTo>
                    <a:pt x="4835" y="7739"/>
                    <a:pt x="5204" y="7656"/>
                    <a:pt x="5525" y="7501"/>
                  </a:cubicBezTo>
                  <a:lnTo>
                    <a:pt x="5525" y="8192"/>
                  </a:lnTo>
                  <a:cubicBezTo>
                    <a:pt x="5525" y="8394"/>
                    <a:pt x="5632" y="8597"/>
                    <a:pt x="5799" y="8727"/>
                  </a:cubicBezTo>
                  <a:lnTo>
                    <a:pt x="5692" y="8799"/>
                  </a:lnTo>
                  <a:cubicBezTo>
                    <a:pt x="5609" y="8847"/>
                    <a:pt x="5597" y="8942"/>
                    <a:pt x="5644" y="9025"/>
                  </a:cubicBezTo>
                  <a:cubicBezTo>
                    <a:pt x="5680" y="9061"/>
                    <a:pt x="5728" y="9097"/>
                    <a:pt x="5775" y="9097"/>
                  </a:cubicBezTo>
                  <a:cubicBezTo>
                    <a:pt x="5811" y="9097"/>
                    <a:pt x="5835" y="9085"/>
                    <a:pt x="5870" y="9061"/>
                  </a:cubicBezTo>
                  <a:lnTo>
                    <a:pt x="6656" y="8549"/>
                  </a:lnTo>
                  <a:cubicBezTo>
                    <a:pt x="6871" y="8406"/>
                    <a:pt x="6954" y="8156"/>
                    <a:pt x="6882" y="7930"/>
                  </a:cubicBezTo>
                  <a:cubicBezTo>
                    <a:pt x="6799" y="7704"/>
                    <a:pt x="6597" y="7549"/>
                    <a:pt x="6359" y="7549"/>
                  </a:cubicBezTo>
                  <a:lnTo>
                    <a:pt x="5870" y="7549"/>
                  </a:lnTo>
                  <a:lnTo>
                    <a:pt x="5870" y="7358"/>
                  </a:lnTo>
                  <a:lnTo>
                    <a:pt x="5870" y="7334"/>
                  </a:lnTo>
                  <a:close/>
                  <a:moveTo>
                    <a:pt x="4406" y="0"/>
                  </a:moveTo>
                  <a:cubicBezTo>
                    <a:pt x="4311" y="0"/>
                    <a:pt x="4215" y="72"/>
                    <a:pt x="4168" y="167"/>
                  </a:cubicBezTo>
                  <a:lnTo>
                    <a:pt x="3775" y="1358"/>
                  </a:lnTo>
                  <a:cubicBezTo>
                    <a:pt x="2501" y="1643"/>
                    <a:pt x="1596" y="2786"/>
                    <a:pt x="1596" y="4084"/>
                  </a:cubicBezTo>
                  <a:lnTo>
                    <a:pt x="1596" y="4513"/>
                  </a:lnTo>
                  <a:cubicBezTo>
                    <a:pt x="1406" y="4596"/>
                    <a:pt x="1275" y="4775"/>
                    <a:pt x="1251" y="4989"/>
                  </a:cubicBezTo>
                  <a:cubicBezTo>
                    <a:pt x="1239" y="5156"/>
                    <a:pt x="1298" y="5322"/>
                    <a:pt x="1406" y="5453"/>
                  </a:cubicBezTo>
                  <a:cubicBezTo>
                    <a:pt x="1525" y="5572"/>
                    <a:pt x="1691" y="5644"/>
                    <a:pt x="1846" y="5644"/>
                  </a:cubicBezTo>
                  <a:lnTo>
                    <a:pt x="1965" y="5644"/>
                  </a:lnTo>
                  <a:cubicBezTo>
                    <a:pt x="2049" y="6180"/>
                    <a:pt x="2287" y="6644"/>
                    <a:pt x="2644" y="7013"/>
                  </a:cubicBezTo>
                  <a:lnTo>
                    <a:pt x="2465" y="7013"/>
                  </a:lnTo>
                  <a:cubicBezTo>
                    <a:pt x="1787" y="7013"/>
                    <a:pt x="1239" y="7561"/>
                    <a:pt x="1239" y="8227"/>
                  </a:cubicBezTo>
                  <a:cubicBezTo>
                    <a:pt x="1239" y="8489"/>
                    <a:pt x="1287" y="8727"/>
                    <a:pt x="1358" y="8942"/>
                  </a:cubicBezTo>
                  <a:lnTo>
                    <a:pt x="882" y="9085"/>
                  </a:lnTo>
                  <a:cubicBezTo>
                    <a:pt x="358" y="9228"/>
                    <a:pt x="1" y="9704"/>
                    <a:pt x="1" y="10240"/>
                  </a:cubicBezTo>
                  <a:lnTo>
                    <a:pt x="1" y="11025"/>
                  </a:lnTo>
                  <a:cubicBezTo>
                    <a:pt x="1" y="11121"/>
                    <a:pt x="84" y="11192"/>
                    <a:pt x="167" y="11192"/>
                  </a:cubicBezTo>
                  <a:cubicBezTo>
                    <a:pt x="263" y="11192"/>
                    <a:pt x="334" y="11121"/>
                    <a:pt x="334" y="11025"/>
                  </a:cubicBezTo>
                  <a:lnTo>
                    <a:pt x="334" y="10240"/>
                  </a:lnTo>
                  <a:cubicBezTo>
                    <a:pt x="334" y="9847"/>
                    <a:pt x="596" y="9489"/>
                    <a:pt x="977" y="9394"/>
                  </a:cubicBezTo>
                  <a:lnTo>
                    <a:pt x="1477" y="9239"/>
                  </a:lnTo>
                  <a:cubicBezTo>
                    <a:pt x="1751" y="9775"/>
                    <a:pt x="2239" y="10192"/>
                    <a:pt x="2822" y="10382"/>
                  </a:cubicBezTo>
                  <a:lnTo>
                    <a:pt x="2822" y="11025"/>
                  </a:lnTo>
                  <a:cubicBezTo>
                    <a:pt x="2822" y="11121"/>
                    <a:pt x="2894" y="11192"/>
                    <a:pt x="2977" y="11192"/>
                  </a:cubicBezTo>
                  <a:cubicBezTo>
                    <a:pt x="3072" y="11192"/>
                    <a:pt x="3144" y="11121"/>
                    <a:pt x="3144" y="11025"/>
                  </a:cubicBezTo>
                  <a:lnTo>
                    <a:pt x="3144" y="10466"/>
                  </a:lnTo>
                  <a:cubicBezTo>
                    <a:pt x="3263" y="10478"/>
                    <a:pt x="3382" y="10490"/>
                    <a:pt x="3501" y="10490"/>
                  </a:cubicBezTo>
                  <a:lnTo>
                    <a:pt x="5263" y="10490"/>
                  </a:lnTo>
                  <a:cubicBezTo>
                    <a:pt x="5382" y="10490"/>
                    <a:pt x="5501" y="10478"/>
                    <a:pt x="5620" y="10466"/>
                  </a:cubicBezTo>
                  <a:lnTo>
                    <a:pt x="5620" y="11025"/>
                  </a:lnTo>
                  <a:cubicBezTo>
                    <a:pt x="5620" y="11121"/>
                    <a:pt x="5692" y="11192"/>
                    <a:pt x="5775" y="11192"/>
                  </a:cubicBezTo>
                  <a:cubicBezTo>
                    <a:pt x="5870" y="11192"/>
                    <a:pt x="5942" y="11121"/>
                    <a:pt x="5942" y="11025"/>
                  </a:cubicBezTo>
                  <a:lnTo>
                    <a:pt x="5942" y="10382"/>
                  </a:lnTo>
                  <a:cubicBezTo>
                    <a:pt x="6525" y="10192"/>
                    <a:pt x="7013" y="9775"/>
                    <a:pt x="7287" y="9239"/>
                  </a:cubicBezTo>
                  <a:lnTo>
                    <a:pt x="7787" y="9394"/>
                  </a:lnTo>
                  <a:cubicBezTo>
                    <a:pt x="8156" y="9489"/>
                    <a:pt x="8430" y="9847"/>
                    <a:pt x="8430" y="10240"/>
                  </a:cubicBezTo>
                  <a:lnTo>
                    <a:pt x="8430" y="11025"/>
                  </a:lnTo>
                  <a:cubicBezTo>
                    <a:pt x="8430" y="11121"/>
                    <a:pt x="8502" y="11192"/>
                    <a:pt x="8585" y="11192"/>
                  </a:cubicBezTo>
                  <a:cubicBezTo>
                    <a:pt x="8680" y="11192"/>
                    <a:pt x="8752" y="11121"/>
                    <a:pt x="8752" y="11025"/>
                  </a:cubicBezTo>
                  <a:lnTo>
                    <a:pt x="8752" y="10240"/>
                  </a:lnTo>
                  <a:cubicBezTo>
                    <a:pt x="8799" y="9704"/>
                    <a:pt x="8442" y="9228"/>
                    <a:pt x="7918" y="9085"/>
                  </a:cubicBezTo>
                  <a:lnTo>
                    <a:pt x="7442" y="8942"/>
                  </a:lnTo>
                  <a:cubicBezTo>
                    <a:pt x="7514" y="8727"/>
                    <a:pt x="7561" y="8489"/>
                    <a:pt x="7561" y="8227"/>
                  </a:cubicBezTo>
                  <a:cubicBezTo>
                    <a:pt x="7561" y="7561"/>
                    <a:pt x="7013" y="7013"/>
                    <a:pt x="6347" y="7013"/>
                  </a:cubicBezTo>
                  <a:lnTo>
                    <a:pt x="6168" y="7013"/>
                  </a:lnTo>
                  <a:cubicBezTo>
                    <a:pt x="6525" y="6644"/>
                    <a:pt x="6763" y="6180"/>
                    <a:pt x="6835" y="5644"/>
                  </a:cubicBezTo>
                  <a:lnTo>
                    <a:pt x="6942" y="5644"/>
                  </a:lnTo>
                  <a:cubicBezTo>
                    <a:pt x="7263" y="5644"/>
                    <a:pt x="7537" y="5406"/>
                    <a:pt x="7561" y="5108"/>
                  </a:cubicBezTo>
                  <a:cubicBezTo>
                    <a:pt x="7573" y="4941"/>
                    <a:pt x="7514" y="4763"/>
                    <a:pt x="7418" y="4644"/>
                  </a:cubicBezTo>
                  <a:cubicBezTo>
                    <a:pt x="7359" y="4584"/>
                    <a:pt x="7299" y="4536"/>
                    <a:pt x="7216" y="4489"/>
                  </a:cubicBezTo>
                  <a:lnTo>
                    <a:pt x="7216" y="4084"/>
                  </a:lnTo>
                  <a:cubicBezTo>
                    <a:pt x="7216" y="2786"/>
                    <a:pt x="6311" y="1643"/>
                    <a:pt x="5049" y="1358"/>
                  </a:cubicBezTo>
                  <a:lnTo>
                    <a:pt x="4644" y="167"/>
                  </a:lnTo>
                  <a:cubicBezTo>
                    <a:pt x="4620" y="60"/>
                    <a:pt x="4513" y="0"/>
                    <a:pt x="44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6"/>
            <p:cNvSpPr/>
            <p:nvPr/>
          </p:nvSpPr>
          <p:spPr>
            <a:xfrm>
              <a:off x="4997700" y="3932319"/>
              <a:ext cx="10201" cy="15872"/>
            </a:xfrm>
            <a:custGeom>
              <a:rect b="b" l="l" r="r" t="t"/>
              <a:pathLst>
                <a:path extrusionOk="0" h="501" w="322">
                  <a:moveTo>
                    <a:pt x="167" y="1"/>
                  </a:moveTo>
                  <a:cubicBezTo>
                    <a:pt x="72" y="1"/>
                    <a:pt x="0" y="72"/>
                    <a:pt x="0" y="156"/>
                  </a:cubicBezTo>
                  <a:lnTo>
                    <a:pt x="0" y="334"/>
                  </a:lnTo>
                  <a:cubicBezTo>
                    <a:pt x="0" y="429"/>
                    <a:pt x="72" y="501"/>
                    <a:pt x="167" y="501"/>
                  </a:cubicBezTo>
                  <a:cubicBezTo>
                    <a:pt x="250" y="501"/>
                    <a:pt x="322" y="429"/>
                    <a:pt x="322" y="334"/>
                  </a:cubicBezTo>
                  <a:lnTo>
                    <a:pt x="322" y="156"/>
                  </a:lnTo>
                  <a:cubicBezTo>
                    <a:pt x="322" y="60"/>
                    <a:pt x="250" y="1"/>
                    <a:pt x="1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6"/>
            <p:cNvSpPr/>
            <p:nvPr/>
          </p:nvSpPr>
          <p:spPr>
            <a:xfrm>
              <a:off x="5064830" y="3932319"/>
              <a:ext cx="10233" cy="15872"/>
            </a:xfrm>
            <a:custGeom>
              <a:rect b="b" l="l" r="r" t="t"/>
              <a:pathLst>
                <a:path extrusionOk="0" h="501" w="323">
                  <a:moveTo>
                    <a:pt x="156" y="1"/>
                  </a:moveTo>
                  <a:cubicBezTo>
                    <a:pt x="72" y="1"/>
                    <a:pt x="1" y="72"/>
                    <a:pt x="1" y="156"/>
                  </a:cubicBezTo>
                  <a:lnTo>
                    <a:pt x="1" y="334"/>
                  </a:lnTo>
                  <a:cubicBezTo>
                    <a:pt x="1" y="429"/>
                    <a:pt x="72" y="501"/>
                    <a:pt x="156" y="501"/>
                  </a:cubicBezTo>
                  <a:cubicBezTo>
                    <a:pt x="251" y="501"/>
                    <a:pt x="322" y="429"/>
                    <a:pt x="322" y="334"/>
                  </a:cubicBezTo>
                  <a:lnTo>
                    <a:pt x="322" y="156"/>
                  </a:lnTo>
                  <a:cubicBezTo>
                    <a:pt x="322" y="60"/>
                    <a:pt x="251" y="1"/>
                    <a:pt x="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6"/>
            <p:cNvSpPr/>
            <p:nvPr/>
          </p:nvSpPr>
          <p:spPr>
            <a:xfrm>
              <a:off x="5013160" y="3970905"/>
              <a:ext cx="46063" cy="16157"/>
            </a:xfrm>
            <a:custGeom>
              <a:rect b="b" l="l" r="r" t="t"/>
              <a:pathLst>
                <a:path extrusionOk="0" h="510" w="1454">
                  <a:moveTo>
                    <a:pt x="188" y="0"/>
                  </a:moveTo>
                  <a:cubicBezTo>
                    <a:pt x="146" y="0"/>
                    <a:pt x="102" y="15"/>
                    <a:pt x="60" y="45"/>
                  </a:cubicBezTo>
                  <a:cubicBezTo>
                    <a:pt x="1" y="104"/>
                    <a:pt x="1" y="212"/>
                    <a:pt x="60" y="283"/>
                  </a:cubicBezTo>
                  <a:cubicBezTo>
                    <a:pt x="215" y="414"/>
                    <a:pt x="453" y="509"/>
                    <a:pt x="703" y="509"/>
                  </a:cubicBezTo>
                  <a:cubicBezTo>
                    <a:pt x="977" y="509"/>
                    <a:pt x="1215" y="414"/>
                    <a:pt x="1346" y="283"/>
                  </a:cubicBezTo>
                  <a:cubicBezTo>
                    <a:pt x="1429" y="223"/>
                    <a:pt x="1453"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6"/>
            <p:cNvSpPr/>
            <p:nvPr/>
          </p:nvSpPr>
          <p:spPr>
            <a:xfrm>
              <a:off x="4991649" y="3915370"/>
              <a:ext cx="28322" cy="16252"/>
            </a:xfrm>
            <a:custGeom>
              <a:rect b="b" l="l" r="r" t="t"/>
              <a:pathLst>
                <a:path extrusionOk="0" h="513" w="894">
                  <a:moveTo>
                    <a:pt x="177" y="0"/>
                  </a:moveTo>
                  <a:cubicBezTo>
                    <a:pt x="109" y="0"/>
                    <a:pt x="52" y="45"/>
                    <a:pt x="25" y="119"/>
                  </a:cubicBezTo>
                  <a:cubicBezTo>
                    <a:pt x="1" y="202"/>
                    <a:pt x="37" y="298"/>
                    <a:pt x="132" y="322"/>
                  </a:cubicBezTo>
                  <a:lnTo>
                    <a:pt x="656" y="500"/>
                  </a:lnTo>
                  <a:cubicBezTo>
                    <a:pt x="668" y="500"/>
                    <a:pt x="680" y="512"/>
                    <a:pt x="703" y="512"/>
                  </a:cubicBezTo>
                  <a:cubicBezTo>
                    <a:pt x="775" y="512"/>
                    <a:pt x="834" y="476"/>
                    <a:pt x="846" y="393"/>
                  </a:cubicBezTo>
                  <a:cubicBezTo>
                    <a:pt x="894" y="310"/>
                    <a:pt x="846" y="202"/>
                    <a:pt x="763" y="191"/>
                  </a:cubicBezTo>
                  <a:lnTo>
                    <a:pt x="239" y="12"/>
                  </a:lnTo>
                  <a:cubicBezTo>
                    <a:pt x="218" y="4"/>
                    <a:pt x="197" y="0"/>
                    <a:pt x="1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6"/>
            <p:cNvSpPr/>
            <p:nvPr/>
          </p:nvSpPr>
          <p:spPr>
            <a:xfrm>
              <a:off x="5052760" y="3915370"/>
              <a:ext cx="28322" cy="16252"/>
            </a:xfrm>
            <a:custGeom>
              <a:rect b="b" l="l" r="r" t="t"/>
              <a:pathLst>
                <a:path extrusionOk="0" h="513" w="894">
                  <a:moveTo>
                    <a:pt x="718" y="0"/>
                  </a:moveTo>
                  <a:cubicBezTo>
                    <a:pt x="698" y="0"/>
                    <a:pt x="677" y="4"/>
                    <a:pt x="656" y="12"/>
                  </a:cubicBezTo>
                  <a:lnTo>
                    <a:pt x="144" y="191"/>
                  </a:lnTo>
                  <a:cubicBezTo>
                    <a:pt x="48" y="214"/>
                    <a:pt x="1" y="310"/>
                    <a:pt x="36" y="393"/>
                  </a:cubicBezTo>
                  <a:cubicBezTo>
                    <a:pt x="60" y="476"/>
                    <a:pt x="120" y="512"/>
                    <a:pt x="179" y="512"/>
                  </a:cubicBezTo>
                  <a:cubicBezTo>
                    <a:pt x="191" y="512"/>
                    <a:pt x="215" y="512"/>
                    <a:pt x="227" y="500"/>
                  </a:cubicBezTo>
                  <a:lnTo>
                    <a:pt x="751" y="322"/>
                  </a:lnTo>
                  <a:cubicBezTo>
                    <a:pt x="858" y="298"/>
                    <a:pt x="894" y="191"/>
                    <a:pt x="870" y="119"/>
                  </a:cubicBezTo>
                  <a:cubicBezTo>
                    <a:pt x="842" y="45"/>
                    <a:pt x="786" y="0"/>
                    <a:pt x="71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 name="Google Shape;246;p46"/>
          <p:cNvGrpSpPr/>
          <p:nvPr/>
        </p:nvGrpSpPr>
        <p:grpSpPr>
          <a:xfrm>
            <a:off x="6081590" y="4854652"/>
            <a:ext cx="211496" cy="280944"/>
            <a:chOff x="8054060" y="3787098"/>
            <a:chExt cx="266334" cy="353834"/>
          </a:xfrm>
        </p:grpSpPr>
        <p:sp>
          <p:nvSpPr>
            <p:cNvPr id="247" name="Google Shape;247;p46"/>
            <p:cNvSpPr/>
            <p:nvPr/>
          </p:nvSpPr>
          <p:spPr>
            <a:xfrm>
              <a:off x="8164972" y="3974675"/>
              <a:ext cx="43782" cy="15396"/>
            </a:xfrm>
            <a:custGeom>
              <a:rect b="b" l="l" r="r" t="t"/>
              <a:pathLst>
                <a:path extrusionOk="0" h="486" w="1382">
                  <a:moveTo>
                    <a:pt x="179" y="0"/>
                  </a:moveTo>
                  <a:cubicBezTo>
                    <a:pt x="140" y="0"/>
                    <a:pt x="101" y="15"/>
                    <a:pt x="72" y="45"/>
                  </a:cubicBezTo>
                  <a:cubicBezTo>
                    <a:pt x="0" y="104"/>
                    <a:pt x="0" y="212"/>
                    <a:pt x="72" y="271"/>
                  </a:cubicBezTo>
                  <a:cubicBezTo>
                    <a:pt x="203" y="402"/>
                    <a:pt x="441" y="485"/>
                    <a:pt x="703" y="485"/>
                  </a:cubicBezTo>
                  <a:cubicBezTo>
                    <a:pt x="965" y="485"/>
                    <a:pt x="1191" y="402"/>
                    <a:pt x="1346" y="271"/>
                  </a:cubicBezTo>
                  <a:cubicBezTo>
                    <a:pt x="1381" y="212"/>
                    <a:pt x="1381" y="104"/>
                    <a:pt x="1322" y="45"/>
                  </a:cubicBezTo>
                  <a:cubicBezTo>
                    <a:pt x="1292" y="15"/>
                    <a:pt x="1250" y="0"/>
                    <a:pt x="1209" y="0"/>
                  </a:cubicBezTo>
                  <a:cubicBezTo>
                    <a:pt x="1167" y="0"/>
                    <a:pt x="1125" y="15"/>
                    <a:pt x="1096" y="45"/>
                  </a:cubicBezTo>
                  <a:cubicBezTo>
                    <a:pt x="1036" y="104"/>
                    <a:pt x="881" y="176"/>
                    <a:pt x="691" y="176"/>
                  </a:cubicBezTo>
                  <a:cubicBezTo>
                    <a:pt x="500" y="176"/>
                    <a:pt x="346" y="104"/>
                    <a:pt x="286" y="45"/>
                  </a:cubicBezTo>
                  <a:cubicBezTo>
                    <a:pt x="256" y="15"/>
                    <a:pt x="218" y="0"/>
                    <a:pt x="1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6"/>
            <p:cNvSpPr/>
            <p:nvPr/>
          </p:nvSpPr>
          <p:spPr>
            <a:xfrm>
              <a:off x="8148371" y="3930450"/>
              <a:ext cx="10201" cy="15872"/>
            </a:xfrm>
            <a:custGeom>
              <a:rect b="b" l="l" r="r" t="t"/>
              <a:pathLst>
                <a:path extrusionOk="0" h="501" w="322">
                  <a:moveTo>
                    <a:pt x="155" y="0"/>
                  </a:moveTo>
                  <a:cubicBezTo>
                    <a:pt x="72" y="0"/>
                    <a:pt x="0" y="72"/>
                    <a:pt x="0" y="155"/>
                  </a:cubicBezTo>
                  <a:lnTo>
                    <a:pt x="0" y="334"/>
                  </a:lnTo>
                  <a:cubicBezTo>
                    <a:pt x="0" y="429"/>
                    <a:pt x="72" y="500"/>
                    <a:pt x="155" y="500"/>
                  </a:cubicBezTo>
                  <a:cubicBezTo>
                    <a:pt x="250" y="500"/>
                    <a:pt x="322" y="429"/>
                    <a:pt x="322" y="334"/>
                  </a:cubicBezTo>
                  <a:lnTo>
                    <a:pt x="322" y="155"/>
                  </a:lnTo>
                  <a:cubicBezTo>
                    <a:pt x="310" y="72"/>
                    <a:pt x="250"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6"/>
            <p:cNvSpPr/>
            <p:nvPr/>
          </p:nvSpPr>
          <p:spPr>
            <a:xfrm>
              <a:off x="8214361" y="3930450"/>
              <a:ext cx="10233" cy="15872"/>
            </a:xfrm>
            <a:custGeom>
              <a:rect b="b" l="l" r="r" t="t"/>
              <a:pathLst>
                <a:path extrusionOk="0" h="501" w="323">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6"/>
            <p:cNvSpPr/>
            <p:nvPr/>
          </p:nvSpPr>
          <p:spPr>
            <a:xfrm>
              <a:off x="8054060" y="3787098"/>
              <a:ext cx="266334" cy="353834"/>
            </a:xfrm>
            <a:custGeom>
              <a:rect b="b" l="l" r="r" t="t"/>
              <a:pathLst>
                <a:path extrusionOk="0" h="11169" w="8407">
                  <a:moveTo>
                    <a:pt x="4537" y="1370"/>
                  </a:moveTo>
                  <a:lnTo>
                    <a:pt x="4537" y="1906"/>
                  </a:lnTo>
                  <a:cubicBezTo>
                    <a:pt x="4537" y="2096"/>
                    <a:pt x="4370" y="2263"/>
                    <a:pt x="4180" y="2263"/>
                  </a:cubicBezTo>
                  <a:cubicBezTo>
                    <a:pt x="3977" y="2263"/>
                    <a:pt x="3823" y="2096"/>
                    <a:pt x="3823" y="1906"/>
                  </a:cubicBezTo>
                  <a:lnTo>
                    <a:pt x="3823" y="1370"/>
                  </a:lnTo>
                  <a:close/>
                  <a:moveTo>
                    <a:pt x="4180" y="322"/>
                  </a:moveTo>
                  <a:lnTo>
                    <a:pt x="6680" y="989"/>
                  </a:lnTo>
                  <a:lnTo>
                    <a:pt x="7633" y="2573"/>
                  </a:lnTo>
                  <a:lnTo>
                    <a:pt x="6966" y="3239"/>
                  </a:lnTo>
                  <a:lnTo>
                    <a:pt x="6966" y="2406"/>
                  </a:lnTo>
                  <a:cubicBezTo>
                    <a:pt x="6966" y="2227"/>
                    <a:pt x="6811" y="2061"/>
                    <a:pt x="6621" y="2061"/>
                  </a:cubicBezTo>
                  <a:lnTo>
                    <a:pt x="6442" y="2061"/>
                  </a:lnTo>
                  <a:cubicBezTo>
                    <a:pt x="6347" y="2061"/>
                    <a:pt x="6275" y="2144"/>
                    <a:pt x="6275" y="2227"/>
                  </a:cubicBezTo>
                  <a:cubicBezTo>
                    <a:pt x="6275" y="2323"/>
                    <a:pt x="6347" y="2394"/>
                    <a:pt x="6442" y="2394"/>
                  </a:cubicBezTo>
                  <a:lnTo>
                    <a:pt x="6621" y="2394"/>
                  </a:lnTo>
                  <a:cubicBezTo>
                    <a:pt x="6621" y="2394"/>
                    <a:pt x="6633" y="2394"/>
                    <a:pt x="6633" y="2406"/>
                  </a:cubicBezTo>
                  <a:lnTo>
                    <a:pt x="6633" y="3120"/>
                  </a:lnTo>
                  <a:lnTo>
                    <a:pt x="1739" y="3120"/>
                  </a:lnTo>
                  <a:lnTo>
                    <a:pt x="1739" y="2406"/>
                  </a:lnTo>
                  <a:cubicBezTo>
                    <a:pt x="1739" y="2406"/>
                    <a:pt x="1739" y="2394"/>
                    <a:pt x="1751" y="2394"/>
                  </a:cubicBezTo>
                  <a:lnTo>
                    <a:pt x="3727" y="2394"/>
                  </a:lnTo>
                  <a:cubicBezTo>
                    <a:pt x="3847" y="2501"/>
                    <a:pt x="4013" y="2573"/>
                    <a:pt x="4192" y="2573"/>
                  </a:cubicBezTo>
                  <a:cubicBezTo>
                    <a:pt x="4370" y="2573"/>
                    <a:pt x="4513" y="2513"/>
                    <a:pt x="4656" y="2394"/>
                  </a:cubicBezTo>
                  <a:lnTo>
                    <a:pt x="5763" y="2394"/>
                  </a:lnTo>
                  <a:cubicBezTo>
                    <a:pt x="5859" y="2394"/>
                    <a:pt x="5930" y="2323"/>
                    <a:pt x="5930" y="2227"/>
                  </a:cubicBezTo>
                  <a:cubicBezTo>
                    <a:pt x="5930" y="2144"/>
                    <a:pt x="5859" y="2061"/>
                    <a:pt x="5763" y="2061"/>
                  </a:cubicBezTo>
                  <a:lnTo>
                    <a:pt x="4859" y="2061"/>
                  </a:lnTo>
                  <a:cubicBezTo>
                    <a:pt x="4870" y="2001"/>
                    <a:pt x="4894" y="1942"/>
                    <a:pt x="4894" y="1882"/>
                  </a:cubicBezTo>
                  <a:lnTo>
                    <a:pt x="4894" y="1180"/>
                  </a:lnTo>
                  <a:cubicBezTo>
                    <a:pt x="4894" y="1096"/>
                    <a:pt x="4811" y="1025"/>
                    <a:pt x="4728" y="1025"/>
                  </a:cubicBezTo>
                  <a:lnTo>
                    <a:pt x="3692" y="1025"/>
                  </a:lnTo>
                  <a:cubicBezTo>
                    <a:pt x="3596" y="1025"/>
                    <a:pt x="3525" y="1096"/>
                    <a:pt x="3525" y="1180"/>
                  </a:cubicBezTo>
                  <a:lnTo>
                    <a:pt x="3525" y="1882"/>
                  </a:lnTo>
                  <a:cubicBezTo>
                    <a:pt x="3525" y="1942"/>
                    <a:pt x="3537" y="2001"/>
                    <a:pt x="3549" y="2061"/>
                  </a:cubicBezTo>
                  <a:lnTo>
                    <a:pt x="1763" y="2061"/>
                  </a:lnTo>
                  <a:cubicBezTo>
                    <a:pt x="1584" y="2061"/>
                    <a:pt x="1430" y="2215"/>
                    <a:pt x="1430" y="2406"/>
                  </a:cubicBezTo>
                  <a:lnTo>
                    <a:pt x="1430" y="3239"/>
                  </a:lnTo>
                  <a:lnTo>
                    <a:pt x="727" y="2573"/>
                  </a:lnTo>
                  <a:lnTo>
                    <a:pt x="1680" y="989"/>
                  </a:lnTo>
                  <a:lnTo>
                    <a:pt x="4180" y="322"/>
                  </a:lnTo>
                  <a:close/>
                  <a:moveTo>
                    <a:pt x="6549" y="3454"/>
                  </a:moveTo>
                  <a:cubicBezTo>
                    <a:pt x="6430" y="3573"/>
                    <a:pt x="6180" y="3668"/>
                    <a:pt x="5978" y="3751"/>
                  </a:cubicBezTo>
                  <a:cubicBezTo>
                    <a:pt x="5501" y="3906"/>
                    <a:pt x="4859" y="4001"/>
                    <a:pt x="4180" y="4001"/>
                  </a:cubicBezTo>
                  <a:cubicBezTo>
                    <a:pt x="3489" y="4001"/>
                    <a:pt x="2858" y="3906"/>
                    <a:pt x="2382" y="3751"/>
                  </a:cubicBezTo>
                  <a:cubicBezTo>
                    <a:pt x="2168" y="3692"/>
                    <a:pt x="1930" y="3573"/>
                    <a:pt x="1811" y="3454"/>
                  </a:cubicBezTo>
                  <a:close/>
                  <a:moveTo>
                    <a:pt x="1739" y="3787"/>
                  </a:moveTo>
                  <a:cubicBezTo>
                    <a:pt x="1822" y="3870"/>
                    <a:pt x="1942" y="3942"/>
                    <a:pt x="2096" y="4001"/>
                  </a:cubicBezTo>
                  <a:lnTo>
                    <a:pt x="2096" y="4168"/>
                  </a:lnTo>
                  <a:cubicBezTo>
                    <a:pt x="2096" y="4263"/>
                    <a:pt x="2001" y="4347"/>
                    <a:pt x="1918" y="4347"/>
                  </a:cubicBezTo>
                  <a:lnTo>
                    <a:pt x="1739" y="4347"/>
                  </a:lnTo>
                  <a:lnTo>
                    <a:pt x="1739" y="3787"/>
                  </a:lnTo>
                  <a:close/>
                  <a:moveTo>
                    <a:pt x="6621" y="3811"/>
                  </a:moveTo>
                  <a:lnTo>
                    <a:pt x="6621" y="4359"/>
                  </a:lnTo>
                  <a:lnTo>
                    <a:pt x="6442" y="4359"/>
                  </a:lnTo>
                  <a:cubicBezTo>
                    <a:pt x="6394" y="4359"/>
                    <a:pt x="6347" y="4347"/>
                    <a:pt x="6299" y="4299"/>
                  </a:cubicBezTo>
                  <a:cubicBezTo>
                    <a:pt x="6275" y="4263"/>
                    <a:pt x="6240" y="4228"/>
                    <a:pt x="6240" y="4168"/>
                  </a:cubicBezTo>
                  <a:lnTo>
                    <a:pt x="6240" y="4001"/>
                  </a:lnTo>
                  <a:lnTo>
                    <a:pt x="6252" y="4001"/>
                  </a:lnTo>
                  <a:cubicBezTo>
                    <a:pt x="6394" y="3942"/>
                    <a:pt x="6525" y="3870"/>
                    <a:pt x="6621" y="3811"/>
                  </a:cubicBezTo>
                  <a:close/>
                  <a:moveTo>
                    <a:pt x="5930" y="4120"/>
                  </a:moveTo>
                  <a:lnTo>
                    <a:pt x="5930" y="4180"/>
                  </a:lnTo>
                  <a:cubicBezTo>
                    <a:pt x="5930" y="4311"/>
                    <a:pt x="5990" y="4442"/>
                    <a:pt x="6085" y="4537"/>
                  </a:cubicBezTo>
                  <a:cubicBezTo>
                    <a:pt x="6168" y="4621"/>
                    <a:pt x="6311" y="4680"/>
                    <a:pt x="6442" y="4680"/>
                  </a:cubicBezTo>
                  <a:lnTo>
                    <a:pt x="6704" y="4680"/>
                  </a:lnTo>
                  <a:cubicBezTo>
                    <a:pt x="6859" y="4680"/>
                    <a:pt x="6978" y="4799"/>
                    <a:pt x="6978" y="4954"/>
                  </a:cubicBezTo>
                  <a:cubicBezTo>
                    <a:pt x="6978" y="5097"/>
                    <a:pt x="6859" y="5216"/>
                    <a:pt x="6704" y="5216"/>
                  </a:cubicBezTo>
                  <a:lnTo>
                    <a:pt x="6609" y="5216"/>
                  </a:lnTo>
                  <a:lnTo>
                    <a:pt x="6609" y="5204"/>
                  </a:lnTo>
                  <a:cubicBezTo>
                    <a:pt x="6609" y="5109"/>
                    <a:pt x="6525" y="5037"/>
                    <a:pt x="6442" y="5037"/>
                  </a:cubicBezTo>
                  <a:cubicBezTo>
                    <a:pt x="6347" y="5037"/>
                    <a:pt x="6275" y="5109"/>
                    <a:pt x="6275" y="5204"/>
                  </a:cubicBezTo>
                  <a:cubicBezTo>
                    <a:pt x="6275" y="6359"/>
                    <a:pt x="5335" y="7299"/>
                    <a:pt x="4180" y="7299"/>
                  </a:cubicBezTo>
                  <a:cubicBezTo>
                    <a:pt x="3013" y="7299"/>
                    <a:pt x="2084" y="6371"/>
                    <a:pt x="2084" y="5204"/>
                  </a:cubicBezTo>
                  <a:cubicBezTo>
                    <a:pt x="2084" y="5109"/>
                    <a:pt x="2001" y="5037"/>
                    <a:pt x="1918" y="5037"/>
                  </a:cubicBezTo>
                  <a:cubicBezTo>
                    <a:pt x="1822" y="5037"/>
                    <a:pt x="1751" y="5109"/>
                    <a:pt x="1751" y="5204"/>
                  </a:cubicBezTo>
                  <a:lnTo>
                    <a:pt x="1751" y="5216"/>
                  </a:lnTo>
                  <a:lnTo>
                    <a:pt x="1644" y="5216"/>
                  </a:lnTo>
                  <a:cubicBezTo>
                    <a:pt x="1501" y="5216"/>
                    <a:pt x="1382" y="5097"/>
                    <a:pt x="1382" y="4954"/>
                  </a:cubicBezTo>
                  <a:cubicBezTo>
                    <a:pt x="1382" y="4799"/>
                    <a:pt x="1501" y="4680"/>
                    <a:pt x="1644" y="4680"/>
                  </a:cubicBezTo>
                  <a:lnTo>
                    <a:pt x="1918" y="4680"/>
                  </a:lnTo>
                  <a:cubicBezTo>
                    <a:pt x="2203" y="4680"/>
                    <a:pt x="2418" y="4466"/>
                    <a:pt x="2418" y="4180"/>
                  </a:cubicBezTo>
                  <a:lnTo>
                    <a:pt x="2418" y="4120"/>
                  </a:lnTo>
                  <a:cubicBezTo>
                    <a:pt x="2918" y="4251"/>
                    <a:pt x="3525" y="4347"/>
                    <a:pt x="4180" y="4347"/>
                  </a:cubicBezTo>
                  <a:cubicBezTo>
                    <a:pt x="4835" y="4347"/>
                    <a:pt x="5442" y="4263"/>
                    <a:pt x="5930" y="4120"/>
                  </a:cubicBezTo>
                  <a:close/>
                  <a:moveTo>
                    <a:pt x="1751" y="5549"/>
                  </a:moveTo>
                  <a:cubicBezTo>
                    <a:pt x="1858" y="6299"/>
                    <a:pt x="2311" y="6942"/>
                    <a:pt x="2942" y="7311"/>
                  </a:cubicBezTo>
                  <a:lnTo>
                    <a:pt x="2942" y="7728"/>
                  </a:lnTo>
                  <a:cubicBezTo>
                    <a:pt x="2858" y="7728"/>
                    <a:pt x="2763" y="7764"/>
                    <a:pt x="2692" y="7835"/>
                  </a:cubicBezTo>
                  <a:lnTo>
                    <a:pt x="2323" y="8228"/>
                  </a:lnTo>
                  <a:cubicBezTo>
                    <a:pt x="2299" y="8240"/>
                    <a:pt x="2287" y="8264"/>
                    <a:pt x="2275" y="8300"/>
                  </a:cubicBezTo>
                  <a:lnTo>
                    <a:pt x="1025" y="8752"/>
                  </a:lnTo>
                  <a:lnTo>
                    <a:pt x="1025" y="8347"/>
                  </a:lnTo>
                  <a:cubicBezTo>
                    <a:pt x="1025" y="7514"/>
                    <a:pt x="1215" y="7049"/>
                    <a:pt x="1406" y="6597"/>
                  </a:cubicBezTo>
                  <a:cubicBezTo>
                    <a:pt x="1549" y="6276"/>
                    <a:pt x="1680" y="5966"/>
                    <a:pt x="1703" y="5549"/>
                  </a:cubicBezTo>
                  <a:close/>
                  <a:moveTo>
                    <a:pt x="5061" y="7466"/>
                  </a:moveTo>
                  <a:lnTo>
                    <a:pt x="5061" y="7930"/>
                  </a:lnTo>
                  <a:lnTo>
                    <a:pt x="4180" y="8812"/>
                  </a:lnTo>
                  <a:lnTo>
                    <a:pt x="3299" y="7930"/>
                  </a:lnTo>
                  <a:lnTo>
                    <a:pt x="3299" y="7466"/>
                  </a:lnTo>
                  <a:cubicBezTo>
                    <a:pt x="3561" y="7573"/>
                    <a:pt x="3858" y="7633"/>
                    <a:pt x="4180" y="7633"/>
                  </a:cubicBezTo>
                  <a:cubicBezTo>
                    <a:pt x="4489" y="7633"/>
                    <a:pt x="4787" y="7573"/>
                    <a:pt x="5061" y="7466"/>
                  </a:cubicBezTo>
                  <a:close/>
                  <a:moveTo>
                    <a:pt x="2977" y="8061"/>
                  </a:moveTo>
                  <a:lnTo>
                    <a:pt x="3942" y="9026"/>
                  </a:lnTo>
                  <a:lnTo>
                    <a:pt x="3192" y="9645"/>
                  </a:lnTo>
                  <a:lnTo>
                    <a:pt x="3180" y="9645"/>
                  </a:lnTo>
                  <a:lnTo>
                    <a:pt x="2632" y="8395"/>
                  </a:lnTo>
                  <a:lnTo>
                    <a:pt x="2954" y="8061"/>
                  </a:lnTo>
                  <a:close/>
                  <a:moveTo>
                    <a:pt x="4180" y="9252"/>
                  </a:moveTo>
                  <a:lnTo>
                    <a:pt x="4501" y="9538"/>
                  </a:lnTo>
                  <a:lnTo>
                    <a:pt x="4442" y="9728"/>
                  </a:lnTo>
                  <a:cubicBezTo>
                    <a:pt x="4418" y="9800"/>
                    <a:pt x="4358" y="9859"/>
                    <a:pt x="4263" y="9859"/>
                  </a:cubicBezTo>
                  <a:lnTo>
                    <a:pt x="4073" y="9859"/>
                  </a:lnTo>
                  <a:cubicBezTo>
                    <a:pt x="4001" y="9859"/>
                    <a:pt x="3930" y="9824"/>
                    <a:pt x="3894" y="9728"/>
                  </a:cubicBezTo>
                  <a:lnTo>
                    <a:pt x="3835" y="9538"/>
                  </a:lnTo>
                  <a:lnTo>
                    <a:pt x="4180" y="9252"/>
                  </a:lnTo>
                  <a:close/>
                  <a:moveTo>
                    <a:pt x="4132" y="1"/>
                  </a:moveTo>
                  <a:lnTo>
                    <a:pt x="1513" y="691"/>
                  </a:lnTo>
                  <a:cubicBezTo>
                    <a:pt x="1465" y="715"/>
                    <a:pt x="1441" y="739"/>
                    <a:pt x="1406" y="775"/>
                  </a:cubicBezTo>
                  <a:lnTo>
                    <a:pt x="370" y="2513"/>
                  </a:lnTo>
                  <a:cubicBezTo>
                    <a:pt x="322" y="2573"/>
                    <a:pt x="334" y="2656"/>
                    <a:pt x="394" y="2704"/>
                  </a:cubicBezTo>
                  <a:lnTo>
                    <a:pt x="1394" y="3704"/>
                  </a:lnTo>
                  <a:lnTo>
                    <a:pt x="1394" y="4406"/>
                  </a:lnTo>
                  <a:cubicBezTo>
                    <a:pt x="1191" y="4490"/>
                    <a:pt x="1049" y="4704"/>
                    <a:pt x="1049" y="4954"/>
                  </a:cubicBezTo>
                  <a:cubicBezTo>
                    <a:pt x="1049" y="5192"/>
                    <a:pt x="1203" y="5394"/>
                    <a:pt x="1394" y="5490"/>
                  </a:cubicBezTo>
                  <a:cubicBezTo>
                    <a:pt x="1382" y="5871"/>
                    <a:pt x="1263" y="6156"/>
                    <a:pt x="1108" y="6490"/>
                  </a:cubicBezTo>
                  <a:cubicBezTo>
                    <a:pt x="918" y="6930"/>
                    <a:pt x="691" y="7454"/>
                    <a:pt x="691" y="8347"/>
                  </a:cubicBezTo>
                  <a:lnTo>
                    <a:pt x="691" y="8871"/>
                  </a:lnTo>
                  <a:cubicBezTo>
                    <a:pt x="275" y="9062"/>
                    <a:pt x="1" y="9490"/>
                    <a:pt x="1" y="9966"/>
                  </a:cubicBezTo>
                  <a:lnTo>
                    <a:pt x="1" y="10967"/>
                  </a:lnTo>
                  <a:cubicBezTo>
                    <a:pt x="1" y="11050"/>
                    <a:pt x="72" y="11133"/>
                    <a:pt x="156" y="11133"/>
                  </a:cubicBezTo>
                  <a:cubicBezTo>
                    <a:pt x="251" y="11133"/>
                    <a:pt x="322" y="11050"/>
                    <a:pt x="322" y="10967"/>
                  </a:cubicBezTo>
                  <a:lnTo>
                    <a:pt x="322" y="9966"/>
                  </a:lnTo>
                  <a:cubicBezTo>
                    <a:pt x="322" y="9859"/>
                    <a:pt x="334" y="9764"/>
                    <a:pt x="382" y="9657"/>
                  </a:cubicBezTo>
                  <a:lnTo>
                    <a:pt x="1203" y="10359"/>
                  </a:lnTo>
                  <a:cubicBezTo>
                    <a:pt x="1322" y="10455"/>
                    <a:pt x="1394" y="10609"/>
                    <a:pt x="1394" y="10752"/>
                  </a:cubicBezTo>
                  <a:lnTo>
                    <a:pt x="1394" y="10967"/>
                  </a:lnTo>
                  <a:cubicBezTo>
                    <a:pt x="1394" y="11050"/>
                    <a:pt x="1465" y="11133"/>
                    <a:pt x="1561" y="11133"/>
                  </a:cubicBezTo>
                  <a:cubicBezTo>
                    <a:pt x="1644" y="11133"/>
                    <a:pt x="1715" y="11050"/>
                    <a:pt x="1715" y="10967"/>
                  </a:cubicBezTo>
                  <a:lnTo>
                    <a:pt x="1715" y="10752"/>
                  </a:lnTo>
                  <a:cubicBezTo>
                    <a:pt x="1715" y="10502"/>
                    <a:pt x="1620" y="10264"/>
                    <a:pt x="1418" y="10097"/>
                  </a:cubicBezTo>
                  <a:lnTo>
                    <a:pt x="560" y="9359"/>
                  </a:lnTo>
                  <a:cubicBezTo>
                    <a:pt x="644" y="9252"/>
                    <a:pt x="787" y="9169"/>
                    <a:pt x="918" y="9121"/>
                  </a:cubicBezTo>
                  <a:lnTo>
                    <a:pt x="2382" y="8609"/>
                  </a:lnTo>
                  <a:lnTo>
                    <a:pt x="2894" y="9776"/>
                  </a:lnTo>
                  <a:cubicBezTo>
                    <a:pt x="2942" y="9883"/>
                    <a:pt x="3037" y="9943"/>
                    <a:pt x="3132" y="9966"/>
                  </a:cubicBezTo>
                  <a:cubicBezTo>
                    <a:pt x="3168" y="9966"/>
                    <a:pt x="3180" y="9978"/>
                    <a:pt x="3204" y="9978"/>
                  </a:cubicBezTo>
                  <a:cubicBezTo>
                    <a:pt x="3287" y="9978"/>
                    <a:pt x="3358" y="9955"/>
                    <a:pt x="3418" y="9907"/>
                  </a:cubicBezTo>
                  <a:lnTo>
                    <a:pt x="3585" y="9776"/>
                  </a:lnTo>
                  <a:lnTo>
                    <a:pt x="3608" y="9847"/>
                  </a:lnTo>
                  <a:cubicBezTo>
                    <a:pt x="3644" y="9943"/>
                    <a:pt x="3692" y="10014"/>
                    <a:pt x="3763" y="10074"/>
                  </a:cubicBezTo>
                  <a:lnTo>
                    <a:pt x="3608" y="10967"/>
                  </a:lnTo>
                  <a:cubicBezTo>
                    <a:pt x="3596" y="11050"/>
                    <a:pt x="3656" y="11145"/>
                    <a:pt x="3751" y="11157"/>
                  </a:cubicBezTo>
                  <a:lnTo>
                    <a:pt x="3775" y="11157"/>
                  </a:lnTo>
                  <a:cubicBezTo>
                    <a:pt x="3847" y="11157"/>
                    <a:pt x="3930" y="11098"/>
                    <a:pt x="3942" y="11026"/>
                  </a:cubicBezTo>
                  <a:lnTo>
                    <a:pt x="4073" y="10216"/>
                  </a:lnTo>
                  <a:lnTo>
                    <a:pt x="4323" y="10216"/>
                  </a:lnTo>
                  <a:lnTo>
                    <a:pt x="4466" y="11026"/>
                  </a:lnTo>
                  <a:cubicBezTo>
                    <a:pt x="4478" y="11098"/>
                    <a:pt x="4549" y="11157"/>
                    <a:pt x="4620" y="11157"/>
                  </a:cubicBezTo>
                  <a:lnTo>
                    <a:pt x="4656" y="11157"/>
                  </a:lnTo>
                  <a:cubicBezTo>
                    <a:pt x="4739" y="11145"/>
                    <a:pt x="4799" y="11050"/>
                    <a:pt x="4787" y="10967"/>
                  </a:cubicBezTo>
                  <a:lnTo>
                    <a:pt x="4644" y="10086"/>
                  </a:lnTo>
                  <a:cubicBezTo>
                    <a:pt x="4704" y="10026"/>
                    <a:pt x="4763" y="9955"/>
                    <a:pt x="4787" y="9859"/>
                  </a:cubicBezTo>
                  <a:lnTo>
                    <a:pt x="4823" y="9788"/>
                  </a:lnTo>
                  <a:lnTo>
                    <a:pt x="4978" y="9919"/>
                  </a:lnTo>
                  <a:cubicBezTo>
                    <a:pt x="5037" y="9966"/>
                    <a:pt x="5120" y="10002"/>
                    <a:pt x="5192" y="10002"/>
                  </a:cubicBezTo>
                  <a:cubicBezTo>
                    <a:pt x="5216" y="10002"/>
                    <a:pt x="5240" y="10002"/>
                    <a:pt x="5263" y="9978"/>
                  </a:cubicBezTo>
                  <a:cubicBezTo>
                    <a:pt x="5371" y="9955"/>
                    <a:pt x="5454" y="9895"/>
                    <a:pt x="5501" y="9788"/>
                  </a:cubicBezTo>
                  <a:lnTo>
                    <a:pt x="5752" y="9240"/>
                  </a:lnTo>
                  <a:cubicBezTo>
                    <a:pt x="5787" y="9145"/>
                    <a:pt x="5752" y="9062"/>
                    <a:pt x="5668" y="9026"/>
                  </a:cubicBezTo>
                  <a:cubicBezTo>
                    <a:pt x="5646" y="9020"/>
                    <a:pt x="5624" y="9017"/>
                    <a:pt x="5603" y="9017"/>
                  </a:cubicBezTo>
                  <a:cubicBezTo>
                    <a:pt x="5536" y="9017"/>
                    <a:pt x="5481" y="9048"/>
                    <a:pt x="5454" y="9121"/>
                  </a:cubicBezTo>
                  <a:lnTo>
                    <a:pt x="5204" y="9669"/>
                  </a:lnTo>
                  <a:lnTo>
                    <a:pt x="5180" y="9669"/>
                  </a:lnTo>
                  <a:lnTo>
                    <a:pt x="4442" y="9062"/>
                  </a:lnTo>
                  <a:lnTo>
                    <a:pt x="5418" y="8097"/>
                  </a:lnTo>
                  <a:lnTo>
                    <a:pt x="5430" y="8097"/>
                  </a:lnTo>
                  <a:lnTo>
                    <a:pt x="5752" y="8419"/>
                  </a:lnTo>
                  <a:lnTo>
                    <a:pt x="5728" y="8490"/>
                  </a:lnTo>
                  <a:cubicBezTo>
                    <a:pt x="5692" y="8585"/>
                    <a:pt x="5728" y="8669"/>
                    <a:pt x="5811" y="8704"/>
                  </a:cubicBezTo>
                  <a:cubicBezTo>
                    <a:pt x="5833" y="8711"/>
                    <a:pt x="5854" y="8714"/>
                    <a:pt x="5875" y="8714"/>
                  </a:cubicBezTo>
                  <a:cubicBezTo>
                    <a:pt x="5935" y="8714"/>
                    <a:pt x="5990" y="8689"/>
                    <a:pt x="6025" y="8645"/>
                  </a:cubicBezTo>
                  <a:lnTo>
                    <a:pt x="7478" y="9169"/>
                  </a:lnTo>
                  <a:cubicBezTo>
                    <a:pt x="7621" y="9204"/>
                    <a:pt x="7752" y="9300"/>
                    <a:pt x="7835" y="9407"/>
                  </a:cubicBezTo>
                  <a:lnTo>
                    <a:pt x="6978" y="10145"/>
                  </a:lnTo>
                  <a:cubicBezTo>
                    <a:pt x="6787" y="10312"/>
                    <a:pt x="6680" y="10550"/>
                    <a:pt x="6680" y="10800"/>
                  </a:cubicBezTo>
                  <a:lnTo>
                    <a:pt x="6680" y="11014"/>
                  </a:lnTo>
                  <a:cubicBezTo>
                    <a:pt x="6680" y="11098"/>
                    <a:pt x="6752" y="11169"/>
                    <a:pt x="6847" y="11169"/>
                  </a:cubicBezTo>
                  <a:cubicBezTo>
                    <a:pt x="6930" y="11169"/>
                    <a:pt x="7002" y="11098"/>
                    <a:pt x="7002" y="11014"/>
                  </a:cubicBezTo>
                  <a:lnTo>
                    <a:pt x="7002" y="10800"/>
                  </a:lnTo>
                  <a:cubicBezTo>
                    <a:pt x="7002" y="10657"/>
                    <a:pt x="7085" y="10502"/>
                    <a:pt x="7204" y="10395"/>
                  </a:cubicBezTo>
                  <a:lnTo>
                    <a:pt x="8014" y="9705"/>
                  </a:lnTo>
                  <a:cubicBezTo>
                    <a:pt x="8049" y="9800"/>
                    <a:pt x="8073" y="9907"/>
                    <a:pt x="8073" y="10014"/>
                  </a:cubicBezTo>
                  <a:lnTo>
                    <a:pt x="8073" y="11014"/>
                  </a:lnTo>
                  <a:cubicBezTo>
                    <a:pt x="8073" y="11098"/>
                    <a:pt x="8157" y="11169"/>
                    <a:pt x="8240" y="11169"/>
                  </a:cubicBezTo>
                  <a:cubicBezTo>
                    <a:pt x="8335" y="11169"/>
                    <a:pt x="8407" y="11098"/>
                    <a:pt x="8407" y="11014"/>
                  </a:cubicBezTo>
                  <a:lnTo>
                    <a:pt x="8407" y="10014"/>
                  </a:lnTo>
                  <a:cubicBezTo>
                    <a:pt x="8347" y="9443"/>
                    <a:pt x="8014" y="8990"/>
                    <a:pt x="7537" y="8823"/>
                  </a:cubicBezTo>
                  <a:lnTo>
                    <a:pt x="6085" y="8300"/>
                  </a:lnTo>
                  <a:cubicBezTo>
                    <a:pt x="6073" y="8264"/>
                    <a:pt x="6073" y="8252"/>
                    <a:pt x="6037" y="8228"/>
                  </a:cubicBezTo>
                  <a:lnTo>
                    <a:pt x="5632" y="7823"/>
                  </a:lnTo>
                  <a:cubicBezTo>
                    <a:pt x="5561" y="7752"/>
                    <a:pt x="5478" y="7716"/>
                    <a:pt x="5382" y="7716"/>
                  </a:cubicBezTo>
                  <a:lnTo>
                    <a:pt x="5382" y="7299"/>
                  </a:lnTo>
                  <a:cubicBezTo>
                    <a:pt x="6025" y="6930"/>
                    <a:pt x="6466" y="6287"/>
                    <a:pt x="6573" y="5537"/>
                  </a:cubicBezTo>
                  <a:lnTo>
                    <a:pt x="6692" y="5537"/>
                  </a:lnTo>
                  <a:cubicBezTo>
                    <a:pt x="7025" y="5537"/>
                    <a:pt x="7287" y="5263"/>
                    <a:pt x="7287" y="4942"/>
                  </a:cubicBezTo>
                  <a:cubicBezTo>
                    <a:pt x="7287" y="4692"/>
                    <a:pt x="7145" y="4490"/>
                    <a:pt x="6942" y="4382"/>
                  </a:cubicBezTo>
                  <a:lnTo>
                    <a:pt x="6942" y="3680"/>
                  </a:lnTo>
                  <a:lnTo>
                    <a:pt x="7942" y="2692"/>
                  </a:lnTo>
                  <a:cubicBezTo>
                    <a:pt x="8002" y="2632"/>
                    <a:pt x="8002" y="2549"/>
                    <a:pt x="7978" y="2489"/>
                  </a:cubicBezTo>
                  <a:lnTo>
                    <a:pt x="6930" y="751"/>
                  </a:lnTo>
                  <a:cubicBezTo>
                    <a:pt x="6918" y="727"/>
                    <a:pt x="6871" y="691"/>
                    <a:pt x="6823" y="680"/>
                  </a:cubicBezTo>
                  <a:lnTo>
                    <a:pt x="422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 name="Google Shape;251;p46"/>
          <p:cNvGrpSpPr/>
          <p:nvPr/>
        </p:nvGrpSpPr>
        <p:grpSpPr>
          <a:xfrm>
            <a:off x="2210001" y="4848354"/>
            <a:ext cx="219162" cy="293563"/>
            <a:chOff x="6702211" y="3782599"/>
            <a:chExt cx="270104" cy="361754"/>
          </a:xfrm>
        </p:grpSpPr>
        <p:sp>
          <p:nvSpPr>
            <p:cNvPr id="252" name="Google Shape;252;p46"/>
            <p:cNvSpPr/>
            <p:nvPr/>
          </p:nvSpPr>
          <p:spPr>
            <a:xfrm>
              <a:off x="6798011" y="3907070"/>
              <a:ext cx="10233" cy="16252"/>
            </a:xfrm>
            <a:custGeom>
              <a:rect b="b" l="l" r="r" t="t"/>
              <a:pathLst>
                <a:path extrusionOk="0" h="513" w="323">
                  <a:moveTo>
                    <a:pt x="156" y="0"/>
                  </a:moveTo>
                  <a:cubicBezTo>
                    <a:pt x="72" y="0"/>
                    <a:pt x="1" y="83"/>
                    <a:pt x="1" y="167"/>
                  </a:cubicBezTo>
                  <a:lnTo>
                    <a:pt x="1" y="345"/>
                  </a:lnTo>
                  <a:cubicBezTo>
                    <a:pt x="1" y="441"/>
                    <a:pt x="72" y="512"/>
                    <a:pt x="156" y="512"/>
                  </a:cubicBezTo>
                  <a:cubicBezTo>
                    <a:pt x="251" y="512"/>
                    <a:pt x="322" y="441"/>
                    <a:pt x="322" y="345"/>
                  </a:cubicBezTo>
                  <a:lnTo>
                    <a:pt x="322" y="167"/>
                  </a:lnTo>
                  <a:cubicBezTo>
                    <a:pt x="322" y="83"/>
                    <a:pt x="251"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6"/>
            <p:cNvSpPr/>
            <p:nvPr/>
          </p:nvSpPr>
          <p:spPr>
            <a:xfrm>
              <a:off x="6865933" y="3907070"/>
              <a:ext cx="10201" cy="16252"/>
            </a:xfrm>
            <a:custGeom>
              <a:rect b="b" l="l" r="r" t="t"/>
              <a:pathLst>
                <a:path extrusionOk="0" h="513" w="322">
                  <a:moveTo>
                    <a:pt x="155" y="0"/>
                  </a:moveTo>
                  <a:cubicBezTo>
                    <a:pt x="72" y="0"/>
                    <a:pt x="0" y="83"/>
                    <a:pt x="0" y="167"/>
                  </a:cubicBezTo>
                  <a:lnTo>
                    <a:pt x="0" y="345"/>
                  </a:lnTo>
                  <a:cubicBezTo>
                    <a:pt x="0" y="441"/>
                    <a:pt x="72" y="512"/>
                    <a:pt x="155" y="512"/>
                  </a:cubicBezTo>
                  <a:cubicBezTo>
                    <a:pt x="250" y="512"/>
                    <a:pt x="322" y="441"/>
                    <a:pt x="322" y="345"/>
                  </a:cubicBezTo>
                  <a:lnTo>
                    <a:pt x="322" y="167"/>
                  </a:lnTo>
                  <a:cubicBezTo>
                    <a:pt x="322" y="83"/>
                    <a:pt x="250"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6"/>
            <p:cNvSpPr/>
            <p:nvPr/>
          </p:nvSpPr>
          <p:spPr>
            <a:xfrm>
              <a:off x="6814231" y="3946765"/>
              <a:ext cx="45302" cy="16157"/>
            </a:xfrm>
            <a:custGeom>
              <a:rect b="b" l="l" r="r" t="t"/>
              <a:pathLst>
                <a:path extrusionOk="0" h="510" w="1430">
                  <a:moveTo>
                    <a:pt x="180" y="0"/>
                  </a:moveTo>
                  <a:cubicBezTo>
                    <a:pt x="135" y="0"/>
                    <a:pt x="90" y="15"/>
                    <a:pt x="60" y="45"/>
                  </a:cubicBezTo>
                  <a:cubicBezTo>
                    <a:pt x="1" y="104"/>
                    <a:pt x="1" y="223"/>
                    <a:pt x="60" y="283"/>
                  </a:cubicBezTo>
                  <a:cubicBezTo>
                    <a:pt x="215" y="438"/>
                    <a:pt x="453" y="509"/>
                    <a:pt x="715" y="509"/>
                  </a:cubicBezTo>
                  <a:cubicBezTo>
                    <a:pt x="989" y="509"/>
                    <a:pt x="1227" y="414"/>
                    <a:pt x="1370" y="283"/>
                  </a:cubicBezTo>
                  <a:cubicBezTo>
                    <a:pt x="1430" y="212"/>
                    <a:pt x="1430" y="104"/>
                    <a:pt x="1370" y="45"/>
                  </a:cubicBezTo>
                  <a:cubicBezTo>
                    <a:pt x="1340" y="15"/>
                    <a:pt x="1302" y="0"/>
                    <a:pt x="1260" y="0"/>
                  </a:cubicBezTo>
                  <a:cubicBezTo>
                    <a:pt x="1218" y="0"/>
                    <a:pt x="1174" y="15"/>
                    <a:pt x="1132" y="45"/>
                  </a:cubicBezTo>
                  <a:cubicBezTo>
                    <a:pt x="1073" y="104"/>
                    <a:pt x="930" y="176"/>
                    <a:pt x="715" y="176"/>
                  </a:cubicBezTo>
                  <a:cubicBezTo>
                    <a:pt x="513" y="176"/>
                    <a:pt x="358" y="104"/>
                    <a:pt x="299" y="45"/>
                  </a:cubicBezTo>
                  <a:cubicBezTo>
                    <a:pt x="269" y="15"/>
                    <a:pt x="224" y="0"/>
                    <a:pt x="1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6"/>
            <p:cNvSpPr/>
            <p:nvPr/>
          </p:nvSpPr>
          <p:spPr>
            <a:xfrm>
              <a:off x="6702211" y="3782599"/>
              <a:ext cx="270104" cy="361754"/>
            </a:xfrm>
            <a:custGeom>
              <a:rect b="b" l="l" r="r" t="t"/>
              <a:pathLst>
                <a:path extrusionOk="0" h="11419" w="8526">
                  <a:moveTo>
                    <a:pt x="4251" y="322"/>
                  </a:moveTo>
                  <a:cubicBezTo>
                    <a:pt x="5835" y="322"/>
                    <a:pt x="7109" y="1595"/>
                    <a:pt x="7109" y="3179"/>
                  </a:cubicBezTo>
                  <a:lnTo>
                    <a:pt x="7133" y="3810"/>
                  </a:lnTo>
                  <a:cubicBezTo>
                    <a:pt x="7037" y="3774"/>
                    <a:pt x="6954" y="3739"/>
                    <a:pt x="6847" y="3739"/>
                  </a:cubicBezTo>
                  <a:lnTo>
                    <a:pt x="6573" y="3739"/>
                  </a:lnTo>
                  <a:cubicBezTo>
                    <a:pt x="5835" y="3739"/>
                    <a:pt x="5025" y="3441"/>
                    <a:pt x="4335" y="2905"/>
                  </a:cubicBezTo>
                  <a:cubicBezTo>
                    <a:pt x="3632" y="2369"/>
                    <a:pt x="3061" y="1643"/>
                    <a:pt x="2692" y="774"/>
                  </a:cubicBezTo>
                  <a:cubicBezTo>
                    <a:pt x="3144" y="476"/>
                    <a:pt x="3680" y="322"/>
                    <a:pt x="4251" y="322"/>
                  </a:cubicBezTo>
                  <a:close/>
                  <a:moveTo>
                    <a:pt x="2406" y="976"/>
                  </a:moveTo>
                  <a:cubicBezTo>
                    <a:pt x="2811" y="1846"/>
                    <a:pt x="3394" y="2608"/>
                    <a:pt x="4120" y="3155"/>
                  </a:cubicBezTo>
                  <a:cubicBezTo>
                    <a:pt x="4882" y="3739"/>
                    <a:pt x="5740" y="4048"/>
                    <a:pt x="6561" y="4048"/>
                  </a:cubicBezTo>
                  <a:lnTo>
                    <a:pt x="6835" y="4048"/>
                  </a:lnTo>
                  <a:cubicBezTo>
                    <a:pt x="6906" y="4048"/>
                    <a:pt x="6978" y="4084"/>
                    <a:pt x="7037" y="4143"/>
                  </a:cubicBezTo>
                  <a:cubicBezTo>
                    <a:pt x="7097" y="4227"/>
                    <a:pt x="7133" y="4310"/>
                    <a:pt x="7109" y="4393"/>
                  </a:cubicBezTo>
                  <a:cubicBezTo>
                    <a:pt x="7097" y="4524"/>
                    <a:pt x="6966" y="4643"/>
                    <a:pt x="6811" y="4643"/>
                  </a:cubicBezTo>
                  <a:lnTo>
                    <a:pt x="6740" y="4643"/>
                  </a:lnTo>
                  <a:lnTo>
                    <a:pt x="6740" y="4632"/>
                  </a:lnTo>
                  <a:cubicBezTo>
                    <a:pt x="6740" y="4548"/>
                    <a:pt x="6668" y="4465"/>
                    <a:pt x="6573" y="4465"/>
                  </a:cubicBezTo>
                  <a:cubicBezTo>
                    <a:pt x="6490" y="4465"/>
                    <a:pt x="6418" y="4548"/>
                    <a:pt x="6418" y="4632"/>
                  </a:cubicBezTo>
                  <a:cubicBezTo>
                    <a:pt x="6418" y="5822"/>
                    <a:pt x="5442" y="6775"/>
                    <a:pt x="4251" y="6775"/>
                  </a:cubicBezTo>
                  <a:cubicBezTo>
                    <a:pt x="3061" y="6775"/>
                    <a:pt x="2096" y="5810"/>
                    <a:pt x="2096" y="4620"/>
                  </a:cubicBezTo>
                  <a:cubicBezTo>
                    <a:pt x="2096" y="4524"/>
                    <a:pt x="2025" y="4453"/>
                    <a:pt x="1930" y="4453"/>
                  </a:cubicBezTo>
                  <a:cubicBezTo>
                    <a:pt x="1846" y="4453"/>
                    <a:pt x="1775" y="4524"/>
                    <a:pt x="1775" y="4620"/>
                  </a:cubicBezTo>
                  <a:lnTo>
                    <a:pt x="1775" y="4632"/>
                  </a:lnTo>
                  <a:lnTo>
                    <a:pt x="1668" y="4632"/>
                  </a:lnTo>
                  <a:cubicBezTo>
                    <a:pt x="1596" y="4632"/>
                    <a:pt x="1513" y="4608"/>
                    <a:pt x="1453" y="4548"/>
                  </a:cubicBezTo>
                  <a:cubicBezTo>
                    <a:pt x="1394" y="4489"/>
                    <a:pt x="1382" y="4405"/>
                    <a:pt x="1382" y="4322"/>
                  </a:cubicBezTo>
                  <a:cubicBezTo>
                    <a:pt x="1394" y="4191"/>
                    <a:pt x="1537" y="4072"/>
                    <a:pt x="1680" y="4072"/>
                  </a:cubicBezTo>
                  <a:lnTo>
                    <a:pt x="1739" y="4072"/>
                  </a:lnTo>
                  <a:cubicBezTo>
                    <a:pt x="1930" y="4072"/>
                    <a:pt x="2096" y="3989"/>
                    <a:pt x="2227" y="3858"/>
                  </a:cubicBezTo>
                  <a:cubicBezTo>
                    <a:pt x="2370" y="3727"/>
                    <a:pt x="2442" y="3548"/>
                    <a:pt x="2442" y="3370"/>
                  </a:cubicBezTo>
                  <a:lnTo>
                    <a:pt x="2442" y="3191"/>
                  </a:lnTo>
                  <a:cubicBezTo>
                    <a:pt x="2442" y="2965"/>
                    <a:pt x="2549" y="2738"/>
                    <a:pt x="2727" y="2608"/>
                  </a:cubicBezTo>
                  <a:cubicBezTo>
                    <a:pt x="2799" y="2548"/>
                    <a:pt x="2811" y="2441"/>
                    <a:pt x="2751" y="2369"/>
                  </a:cubicBezTo>
                  <a:cubicBezTo>
                    <a:pt x="2717" y="2329"/>
                    <a:pt x="2668" y="2307"/>
                    <a:pt x="2619" y="2307"/>
                  </a:cubicBezTo>
                  <a:cubicBezTo>
                    <a:pt x="2581" y="2307"/>
                    <a:pt x="2544" y="2320"/>
                    <a:pt x="2513" y="2346"/>
                  </a:cubicBezTo>
                  <a:cubicBezTo>
                    <a:pt x="2251" y="2548"/>
                    <a:pt x="2096" y="2846"/>
                    <a:pt x="2096" y="3191"/>
                  </a:cubicBezTo>
                  <a:lnTo>
                    <a:pt x="2096" y="3370"/>
                  </a:lnTo>
                  <a:cubicBezTo>
                    <a:pt x="2096" y="3477"/>
                    <a:pt x="2049" y="3560"/>
                    <a:pt x="1989" y="3620"/>
                  </a:cubicBezTo>
                  <a:cubicBezTo>
                    <a:pt x="1918" y="3691"/>
                    <a:pt x="1834" y="3727"/>
                    <a:pt x="1739" y="3727"/>
                  </a:cubicBezTo>
                  <a:lnTo>
                    <a:pt x="1680" y="3727"/>
                  </a:lnTo>
                  <a:cubicBezTo>
                    <a:pt x="1572" y="3727"/>
                    <a:pt x="1477" y="3751"/>
                    <a:pt x="1382" y="3798"/>
                  </a:cubicBezTo>
                  <a:lnTo>
                    <a:pt x="1382" y="3179"/>
                  </a:lnTo>
                  <a:cubicBezTo>
                    <a:pt x="1382" y="2298"/>
                    <a:pt x="1787" y="1512"/>
                    <a:pt x="2406" y="976"/>
                  </a:cubicBezTo>
                  <a:close/>
                  <a:moveTo>
                    <a:pt x="1394" y="4905"/>
                  </a:moveTo>
                  <a:cubicBezTo>
                    <a:pt x="1489" y="4941"/>
                    <a:pt x="1572" y="4965"/>
                    <a:pt x="1668" y="4965"/>
                  </a:cubicBezTo>
                  <a:lnTo>
                    <a:pt x="1787" y="4965"/>
                  </a:lnTo>
                  <a:cubicBezTo>
                    <a:pt x="1894" y="5739"/>
                    <a:pt x="2370" y="6394"/>
                    <a:pt x="3001" y="6775"/>
                  </a:cubicBezTo>
                  <a:lnTo>
                    <a:pt x="3001" y="7501"/>
                  </a:lnTo>
                  <a:lnTo>
                    <a:pt x="3025" y="7501"/>
                  </a:lnTo>
                  <a:cubicBezTo>
                    <a:pt x="3025" y="7703"/>
                    <a:pt x="2918" y="7894"/>
                    <a:pt x="2739" y="7977"/>
                  </a:cubicBezTo>
                  <a:cubicBezTo>
                    <a:pt x="2453" y="7715"/>
                    <a:pt x="1513" y="6668"/>
                    <a:pt x="1394" y="4905"/>
                  </a:cubicBezTo>
                  <a:close/>
                  <a:moveTo>
                    <a:pt x="7454" y="8954"/>
                  </a:moveTo>
                  <a:lnTo>
                    <a:pt x="7585" y="8989"/>
                  </a:lnTo>
                  <a:cubicBezTo>
                    <a:pt x="7740" y="9037"/>
                    <a:pt x="7859" y="9132"/>
                    <a:pt x="7966" y="9227"/>
                  </a:cubicBezTo>
                  <a:lnTo>
                    <a:pt x="7454" y="9668"/>
                  </a:lnTo>
                  <a:lnTo>
                    <a:pt x="7454" y="8954"/>
                  </a:lnTo>
                  <a:close/>
                  <a:moveTo>
                    <a:pt x="2311" y="8489"/>
                  </a:moveTo>
                  <a:cubicBezTo>
                    <a:pt x="2632" y="9275"/>
                    <a:pt x="3406" y="9787"/>
                    <a:pt x="4251" y="9787"/>
                  </a:cubicBezTo>
                  <a:cubicBezTo>
                    <a:pt x="4763" y="9787"/>
                    <a:pt x="5251" y="9596"/>
                    <a:pt x="5621" y="9275"/>
                  </a:cubicBezTo>
                  <a:cubicBezTo>
                    <a:pt x="5680" y="9394"/>
                    <a:pt x="5763" y="9501"/>
                    <a:pt x="5823" y="9608"/>
                  </a:cubicBezTo>
                  <a:cubicBezTo>
                    <a:pt x="5371" y="9966"/>
                    <a:pt x="4823" y="10156"/>
                    <a:pt x="4251" y="10156"/>
                  </a:cubicBezTo>
                  <a:cubicBezTo>
                    <a:pt x="3239" y="10156"/>
                    <a:pt x="2334" y="9549"/>
                    <a:pt x="1953" y="8620"/>
                  </a:cubicBezTo>
                  <a:lnTo>
                    <a:pt x="2311" y="8489"/>
                  </a:lnTo>
                  <a:close/>
                  <a:moveTo>
                    <a:pt x="4251" y="0"/>
                  </a:moveTo>
                  <a:cubicBezTo>
                    <a:pt x="2489" y="0"/>
                    <a:pt x="1060" y="1429"/>
                    <a:pt x="1060" y="3203"/>
                  </a:cubicBezTo>
                  <a:lnTo>
                    <a:pt x="1060" y="4572"/>
                  </a:lnTo>
                  <a:cubicBezTo>
                    <a:pt x="1060" y="5858"/>
                    <a:pt x="1477" y="6787"/>
                    <a:pt x="1834" y="7370"/>
                  </a:cubicBezTo>
                  <a:cubicBezTo>
                    <a:pt x="2037" y="7715"/>
                    <a:pt x="2263" y="7965"/>
                    <a:pt x="2406" y="8132"/>
                  </a:cubicBezTo>
                  <a:lnTo>
                    <a:pt x="822" y="8692"/>
                  </a:lnTo>
                  <a:cubicBezTo>
                    <a:pt x="322" y="8870"/>
                    <a:pt x="1" y="9335"/>
                    <a:pt x="1" y="9858"/>
                  </a:cubicBezTo>
                  <a:lnTo>
                    <a:pt x="1" y="11240"/>
                  </a:lnTo>
                  <a:cubicBezTo>
                    <a:pt x="1" y="11323"/>
                    <a:pt x="72" y="11406"/>
                    <a:pt x="167" y="11406"/>
                  </a:cubicBezTo>
                  <a:cubicBezTo>
                    <a:pt x="251" y="11406"/>
                    <a:pt x="322" y="11323"/>
                    <a:pt x="322" y="11240"/>
                  </a:cubicBezTo>
                  <a:lnTo>
                    <a:pt x="322" y="9858"/>
                  </a:lnTo>
                  <a:cubicBezTo>
                    <a:pt x="322" y="9751"/>
                    <a:pt x="334" y="9632"/>
                    <a:pt x="382" y="9537"/>
                  </a:cubicBezTo>
                  <a:lnTo>
                    <a:pt x="1239" y="10275"/>
                  </a:lnTo>
                  <a:cubicBezTo>
                    <a:pt x="1358" y="10370"/>
                    <a:pt x="1430" y="10525"/>
                    <a:pt x="1430" y="10692"/>
                  </a:cubicBezTo>
                  <a:lnTo>
                    <a:pt x="1430" y="11251"/>
                  </a:lnTo>
                  <a:cubicBezTo>
                    <a:pt x="1430" y="11347"/>
                    <a:pt x="1501" y="11418"/>
                    <a:pt x="1596" y="11418"/>
                  </a:cubicBezTo>
                  <a:cubicBezTo>
                    <a:pt x="1680" y="11418"/>
                    <a:pt x="1751" y="11347"/>
                    <a:pt x="1751" y="11251"/>
                  </a:cubicBezTo>
                  <a:lnTo>
                    <a:pt x="1751" y="10692"/>
                  </a:lnTo>
                  <a:cubicBezTo>
                    <a:pt x="1751" y="10430"/>
                    <a:pt x="1632" y="10180"/>
                    <a:pt x="1441" y="10013"/>
                  </a:cubicBezTo>
                  <a:lnTo>
                    <a:pt x="560" y="9263"/>
                  </a:lnTo>
                  <a:cubicBezTo>
                    <a:pt x="668" y="9156"/>
                    <a:pt x="787" y="9061"/>
                    <a:pt x="929" y="9025"/>
                  </a:cubicBezTo>
                  <a:lnTo>
                    <a:pt x="1632" y="8763"/>
                  </a:lnTo>
                  <a:cubicBezTo>
                    <a:pt x="2072" y="9823"/>
                    <a:pt x="3108" y="10525"/>
                    <a:pt x="4275" y="10525"/>
                  </a:cubicBezTo>
                  <a:cubicBezTo>
                    <a:pt x="4906" y="10525"/>
                    <a:pt x="5525" y="10311"/>
                    <a:pt x="6013" y="9930"/>
                  </a:cubicBezTo>
                  <a:cubicBezTo>
                    <a:pt x="6240" y="10311"/>
                    <a:pt x="6418" y="10728"/>
                    <a:pt x="6418" y="11251"/>
                  </a:cubicBezTo>
                  <a:cubicBezTo>
                    <a:pt x="6418" y="11347"/>
                    <a:pt x="6490" y="11418"/>
                    <a:pt x="6573" y="11418"/>
                  </a:cubicBezTo>
                  <a:cubicBezTo>
                    <a:pt x="6668" y="11418"/>
                    <a:pt x="6740" y="11347"/>
                    <a:pt x="6740" y="11251"/>
                  </a:cubicBezTo>
                  <a:cubicBezTo>
                    <a:pt x="6740" y="10513"/>
                    <a:pt x="6430" y="9989"/>
                    <a:pt x="6109" y="9477"/>
                  </a:cubicBezTo>
                  <a:cubicBezTo>
                    <a:pt x="5787" y="8942"/>
                    <a:pt x="5490" y="8453"/>
                    <a:pt x="5490" y="7691"/>
                  </a:cubicBezTo>
                  <a:lnTo>
                    <a:pt x="5490" y="7513"/>
                  </a:lnTo>
                  <a:cubicBezTo>
                    <a:pt x="5490" y="7430"/>
                    <a:pt x="5418" y="7358"/>
                    <a:pt x="5323" y="7358"/>
                  </a:cubicBezTo>
                  <a:cubicBezTo>
                    <a:pt x="5240" y="7358"/>
                    <a:pt x="5168" y="7430"/>
                    <a:pt x="5168" y="7513"/>
                  </a:cubicBezTo>
                  <a:lnTo>
                    <a:pt x="5168" y="7691"/>
                  </a:lnTo>
                  <a:cubicBezTo>
                    <a:pt x="5168" y="8227"/>
                    <a:pt x="5299" y="8644"/>
                    <a:pt x="5478" y="9025"/>
                  </a:cubicBezTo>
                  <a:cubicBezTo>
                    <a:pt x="5144" y="9335"/>
                    <a:pt x="4716" y="9501"/>
                    <a:pt x="4251" y="9501"/>
                  </a:cubicBezTo>
                  <a:cubicBezTo>
                    <a:pt x="3537" y="9501"/>
                    <a:pt x="2906" y="9085"/>
                    <a:pt x="2620" y="8442"/>
                  </a:cubicBezTo>
                  <a:lnTo>
                    <a:pt x="2763" y="8382"/>
                  </a:lnTo>
                  <a:cubicBezTo>
                    <a:pt x="3120" y="8263"/>
                    <a:pt x="3346" y="7918"/>
                    <a:pt x="3346" y="7549"/>
                  </a:cubicBezTo>
                  <a:lnTo>
                    <a:pt x="3346" y="6977"/>
                  </a:lnTo>
                  <a:cubicBezTo>
                    <a:pt x="3632" y="7084"/>
                    <a:pt x="3930" y="7144"/>
                    <a:pt x="4251" y="7144"/>
                  </a:cubicBezTo>
                  <a:cubicBezTo>
                    <a:pt x="5501" y="7144"/>
                    <a:pt x="6549" y="6203"/>
                    <a:pt x="6704" y="5001"/>
                  </a:cubicBezTo>
                  <a:lnTo>
                    <a:pt x="6811" y="5001"/>
                  </a:lnTo>
                  <a:cubicBezTo>
                    <a:pt x="6918" y="5001"/>
                    <a:pt x="7025" y="4977"/>
                    <a:pt x="7109" y="4929"/>
                  </a:cubicBezTo>
                  <a:lnTo>
                    <a:pt x="7109" y="11251"/>
                  </a:lnTo>
                  <a:cubicBezTo>
                    <a:pt x="7109" y="11347"/>
                    <a:pt x="7180" y="11418"/>
                    <a:pt x="7276" y="11418"/>
                  </a:cubicBezTo>
                  <a:cubicBezTo>
                    <a:pt x="7359" y="11418"/>
                    <a:pt x="7442" y="11347"/>
                    <a:pt x="7442" y="11251"/>
                  </a:cubicBezTo>
                  <a:lnTo>
                    <a:pt x="7442" y="10108"/>
                  </a:lnTo>
                  <a:lnTo>
                    <a:pt x="8121" y="9525"/>
                  </a:lnTo>
                  <a:cubicBezTo>
                    <a:pt x="8168" y="9632"/>
                    <a:pt x="8180" y="9739"/>
                    <a:pt x="8180" y="9847"/>
                  </a:cubicBezTo>
                  <a:lnTo>
                    <a:pt x="8180" y="11228"/>
                  </a:lnTo>
                  <a:cubicBezTo>
                    <a:pt x="8180" y="11311"/>
                    <a:pt x="8252" y="11394"/>
                    <a:pt x="8347" y="11394"/>
                  </a:cubicBezTo>
                  <a:cubicBezTo>
                    <a:pt x="8430" y="11394"/>
                    <a:pt x="8514" y="11311"/>
                    <a:pt x="8514" y="11228"/>
                  </a:cubicBezTo>
                  <a:lnTo>
                    <a:pt x="8514" y="9847"/>
                  </a:lnTo>
                  <a:cubicBezTo>
                    <a:pt x="8526" y="9323"/>
                    <a:pt x="8204" y="8846"/>
                    <a:pt x="7692" y="8680"/>
                  </a:cubicBezTo>
                  <a:lnTo>
                    <a:pt x="7454" y="8596"/>
                  </a:lnTo>
                  <a:lnTo>
                    <a:pt x="7454" y="3203"/>
                  </a:lnTo>
                  <a:cubicBezTo>
                    <a:pt x="7454" y="1453"/>
                    <a:pt x="6025" y="0"/>
                    <a:pt x="42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6"/>
            <p:cNvSpPr/>
            <p:nvPr/>
          </p:nvSpPr>
          <p:spPr>
            <a:xfrm>
              <a:off x="6785941" y="3884229"/>
              <a:ext cx="29082" cy="16442"/>
            </a:xfrm>
            <a:custGeom>
              <a:rect b="b" l="l" r="r" t="t"/>
              <a:pathLst>
                <a:path extrusionOk="0" h="519" w="918">
                  <a:moveTo>
                    <a:pt x="717" y="1"/>
                  </a:moveTo>
                  <a:cubicBezTo>
                    <a:pt x="701" y="1"/>
                    <a:pt x="684" y="3"/>
                    <a:pt x="668" y="7"/>
                  </a:cubicBezTo>
                  <a:lnTo>
                    <a:pt x="144" y="185"/>
                  </a:lnTo>
                  <a:cubicBezTo>
                    <a:pt x="49" y="221"/>
                    <a:pt x="1" y="304"/>
                    <a:pt x="37" y="400"/>
                  </a:cubicBezTo>
                  <a:cubicBezTo>
                    <a:pt x="61" y="471"/>
                    <a:pt x="120" y="519"/>
                    <a:pt x="191" y="519"/>
                  </a:cubicBezTo>
                  <a:cubicBezTo>
                    <a:pt x="215" y="519"/>
                    <a:pt x="227" y="519"/>
                    <a:pt x="263" y="495"/>
                  </a:cubicBezTo>
                  <a:lnTo>
                    <a:pt x="787" y="316"/>
                  </a:lnTo>
                  <a:cubicBezTo>
                    <a:pt x="870" y="304"/>
                    <a:pt x="918" y="209"/>
                    <a:pt x="882" y="114"/>
                  </a:cubicBezTo>
                  <a:cubicBezTo>
                    <a:pt x="862" y="45"/>
                    <a:pt x="794" y="1"/>
                    <a:pt x="71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 name="Google Shape;257;p46"/>
          <p:cNvGrpSpPr/>
          <p:nvPr/>
        </p:nvGrpSpPr>
        <p:grpSpPr>
          <a:xfrm>
            <a:off x="5205936" y="4848635"/>
            <a:ext cx="219188" cy="292978"/>
            <a:chOff x="8054820" y="2416399"/>
            <a:chExt cx="264433" cy="353454"/>
          </a:xfrm>
        </p:grpSpPr>
        <p:sp>
          <p:nvSpPr>
            <p:cNvPr id="258" name="Google Shape;258;p46"/>
            <p:cNvSpPr/>
            <p:nvPr/>
          </p:nvSpPr>
          <p:spPr>
            <a:xfrm>
              <a:off x="8148371" y="2538621"/>
              <a:ext cx="10201" cy="15872"/>
            </a:xfrm>
            <a:custGeom>
              <a:rect b="b" l="l" r="r" t="t"/>
              <a:pathLst>
                <a:path extrusionOk="0" h="501" w="322">
                  <a:moveTo>
                    <a:pt x="155" y="0"/>
                  </a:moveTo>
                  <a:cubicBezTo>
                    <a:pt x="72" y="0"/>
                    <a:pt x="0" y="72"/>
                    <a:pt x="0" y="155"/>
                  </a:cubicBezTo>
                  <a:lnTo>
                    <a:pt x="0" y="334"/>
                  </a:lnTo>
                  <a:cubicBezTo>
                    <a:pt x="0" y="429"/>
                    <a:pt x="72" y="500"/>
                    <a:pt x="155" y="500"/>
                  </a:cubicBezTo>
                  <a:cubicBezTo>
                    <a:pt x="250" y="500"/>
                    <a:pt x="322" y="429"/>
                    <a:pt x="322" y="334"/>
                  </a:cubicBezTo>
                  <a:lnTo>
                    <a:pt x="322" y="155"/>
                  </a:lnTo>
                  <a:cubicBezTo>
                    <a:pt x="310" y="72"/>
                    <a:pt x="250"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6"/>
            <p:cNvSpPr/>
            <p:nvPr/>
          </p:nvSpPr>
          <p:spPr>
            <a:xfrm>
              <a:off x="8214361" y="2538621"/>
              <a:ext cx="10233" cy="15872"/>
            </a:xfrm>
            <a:custGeom>
              <a:rect b="b" l="l" r="r" t="t"/>
              <a:pathLst>
                <a:path extrusionOk="0" h="501" w="323">
                  <a:moveTo>
                    <a:pt x="156" y="0"/>
                  </a:moveTo>
                  <a:cubicBezTo>
                    <a:pt x="72" y="0"/>
                    <a:pt x="1" y="72"/>
                    <a:pt x="1" y="155"/>
                  </a:cubicBezTo>
                  <a:lnTo>
                    <a:pt x="1" y="334"/>
                  </a:lnTo>
                  <a:cubicBezTo>
                    <a:pt x="1" y="429"/>
                    <a:pt x="72" y="500"/>
                    <a:pt x="156" y="500"/>
                  </a:cubicBezTo>
                  <a:cubicBezTo>
                    <a:pt x="251" y="500"/>
                    <a:pt x="322" y="429"/>
                    <a:pt x="322" y="334"/>
                  </a:cubicBezTo>
                  <a:lnTo>
                    <a:pt x="322" y="155"/>
                  </a:lnTo>
                  <a:cubicBezTo>
                    <a:pt x="322" y="72"/>
                    <a:pt x="251" y="0"/>
                    <a:pt x="1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6"/>
            <p:cNvSpPr/>
            <p:nvPr/>
          </p:nvSpPr>
          <p:spPr>
            <a:xfrm>
              <a:off x="8054820" y="2416399"/>
              <a:ext cx="264433" cy="353454"/>
            </a:xfrm>
            <a:custGeom>
              <a:rect b="b" l="l" r="r" t="t"/>
              <a:pathLst>
                <a:path extrusionOk="0" h="11157" w="8347">
                  <a:moveTo>
                    <a:pt x="1703" y="5025"/>
                  </a:moveTo>
                  <a:cubicBezTo>
                    <a:pt x="1787" y="5204"/>
                    <a:pt x="1882" y="5418"/>
                    <a:pt x="1882" y="5573"/>
                  </a:cubicBezTo>
                  <a:cubicBezTo>
                    <a:pt x="1882" y="5680"/>
                    <a:pt x="1787" y="5763"/>
                    <a:pt x="1703" y="5763"/>
                  </a:cubicBezTo>
                  <a:cubicBezTo>
                    <a:pt x="1608" y="5763"/>
                    <a:pt x="1525" y="5668"/>
                    <a:pt x="1525" y="5573"/>
                  </a:cubicBezTo>
                  <a:cubicBezTo>
                    <a:pt x="1525" y="5430"/>
                    <a:pt x="1608" y="5204"/>
                    <a:pt x="1703" y="5025"/>
                  </a:cubicBezTo>
                  <a:close/>
                  <a:moveTo>
                    <a:pt x="6585" y="5025"/>
                  </a:moveTo>
                  <a:cubicBezTo>
                    <a:pt x="6668" y="5204"/>
                    <a:pt x="6763" y="5418"/>
                    <a:pt x="6763" y="5573"/>
                  </a:cubicBezTo>
                  <a:cubicBezTo>
                    <a:pt x="6763" y="5680"/>
                    <a:pt x="6668" y="5763"/>
                    <a:pt x="6585" y="5763"/>
                  </a:cubicBezTo>
                  <a:cubicBezTo>
                    <a:pt x="6490" y="5763"/>
                    <a:pt x="6406" y="5668"/>
                    <a:pt x="6406" y="5573"/>
                  </a:cubicBezTo>
                  <a:cubicBezTo>
                    <a:pt x="6406" y="5430"/>
                    <a:pt x="6490" y="5204"/>
                    <a:pt x="6585" y="5025"/>
                  </a:cubicBezTo>
                  <a:close/>
                  <a:moveTo>
                    <a:pt x="4144" y="322"/>
                  </a:moveTo>
                  <a:cubicBezTo>
                    <a:pt x="6073" y="322"/>
                    <a:pt x="7633" y="1894"/>
                    <a:pt x="7633" y="3823"/>
                  </a:cubicBezTo>
                  <a:cubicBezTo>
                    <a:pt x="7633" y="5847"/>
                    <a:pt x="6478" y="7752"/>
                    <a:pt x="6299" y="8049"/>
                  </a:cubicBezTo>
                  <a:lnTo>
                    <a:pt x="5716" y="7847"/>
                  </a:lnTo>
                  <a:cubicBezTo>
                    <a:pt x="5513" y="7764"/>
                    <a:pt x="5358" y="7561"/>
                    <a:pt x="5358" y="7335"/>
                  </a:cubicBezTo>
                  <a:lnTo>
                    <a:pt x="5358" y="6621"/>
                  </a:lnTo>
                  <a:cubicBezTo>
                    <a:pt x="5692" y="6430"/>
                    <a:pt x="5966" y="6180"/>
                    <a:pt x="6180" y="5859"/>
                  </a:cubicBezTo>
                  <a:cubicBezTo>
                    <a:pt x="6263" y="6001"/>
                    <a:pt x="6418" y="6073"/>
                    <a:pt x="6597" y="6073"/>
                  </a:cubicBezTo>
                  <a:cubicBezTo>
                    <a:pt x="6882" y="6073"/>
                    <a:pt x="7097" y="5847"/>
                    <a:pt x="7097" y="5561"/>
                  </a:cubicBezTo>
                  <a:cubicBezTo>
                    <a:pt x="7097" y="5323"/>
                    <a:pt x="6966" y="5025"/>
                    <a:pt x="6859" y="4823"/>
                  </a:cubicBezTo>
                  <a:cubicBezTo>
                    <a:pt x="7097" y="4751"/>
                    <a:pt x="7275" y="4525"/>
                    <a:pt x="7275" y="4251"/>
                  </a:cubicBezTo>
                  <a:cubicBezTo>
                    <a:pt x="7275" y="3930"/>
                    <a:pt x="7013" y="3656"/>
                    <a:pt x="6680" y="3656"/>
                  </a:cubicBezTo>
                  <a:lnTo>
                    <a:pt x="6597" y="3656"/>
                  </a:lnTo>
                  <a:cubicBezTo>
                    <a:pt x="6597" y="3656"/>
                    <a:pt x="6585" y="3656"/>
                    <a:pt x="6585" y="3644"/>
                  </a:cubicBezTo>
                  <a:lnTo>
                    <a:pt x="6585" y="3120"/>
                  </a:lnTo>
                  <a:cubicBezTo>
                    <a:pt x="6585" y="2453"/>
                    <a:pt x="6049" y="1918"/>
                    <a:pt x="5370" y="1918"/>
                  </a:cubicBezTo>
                  <a:lnTo>
                    <a:pt x="5192" y="1918"/>
                  </a:lnTo>
                  <a:cubicBezTo>
                    <a:pt x="5108" y="1918"/>
                    <a:pt x="5037" y="1989"/>
                    <a:pt x="5037" y="2084"/>
                  </a:cubicBezTo>
                  <a:cubicBezTo>
                    <a:pt x="5037" y="2168"/>
                    <a:pt x="5108" y="2251"/>
                    <a:pt x="5192" y="2251"/>
                  </a:cubicBezTo>
                  <a:lnTo>
                    <a:pt x="5370" y="2251"/>
                  </a:lnTo>
                  <a:cubicBezTo>
                    <a:pt x="5870" y="2251"/>
                    <a:pt x="6251" y="2644"/>
                    <a:pt x="6251" y="3120"/>
                  </a:cubicBezTo>
                  <a:lnTo>
                    <a:pt x="6251" y="3644"/>
                  </a:lnTo>
                  <a:cubicBezTo>
                    <a:pt x="6251" y="3823"/>
                    <a:pt x="6406" y="3989"/>
                    <a:pt x="6597" y="3989"/>
                  </a:cubicBezTo>
                  <a:lnTo>
                    <a:pt x="6680" y="3989"/>
                  </a:lnTo>
                  <a:cubicBezTo>
                    <a:pt x="6835" y="3989"/>
                    <a:pt x="6954" y="4108"/>
                    <a:pt x="6954" y="4251"/>
                  </a:cubicBezTo>
                  <a:cubicBezTo>
                    <a:pt x="6954" y="4406"/>
                    <a:pt x="6835" y="4525"/>
                    <a:pt x="6680" y="4525"/>
                  </a:cubicBezTo>
                  <a:lnTo>
                    <a:pt x="6585" y="4525"/>
                  </a:lnTo>
                  <a:lnTo>
                    <a:pt x="6585" y="4501"/>
                  </a:lnTo>
                  <a:cubicBezTo>
                    <a:pt x="6585" y="4418"/>
                    <a:pt x="6501" y="4346"/>
                    <a:pt x="6418" y="4346"/>
                  </a:cubicBezTo>
                  <a:cubicBezTo>
                    <a:pt x="6323" y="4346"/>
                    <a:pt x="6251" y="4418"/>
                    <a:pt x="6251" y="4501"/>
                  </a:cubicBezTo>
                  <a:cubicBezTo>
                    <a:pt x="6251" y="5668"/>
                    <a:pt x="5311" y="6609"/>
                    <a:pt x="4156" y="6609"/>
                  </a:cubicBezTo>
                  <a:cubicBezTo>
                    <a:pt x="2989" y="6609"/>
                    <a:pt x="2060" y="5668"/>
                    <a:pt x="2060" y="4501"/>
                  </a:cubicBezTo>
                  <a:cubicBezTo>
                    <a:pt x="2060" y="4418"/>
                    <a:pt x="1977" y="4346"/>
                    <a:pt x="1894" y="4346"/>
                  </a:cubicBezTo>
                  <a:cubicBezTo>
                    <a:pt x="1798" y="4346"/>
                    <a:pt x="1727" y="4418"/>
                    <a:pt x="1727" y="4501"/>
                  </a:cubicBezTo>
                  <a:lnTo>
                    <a:pt x="1727" y="4525"/>
                  </a:lnTo>
                  <a:lnTo>
                    <a:pt x="1620" y="4525"/>
                  </a:lnTo>
                  <a:cubicBezTo>
                    <a:pt x="1477" y="4525"/>
                    <a:pt x="1358" y="4406"/>
                    <a:pt x="1358" y="4251"/>
                  </a:cubicBezTo>
                  <a:cubicBezTo>
                    <a:pt x="1358" y="4108"/>
                    <a:pt x="1477" y="3989"/>
                    <a:pt x="1620" y="3989"/>
                  </a:cubicBezTo>
                  <a:lnTo>
                    <a:pt x="1715" y="3989"/>
                  </a:lnTo>
                  <a:cubicBezTo>
                    <a:pt x="1894" y="3989"/>
                    <a:pt x="2060" y="3835"/>
                    <a:pt x="2060" y="3644"/>
                  </a:cubicBezTo>
                  <a:lnTo>
                    <a:pt x="2060" y="3120"/>
                  </a:lnTo>
                  <a:cubicBezTo>
                    <a:pt x="2060" y="2632"/>
                    <a:pt x="2453" y="2251"/>
                    <a:pt x="2930" y="2251"/>
                  </a:cubicBezTo>
                  <a:lnTo>
                    <a:pt x="4501" y="2251"/>
                  </a:lnTo>
                  <a:cubicBezTo>
                    <a:pt x="4585" y="2251"/>
                    <a:pt x="4656" y="2168"/>
                    <a:pt x="4656" y="2084"/>
                  </a:cubicBezTo>
                  <a:cubicBezTo>
                    <a:pt x="4656" y="1989"/>
                    <a:pt x="4585" y="1918"/>
                    <a:pt x="4501" y="1918"/>
                  </a:cubicBezTo>
                  <a:lnTo>
                    <a:pt x="2930" y="1918"/>
                  </a:lnTo>
                  <a:cubicBezTo>
                    <a:pt x="2632" y="1918"/>
                    <a:pt x="2394" y="1679"/>
                    <a:pt x="2394" y="1382"/>
                  </a:cubicBezTo>
                  <a:cubicBezTo>
                    <a:pt x="2394" y="798"/>
                    <a:pt x="3025" y="322"/>
                    <a:pt x="3799" y="322"/>
                  </a:cubicBezTo>
                  <a:close/>
                  <a:moveTo>
                    <a:pt x="2084" y="1310"/>
                  </a:moveTo>
                  <a:lnTo>
                    <a:pt x="2084" y="1406"/>
                  </a:lnTo>
                  <a:cubicBezTo>
                    <a:pt x="2084" y="1679"/>
                    <a:pt x="2203" y="1918"/>
                    <a:pt x="2394" y="2084"/>
                  </a:cubicBezTo>
                  <a:cubicBezTo>
                    <a:pt x="2013" y="2275"/>
                    <a:pt x="1727" y="2692"/>
                    <a:pt x="1727" y="3156"/>
                  </a:cubicBezTo>
                  <a:lnTo>
                    <a:pt x="1727" y="3680"/>
                  </a:lnTo>
                  <a:cubicBezTo>
                    <a:pt x="1727" y="3680"/>
                    <a:pt x="1727" y="3692"/>
                    <a:pt x="1715" y="3692"/>
                  </a:cubicBezTo>
                  <a:lnTo>
                    <a:pt x="1620" y="3692"/>
                  </a:lnTo>
                  <a:cubicBezTo>
                    <a:pt x="1298" y="3692"/>
                    <a:pt x="1025" y="3954"/>
                    <a:pt x="1025" y="4287"/>
                  </a:cubicBezTo>
                  <a:cubicBezTo>
                    <a:pt x="1025" y="4549"/>
                    <a:pt x="1203" y="4775"/>
                    <a:pt x="1441" y="4847"/>
                  </a:cubicBezTo>
                  <a:cubicBezTo>
                    <a:pt x="1346" y="5037"/>
                    <a:pt x="1203" y="5335"/>
                    <a:pt x="1203" y="5597"/>
                  </a:cubicBezTo>
                  <a:cubicBezTo>
                    <a:pt x="1203" y="5870"/>
                    <a:pt x="1429" y="6097"/>
                    <a:pt x="1715" y="6097"/>
                  </a:cubicBezTo>
                  <a:cubicBezTo>
                    <a:pt x="1894" y="6097"/>
                    <a:pt x="2037" y="6013"/>
                    <a:pt x="2132" y="5894"/>
                  </a:cubicBezTo>
                  <a:cubicBezTo>
                    <a:pt x="2334" y="6204"/>
                    <a:pt x="2620" y="6466"/>
                    <a:pt x="2953" y="6656"/>
                  </a:cubicBezTo>
                  <a:lnTo>
                    <a:pt x="2953" y="7347"/>
                  </a:lnTo>
                  <a:cubicBezTo>
                    <a:pt x="2953" y="7573"/>
                    <a:pt x="2799" y="7787"/>
                    <a:pt x="2584" y="7859"/>
                  </a:cubicBezTo>
                  <a:lnTo>
                    <a:pt x="1965" y="8085"/>
                  </a:lnTo>
                  <a:cubicBezTo>
                    <a:pt x="1715" y="7621"/>
                    <a:pt x="834" y="5847"/>
                    <a:pt x="834" y="3882"/>
                  </a:cubicBezTo>
                  <a:cubicBezTo>
                    <a:pt x="834" y="3275"/>
                    <a:pt x="989" y="2727"/>
                    <a:pt x="1263" y="2227"/>
                  </a:cubicBezTo>
                  <a:cubicBezTo>
                    <a:pt x="1477" y="1870"/>
                    <a:pt x="1739" y="1560"/>
                    <a:pt x="2084" y="1310"/>
                  </a:cubicBezTo>
                  <a:close/>
                  <a:moveTo>
                    <a:pt x="3811" y="1"/>
                  </a:moveTo>
                  <a:cubicBezTo>
                    <a:pt x="3346" y="1"/>
                    <a:pt x="2918" y="132"/>
                    <a:pt x="2608" y="382"/>
                  </a:cubicBezTo>
                  <a:cubicBezTo>
                    <a:pt x="2453" y="489"/>
                    <a:pt x="2358" y="620"/>
                    <a:pt x="2263" y="763"/>
                  </a:cubicBezTo>
                  <a:cubicBezTo>
                    <a:pt x="1715" y="1084"/>
                    <a:pt x="1286" y="1537"/>
                    <a:pt x="1001" y="2037"/>
                  </a:cubicBezTo>
                  <a:cubicBezTo>
                    <a:pt x="691" y="2572"/>
                    <a:pt x="524" y="3192"/>
                    <a:pt x="524" y="3858"/>
                  </a:cubicBezTo>
                  <a:cubicBezTo>
                    <a:pt x="524" y="5108"/>
                    <a:pt x="870" y="6251"/>
                    <a:pt x="1144" y="6990"/>
                  </a:cubicBezTo>
                  <a:cubicBezTo>
                    <a:pt x="1358" y="7525"/>
                    <a:pt x="1548" y="7942"/>
                    <a:pt x="1667" y="8156"/>
                  </a:cubicBezTo>
                  <a:lnTo>
                    <a:pt x="810" y="8454"/>
                  </a:lnTo>
                  <a:cubicBezTo>
                    <a:pt x="334" y="8621"/>
                    <a:pt x="1" y="9073"/>
                    <a:pt x="1" y="9597"/>
                  </a:cubicBezTo>
                  <a:lnTo>
                    <a:pt x="1" y="10954"/>
                  </a:lnTo>
                  <a:cubicBezTo>
                    <a:pt x="1" y="11038"/>
                    <a:pt x="72" y="11121"/>
                    <a:pt x="167" y="11121"/>
                  </a:cubicBezTo>
                  <a:cubicBezTo>
                    <a:pt x="251" y="11121"/>
                    <a:pt x="322" y="11038"/>
                    <a:pt x="322" y="10954"/>
                  </a:cubicBezTo>
                  <a:lnTo>
                    <a:pt x="322" y="9633"/>
                  </a:lnTo>
                  <a:cubicBezTo>
                    <a:pt x="322" y="9252"/>
                    <a:pt x="560" y="8918"/>
                    <a:pt x="917" y="8799"/>
                  </a:cubicBezTo>
                  <a:lnTo>
                    <a:pt x="1191" y="8704"/>
                  </a:lnTo>
                  <a:cubicBezTo>
                    <a:pt x="1810" y="9561"/>
                    <a:pt x="2941" y="10097"/>
                    <a:pt x="4180" y="10097"/>
                  </a:cubicBezTo>
                  <a:cubicBezTo>
                    <a:pt x="4727" y="10097"/>
                    <a:pt x="5287" y="10002"/>
                    <a:pt x="5775" y="9788"/>
                  </a:cubicBezTo>
                  <a:cubicBezTo>
                    <a:pt x="5858" y="9764"/>
                    <a:pt x="5894" y="9657"/>
                    <a:pt x="5858" y="9585"/>
                  </a:cubicBezTo>
                  <a:cubicBezTo>
                    <a:pt x="5840" y="9512"/>
                    <a:pt x="5773" y="9481"/>
                    <a:pt x="5711" y="9481"/>
                  </a:cubicBezTo>
                  <a:cubicBezTo>
                    <a:pt x="5692" y="9481"/>
                    <a:pt x="5673" y="9484"/>
                    <a:pt x="5656" y="9490"/>
                  </a:cubicBezTo>
                  <a:cubicBezTo>
                    <a:pt x="5204" y="9680"/>
                    <a:pt x="4704" y="9788"/>
                    <a:pt x="4180" y="9788"/>
                  </a:cubicBezTo>
                  <a:cubicBezTo>
                    <a:pt x="3096" y="9788"/>
                    <a:pt x="2084" y="9347"/>
                    <a:pt x="1513" y="8609"/>
                  </a:cubicBezTo>
                  <a:lnTo>
                    <a:pt x="2727" y="8180"/>
                  </a:lnTo>
                  <a:cubicBezTo>
                    <a:pt x="3061" y="8061"/>
                    <a:pt x="3299" y="7740"/>
                    <a:pt x="3299" y="7383"/>
                  </a:cubicBezTo>
                  <a:lnTo>
                    <a:pt x="3299" y="6823"/>
                  </a:lnTo>
                  <a:cubicBezTo>
                    <a:pt x="3572" y="6930"/>
                    <a:pt x="3870" y="6990"/>
                    <a:pt x="4180" y="6990"/>
                  </a:cubicBezTo>
                  <a:cubicBezTo>
                    <a:pt x="4489" y="6990"/>
                    <a:pt x="4787" y="6930"/>
                    <a:pt x="5061" y="6823"/>
                  </a:cubicBezTo>
                  <a:lnTo>
                    <a:pt x="5061" y="7383"/>
                  </a:lnTo>
                  <a:cubicBezTo>
                    <a:pt x="5061" y="7740"/>
                    <a:pt x="5287" y="8061"/>
                    <a:pt x="5644" y="8180"/>
                  </a:cubicBezTo>
                  <a:lnTo>
                    <a:pt x="6847" y="8609"/>
                  </a:lnTo>
                  <a:cubicBezTo>
                    <a:pt x="6680" y="8823"/>
                    <a:pt x="6478" y="9014"/>
                    <a:pt x="6239" y="9180"/>
                  </a:cubicBezTo>
                  <a:cubicBezTo>
                    <a:pt x="6156" y="9228"/>
                    <a:pt x="6144" y="9323"/>
                    <a:pt x="6192" y="9407"/>
                  </a:cubicBezTo>
                  <a:cubicBezTo>
                    <a:pt x="6216" y="9442"/>
                    <a:pt x="6275" y="9478"/>
                    <a:pt x="6323" y="9478"/>
                  </a:cubicBezTo>
                  <a:cubicBezTo>
                    <a:pt x="6359" y="9478"/>
                    <a:pt x="6382" y="9466"/>
                    <a:pt x="6418" y="9442"/>
                  </a:cubicBezTo>
                  <a:cubicBezTo>
                    <a:pt x="6716" y="9240"/>
                    <a:pt x="6966" y="9002"/>
                    <a:pt x="7156" y="8716"/>
                  </a:cubicBezTo>
                  <a:lnTo>
                    <a:pt x="7430" y="8811"/>
                  </a:lnTo>
                  <a:cubicBezTo>
                    <a:pt x="7787" y="8930"/>
                    <a:pt x="8025" y="9264"/>
                    <a:pt x="8025" y="9645"/>
                  </a:cubicBezTo>
                  <a:lnTo>
                    <a:pt x="8025" y="10990"/>
                  </a:lnTo>
                  <a:cubicBezTo>
                    <a:pt x="8025" y="11085"/>
                    <a:pt x="8097" y="11157"/>
                    <a:pt x="8180" y="11157"/>
                  </a:cubicBezTo>
                  <a:cubicBezTo>
                    <a:pt x="8275" y="11157"/>
                    <a:pt x="8347" y="11085"/>
                    <a:pt x="8347" y="10990"/>
                  </a:cubicBezTo>
                  <a:lnTo>
                    <a:pt x="8347" y="9633"/>
                  </a:lnTo>
                  <a:cubicBezTo>
                    <a:pt x="8323" y="9109"/>
                    <a:pt x="7990" y="8657"/>
                    <a:pt x="7513" y="8478"/>
                  </a:cubicBezTo>
                  <a:lnTo>
                    <a:pt x="6620" y="8168"/>
                  </a:lnTo>
                  <a:cubicBezTo>
                    <a:pt x="6740" y="7978"/>
                    <a:pt x="7013" y="7525"/>
                    <a:pt x="7263" y="6918"/>
                  </a:cubicBezTo>
                  <a:cubicBezTo>
                    <a:pt x="7847" y="5561"/>
                    <a:pt x="7978" y="4489"/>
                    <a:pt x="7978" y="3823"/>
                  </a:cubicBezTo>
                  <a:cubicBezTo>
                    <a:pt x="7978" y="1703"/>
                    <a:pt x="6263" y="1"/>
                    <a:pt x="4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6"/>
            <p:cNvSpPr/>
            <p:nvPr/>
          </p:nvSpPr>
          <p:spPr>
            <a:xfrm>
              <a:off x="8164972" y="2582371"/>
              <a:ext cx="43782" cy="15492"/>
            </a:xfrm>
            <a:custGeom>
              <a:rect b="b" l="l" r="r" t="t"/>
              <a:pathLst>
                <a:path extrusionOk="0" h="489" w="1382">
                  <a:moveTo>
                    <a:pt x="179" y="0"/>
                  </a:moveTo>
                  <a:cubicBezTo>
                    <a:pt x="140" y="0"/>
                    <a:pt x="101" y="12"/>
                    <a:pt x="72" y="36"/>
                  </a:cubicBezTo>
                  <a:cubicBezTo>
                    <a:pt x="0" y="96"/>
                    <a:pt x="0" y="203"/>
                    <a:pt x="72" y="262"/>
                  </a:cubicBezTo>
                  <a:cubicBezTo>
                    <a:pt x="203" y="393"/>
                    <a:pt x="441" y="489"/>
                    <a:pt x="703" y="489"/>
                  </a:cubicBezTo>
                  <a:cubicBezTo>
                    <a:pt x="965" y="489"/>
                    <a:pt x="1191" y="393"/>
                    <a:pt x="1346" y="262"/>
                  </a:cubicBezTo>
                  <a:cubicBezTo>
                    <a:pt x="1381" y="203"/>
                    <a:pt x="1381" y="120"/>
                    <a:pt x="1322" y="36"/>
                  </a:cubicBezTo>
                  <a:cubicBezTo>
                    <a:pt x="1292" y="12"/>
                    <a:pt x="1250" y="0"/>
                    <a:pt x="1209" y="0"/>
                  </a:cubicBezTo>
                  <a:cubicBezTo>
                    <a:pt x="1167" y="0"/>
                    <a:pt x="1125" y="12"/>
                    <a:pt x="1096" y="36"/>
                  </a:cubicBezTo>
                  <a:cubicBezTo>
                    <a:pt x="1036" y="96"/>
                    <a:pt x="881" y="179"/>
                    <a:pt x="691" y="179"/>
                  </a:cubicBezTo>
                  <a:cubicBezTo>
                    <a:pt x="488" y="179"/>
                    <a:pt x="346" y="96"/>
                    <a:pt x="286" y="36"/>
                  </a:cubicBezTo>
                  <a:cubicBezTo>
                    <a:pt x="256" y="12"/>
                    <a:pt x="218" y="0"/>
                    <a:pt x="1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6"/>
            <p:cNvSpPr/>
            <p:nvPr/>
          </p:nvSpPr>
          <p:spPr>
            <a:xfrm>
              <a:off x="8141592" y="2519137"/>
              <a:ext cx="18501" cy="13844"/>
            </a:xfrm>
            <a:custGeom>
              <a:rect b="b" l="l" r="r" t="t"/>
              <a:pathLst>
                <a:path extrusionOk="0" h="437" w="584">
                  <a:moveTo>
                    <a:pt x="404" y="1"/>
                  </a:moveTo>
                  <a:cubicBezTo>
                    <a:pt x="381" y="1"/>
                    <a:pt x="357" y="7"/>
                    <a:pt x="333" y="20"/>
                  </a:cubicBezTo>
                  <a:lnTo>
                    <a:pt x="119" y="115"/>
                  </a:lnTo>
                  <a:cubicBezTo>
                    <a:pt x="48" y="163"/>
                    <a:pt x="0" y="258"/>
                    <a:pt x="48" y="341"/>
                  </a:cubicBezTo>
                  <a:cubicBezTo>
                    <a:pt x="71" y="401"/>
                    <a:pt x="131" y="437"/>
                    <a:pt x="191" y="437"/>
                  </a:cubicBezTo>
                  <a:cubicBezTo>
                    <a:pt x="226" y="437"/>
                    <a:pt x="238" y="437"/>
                    <a:pt x="274" y="413"/>
                  </a:cubicBezTo>
                  <a:lnTo>
                    <a:pt x="476" y="318"/>
                  </a:lnTo>
                  <a:cubicBezTo>
                    <a:pt x="548" y="270"/>
                    <a:pt x="583" y="163"/>
                    <a:pt x="548" y="91"/>
                  </a:cubicBezTo>
                  <a:cubicBezTo>
                    <a:pt x="522" y="40"/>
                    <a:pt x="465" y="1"/>
                    <a:pt x="4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6"/>
            <p:cNvSpPr/>
            <p:nvPr/>
          </p:nvSpPr>
          <p:spPr>
            <a:xfrm>
              <a:off x="8211731" y="2518409"/>
              <a:ext cx="18881" cy="13812"/>
            </a:xfrm>
            <a:custGeom>
              <a:rect b="b" l="l" r="r" t="t"/>
              <a:pathLst>
                <a:path extrusionOk="0" h="436" w="596">
                  <a:moveTo>
                    <a:pt x="208" y="0"/>
                  </a:moveTo>
                  <a:cubicBezTo>
                    <a:pt x="148" y="0"/>
                    <a:pt x="83" y="39"/>
                    <a:pt x="48" y="91"/>
                  </a:cubicBezTo>
                  <a:cubicBezTo>
                    <a:pt x="1" y="174"/>
                    <a:pt x="48" y="269"/>
                    <a:pt x="120" y="317"/>
                  </a:cubicBezTo>
                  <a:lnTo>
                    <a:pt x="334" y="424"/>
                  </a:lnTo>
                  <a:cubicBezTo>
                    <a:pt x="358" y="436"/>
                    <a:pt x="382" y="436"/>
                    <a:pt x="405" y="436"/>
                  </a:cubicBezTo>
                  <a:cubicBezTo>
                    <a:pt x="465" y="436"/>
                    <a:pt x="524" y="412"/>
                    <a:pt x="560" y="353"/>
                  </a:cubicBezTo>
                  <a:cubicBezTo>
                    <a:pt x="596" y="257"/>
                    <a:pt x="572" y="174"/>
                    <a:pt x="477" y="126"/>
                  </a:cubicBezTo>
                  <a:lnTo>
                    <a:pt x="274" y="19"/>
                  </a:lnTo>
                  <a:cubicBezTo>
                    <a:pt x="255" y="6"/>
                    <a:pt x="232" y="0"/>
                    <a:pt x="2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46"/>
          <p:cNvGrpSpPr/>
          <p:nvPr/>
        </p:nvGrpSpPr>
        <p:grpSpPr>
          <a:xfrm>
            <a:off x="1333253" y="4847097"/>
            <a:ext cx="231099" cy="296076"/>
            <a:chOff x="7596157" y="1968159"/>
            <a:chExt cx="279544" cy="358142"/>
          </a:xfrm>
        </p:grpSpPr>
        <p:sp>
          <p:nvSpPr>
            <p:cNvPr id="265" name="Google Shape;265;p46"/>
            <p:cNvSpPr/>
            <p:nvPr/>
          </p:nvSpPr>
          <p:spPr>
            <a:xfrm>
              <a:off x="7696868" y="2092408"/>
              <a:ext cx="10581" cy="16252"/>
            </a:xfrm>
            <a:custGeom>
              <a:rect b="b" l="l" r="r" t="t"/>
              <a:pathLst>
                <a:path extrusionOk="0" h="513" w="334">
                  <a:moveTo>
                    <a:pt x="167" y="0"/>
                  </a:moveTo>
                  <a:cubicBezTo>
                    <a:pt x="84" y="0"/>
                    <a:pt x="1" y="72"/>
                    <a:pt x="1" y="167"/>
                  </a:cubicBezTo>
                  <a:lnTo>
                    <a:pt x="1" y="346"/>
                  </a:lnTo>
                  <a:cubicBezTo>
                    <a:pt x="1" y="429"/>
                    <a:pt x="84" y="512"/>
                    <a:pt x="167" y="512"/>
                  </a:cubicBezTo>
                  <a:cubicBezTo>
                    <a:pt x="263" y="512"/>
                    <a:pt x="334" y="429"/>
                    <a:pt x="334" y="346"/>
                  </a:cubicBezTo>
                  <a:lnTo>
                    <a:pt x="334" y="167"/>
                  </a:lnTo>
                  <a:cubicBezTo>
                    <a:pt x="334" y="72"/>
                    <a:pt x="263" y="0"/>
                    <a:pt x="1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6"/>
            <p:cNvSpPr/>
            <p:nvPr/>
          </p:nvSpPr>
          <p:spPr>
            <a:xfrm>
              <a:off x="7764378" y="2092408"/>
              <a:ext cx="10613" cy="16252"/>
            </a:xfrm>
            <a:custGeom>
              <a:rect b="b" l="l" r="r" t="t"/>
              <a:pathLst>
                <a:path extrusionOk="0" h="513" w="335">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6"/>
            <p:cNvSpPr/>
            <p:nvPr/>
          </p:nvSpPr>
          <p:spPr>
            <a:xfrm>
              <a:off x="7713088" y="2143032"/>
              <a:ext cx="45302" cy="15777"/>
            </a:xfrm>
            <a:custGeom>
              <a:rect b="b" l="l" r="r" t="t"/>
              <a:pathLst>
                <a:path extrusionOk="0" h="498" w="1430">
                  <a:moveTo>
                    <a:pt x="184" y="1"/>
                  </a:moveTo>
                  <a:cubicBezTo>
                    <a:pt x="140" y="1"/>
                    <a:pt x="96" y="16"/>
                    <a:pt x="60" y="45"/>
                  </a:cubicBezTo>
                  <a:cubicBezTo>
                    <a:pt x="1" y="105"/>
                    <a:pt x="1" y="200"/>
                    <a:pt x="60" y="283"/>
                  </a:cubicBezTo>
                  <a:cubicBezTo>
                    <a:pt x="203" y="414"/>
                    <a:pt x="441" y="498"/>
                    <a:pt x="703" y="498"/>
                  </a:cubicBezTo>
                  <a:cubicBezTo>
                    <a:pt x="953" y="498"/>
                    <a:pt x="1203" y="414"/>
                    <a:pt x="1334" y="283"/>
                  </a:cubicBezTo>
                  <a:cubicBezTo>
                    <a:pt x="1429" y="200"/>
                    <a:pt x="1429" y="105"/>
                    <a:pt x="1370" y="45"/>
                  </a:cubicBezTo>
                  <a:cubicBezTo>
                    <a:pt x="1340" y="16"/>
                    <a:pt x="1298" y="1"/>
                    <a:pt x="1255" y="1"/>
                  </a:cubicBezTo>
                  <a:cubicBezTo>
                    <a:pt x="1212" y="1"/>
                    <a:pt x="1167" y="16"/>
                    <a:pt x="1132" y="45"/>
                  </a:cubicBezTo>
                  <a:cubicBezTo>
                    <a:pt x="1072" y="105"/>
                    <a:pt x="917" y="176"/>
                    <a:pt x="715" y="176"/>
                  </a:cubicBezTo>
                  <a:cubicBezTo>
                    <a:pt x="501" y="176"/>
                    <a:pt x="358" y="105"/>
                    <a:pt x="298" y="45"/>
                  </a:cubicBezTo>
                  <a:cubicBezTo>
                    <a:pt x="268" y="16"/>
                    <a:pt x="227" y="1"/>
                    <a:pt x="18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6"/>
            <p:cNvSpPr/>
            <p:nvPr/>
          </p:nvSpPr>
          <p:spPr>
            <a:xfrm>
              <a:off x="7691197" y="2075427"/>
              <a:ext cx="21923" cy="10581"/>
            </a:xfrm>
            <a:custGeom>
              <a:rect b="b" l="l" r="r" t="t"/>
              <a:pathLst>
                <a:path extrusionOk="0" h="334" w="692">
                  <a:moveTo>
                    <a:pt x="168" y="0"/>
                  </a:moveTo>
                  <a:cubicBezTo>
                    <a:pt x="84" y="0"/>
                    <a:pt x="1" y="72"/>
                    <a:pt x="1" y="167"/>
                  </a:cubicBezTo>
                  <a:cubicBezTo>
                    <a:pt x="1" y="251"/>
                    <a:pt x="84" y="334"/>
                    <a:pt x="168" y="334"/>
                  </a:cubicBezTo>
                  <a:lnTo>
                    <a:pt x="525" y="334"/>
                  </a:lnTo>
                  <a:cubicBezTo>
                    <a:pt x="620" y="334"/>
                    <a:pt x="692" y="251"/>
                    <a:pt x="692" y="167"/>
                  </a:cubicBezTo>
                  <a:cubicBezTo>
                    <a:pt x="692" y="72"/>
                    <a:pt x="620" y="0"/>
                    <a:pt x="5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6"/>
            <p:cNvSpPr/>
            <p:nvPr/>
          </p:nvSpPr>
          <p:spPr>
            <a:xfrm>
              <a:off x="7758739" y="2075427"/>
              <a:ext cx="21891" cy="10581"/>
            </a:xfrm>
            <a:custGeom>
              <a:rect b="b" l="l" r="r" t="t"/>
              <a:pathLst>
                <a:path extrusionOk="0" h="334" w="691">
                  <a:moveTo>
                    <a:pt x="167" y="0"/>
                  </a:moveTo>
                  <a:cubicBezTo>
                    <a:pt x="72" y="0"/>
                    <a:pt x="0" y="72"/>
                    <a:pt x="0" y="167"/>
                  </a:cubicBezTo>
                  <a:cubicBezTo>
                    <a:pt x="0" y="251"/>
                    <a:pt x="72" y="334"/>
                    <a:pt x="167" y="334"/>
                  </a:cubicBezTo>
                  <a:lnTo>
                    <a:pt x="524" y="334"/>
                  </a:lnTo>
                  <a:cubicBezTo>
                    <a:pt x="607" y="334"/>
                    <a:pt x="691" y="251"/>
                    <a:pt x="691" y="167"/>
                  </a:cubicBezTo>
                  <a:cubicBezTo>
                    <a:pt x="691" y="72"/>
                    <a:pt x="607" y="0"/>
                    <a:pt x="5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6"/>
            <p:cNvSpPr/>
            <p:nvPr/>
          </p:nvSpPr>
          <p:spPr>
            <a:xfrm>
              <a:off x="7596157" y="1968159"/>
              <a:ext cx="279544" cy="358142"/>
            </a:xfrm>
            <a:custGeom>
              <a:rect b="b" l="l" r="r" t="t"/>
              <a:pathLst>
                <a:path extrusionOk="0" h="11305" w="8824">
                  <a:moveTo>
                    <a:pt x="2287" y="481"/>
                  </a:moveTo>
                  <a:cubicBezTo>
                    <a:pt x="2394" y="565"/>
                    <a:pt x="2525" y="600"/>
                    <a:pt x="2691" y="636"/>
                  </a:cubicBezTo>
                  <a:cubicBezTo>
                    <a:pt x="3001" y="708"/>
                    <a:pt x="3322" y="708"/>
                    <a:pt x="3537" y="708"/>
                  </a:cubicBezTo>
                  <a:lnTo>
                    <a:pt x="5299" y="708"/>
                  </a:lnTo>
                  <a:cubicBezTo>
                    <a:pt x="5739" y="708"/>
                    <a:pt x="6192" y="898"/>
                    <a:pt x="6490" y="1243"/>
                  </a:cubicBezTo>
                  <a:cubicBezTo>
                    <a:pt x="6787" y="1589"/>
                    <a:pt x="6930" y="2029"/>
                    <a:pt x="6894" y="2482"/>
                  </a:cubicBezTo>
                  <a:lnTo>
                    <a:pt x="6751" y="3744"/>
                  </a:lnTo>
                  <a:lnTo>
                    <a:pt x="6728" y="3744"/>
                  </a:lnTo>
                  <a:cubicBezTo>
                    <a:pt x="6620" y="3744"/>
                    <a:pt x="6537" y="3660"/>
                    <a:pt x="6537" y="3553"/>
                  </a:cubicBezTo>
                  <a:lnTo>
                    <a:pt x="6537" y="2839"/>
                  </a:lnTo>
                  <a:cubicBezTo>
                    <a:pt x="6537" y="2446"/>
                    <a:pt x="6216" y="2136"/>
                    <a:pt x="5835" y="2136"/>
                  </a:cubicBezTo>
                  <a:lnTo>
                    <a:pt x="4954" y="2136"/>
                  </a:lnTo>
                  <a:cubicBezTo>
                    <a:pt x="3846" y="2136"/>
                    <a:pt x="3072" y="1886"/>
                    <a:pt x="2644" y="1374"/>
                  </a:cubicBezTo>
                  <a:cubicBezTo>
                    <a:pt x="2382" y="1065"/>
                    <a:pt x="2299" y="719"/>
                    <a:pt x="2287" y="481"/>
                  </a:cubicBezTo>
                  <a:close/>
                  <a:moveTo>
                    <a:pt x="2215" y="1398"/>
                  </a:moveTo>
                  <a:cubicBezTo>
                    <a:pt x="2263" y="1458"/>
                    <a:pt x="2310" y="1529"/>
                    <a:pt x="2370" y="1589"/>
                  </a:cubicBezTo>
                  <a:cubicBezTo>
                    <a:pt x="2858" y="2172"/>
                    <a:pt x="3715" y="2470"/>
                    <a:pt x="4942" y="2470"/>
                  </a:cubicBezTo>
                  <a:lnTo>
                    <a:pt x="5823" y="2470"/>
                  </a:lnTo>
                  <a:cubicBezTo>
                    <a:pt x="6025" y="2470"/>
                    <a:pt x="6192" y="2624"/>
                    <a:pt x="6192" y="2839"/>
                  </a:cubicBezTo>
                  <a:lnTo>
                    <a:pt x="6192" y="3553"/>
                  </a:lnTo>
                  <a:cubicBezTo>
                    <a:pt x="6192" y="3839"/>
                    <a:pt x="6430" y="4077"/>
                    <a:pt x="6716" y="4077"/>
                  </a:cubicBezTo>
                  <a:lnTo>
                    <a:pt x="6978" y="4077"/>
                  </a:lnTo>
                  <a:cubicBezTo>
                    <a:pt x="7049" y="4077"/>
                    <a:pt x="7132" y="4101"/>
                    <a:pt x="7192" y="4160"/>
                  </a:cubicBezTo>
                  <a:cubicBezTo>
                    <a:pt x="7252" y="4220"/>
                    <a:pt x="7263" y="4291"/>
                    <a:pt x="7263" y="4375"/>
                  </a:cubicBezTo>
                  <a:cubicBezTo>
                    <a:pt x="7252" y="4506"/>
                    <a:pt x="7109" y="4625"/>
                    <a:pt x="6966" y="4625"/>
                  </a:cubicBezTo>
                  <a:lnTo>
                    <a:pt x="6894" y="4625"/>
                  </a:lnTo>
                  <a:lnTo>
                    <a:pt x="6894" y="4613"/>
                  </a:lnTo>
                  <a:cubicBezTo>
                    <a:pt x="6894" y="4518"/>
                    <a:pt x="6811" y="4446"/>
                    <a:pt x="6728" y="4446"/>
                  </a:cubicBezTo>
                  <a:cubicBezTo>
                    <a:pt x="6632" y="4446"/>
                    <a:pt x="6561" y="4518"/>
                    <a:pt x="6561" y="4613"/>
                  </a:cubicBezTo>
                  <a:cubicBezTo>
                    <a:pt x="6561" y="4815"/>
                    <a:pt x="6537" y="5006"/>
                    <a:pt x="6478" y="5208"/>
                  </a:cubicBezTo>
                  <a:cubicBezTo>
                    <a:pt x="6359" y="4982"/>
                    <a:pt x="6120" y="4803"/>
                    <a:pt x="5835" y="4803"/>
                  </a:cubicBezTo>
                  <a:lnTo>
                    <a:pt x="3001" y="4803"/>
                  </a:lnTo>
                  <a:cubicBezTo>
                    <a:pt x="2727" y="4803"/>
                    <a:pt x="2489" y="4970"/>
                    <a:pt x="2370" y="5208"/>
                  </a:cubicBezTo>
                  <a:cubicBezTo>
                    <a:pt x="2310" y="5006"/>
                    <a:pt x="2275" y="4815"/>
                    <a:pt x="2275" y="4613"/>
                  </a:cubicBezTo>
                  <a:cubicBezTo>
                    <a:pt x="2275" y="4518"/>
                    <a:pt x="2203" y="4446"/>
                    <a:pt x="2108" y="4446"/>
                  </a:cubicBezTo>
                  <a:cubicBezTo>
                    <a:pt x="2025" y="4446"/>
                    <a:pt x="1953" y="4518"/>
                    <a:pt x="1953" y="4613"/>
                  </a:cubicBezTo>
                  <a:lnTo>
                    <a:pt x="1953" y="4625"/>
                  </a:lnTo>
                  <a:lnTo>
                    <a:pt x="1846" y="4625"/>
                  </a:lnTo>
                  <a:cubicBezTo>
                    <a:pt x="1775" y="4625"/>
                    <a:pt x="1691" y="4589"/>
                    <a:pt x="1632" y="4529"/>
                  </a:cubicBezTo>
                  <a:cubicBezTo>
                    <a:pt x="1572" y="4470"/>
                    <a:pt x="1560" y="4399"/>
                    <a:pt x="1560" y="4327"/>
                  </a:cubicBezTo>
                  <a:cubicBezTo>
                    <a:pt x="1572" y="4196"/>
                    <a:pt x="1715" y="4077"/>
                    <a:pt x="1858" y="4077"/>
                  </a:cubicBezTo>
                  <a:lnTo>
                    <a:pt x="2096" y="4077"/>
                  </a:lnTo>
                  <a:cubicBezTo>
                    <a:pt x="2382" y="4077"/>
                    <a:pt x="2620" y="3839"/>
                    <a:pt x="2620" y="3553"/>
                  </a:cubicBezTo>
                  <a:lnTo>
                    <a:pt x="2620" y="2672"/>
                  </a:lnTo>
                  <a:cubicBezTo>
                    <a:pt x="2620" y="2601"/>
                    <a:pt x="2644" y="2541"/>
                    <a:pt x="2703" y="2505"/>
                  </a:cubicBezTo>
                  <a:cubicBezTo>
                    <a:pt x="2787" y="2470"/>
                    <a:pt x="2810" y="2363"/>
                    <a:pt x="2763" y="2291"/>
                  </a:cubicBezTo>
                  <a:cubicBezTo>
                    <a:pt x="2739" y="2236"/>
                    <a:pt x="2685" y="2207"/>
                    <a:pt x="2630" y="2207"/>
                  </a:cubicBezTo>
                  <a:cubicBezTo>
                    <a:pt x="2602" y="2207"/>
                    <a:pt x="2573" y="2215"/>
                    <a:pt x="2549" y="2232"/>
                  </a:cubicBezTo>
                  <a:cubicBezTo>
                    <a:pt x="2382" y="2315"/>
                    <a:pt x="2287" y="2494"/>
                    <a:pt x="2287" y="2672"/>
                  </a:cubicBezTo>
                  <a:lnTo>
                    <a:pt x="2287" y="3553"/>
                  </a:lnTo>
                  <a:cubicBezTo>
                    <a:pt x="2287" y="3660"/>
                    <a:pt x="2203" y="3744"/>
                    <a:pt x="2096" y="3744"/>
                  </a:cubicBezTo>
                  <a:lnTo>
                    <a:pt x="2072" y="3744"/>
                  </a:lnTo>
                  <a:lnTo>
                    <a:pt x="1929" y="2482"/>
                  </a:lnTo>
                  <a:cubicBezTo>
                    <a:pt x="1894" y="2089"/>
                    <a:pt x="1989" y="1708"/>
                    <a:pt x="2215" y="1398"/>
                  </a:cubicBezTo>
                  <a:close/>
                  <a:moveTo>
                    <a:pt x="5823" y="5125"/>
                  </a:moveTo>
                  <a:cubicBezTo>
                    <a:pt x="6025" y="5125"/>
                    <a:pt x="6192" y="5291"/>
                    <a:pt x="6192" y="5506"/>
                  </a:cubicBezTo>
                  <a:lnTo>
                    <a:pt x="6192" y="5684"/>
                  </a:lnTo>
                  <a:cubicBezTo>
                    <a:pt x="6192" y="6661"/>
                    <a:pt x="5382" y="7470"/>
                    <a:pt x="4406" y="7470"/>
                  </a:cubicBezTo>
                  <a:cubicBezTo>
                    <a:pt x="3418" y="7470"/>
                    <a:pt x="2620" y="6661"/>
                    <a:pt x="2620" y="5684"/>
                  </a:cubicBezTo>
                  <a:lnTo>
                    <a:pt x="2620" y="5506"/>
                  </a:lnTo>
                  <a:cubicBezTo>
                    <a:pt x="2620" y="5291"/>
                    <a:pt x="2775" y="5125"/>
                    <a:pt x="2989" y="5125"/>
                  </a:cubicBezTo>
                  <a:close/>
                  <a:moveTo>
                    <a:pt x="2114" y="1"/>
                  </a:moveTo>
                  <a:cubicBezTo>
                    <a:pt x="2100" y="1"/>
                    <a:pt x="2086" y="2"/>
                    <a:pt x="2072" y="5"/>
                  </a:cubicBezTo>
                  <a:cubicBezTo>
                    <a:pt x="2013" y="29"/>
                    <a:pt x="1965" y="77"/>
                    <a:pt x="1953" y="136"/>
                  </a:cubicBezTo>
                  <a:cubicBezTo>
                    <a:pt x="1953" y="172"/>
                    <a:pt x="1870" y="577"/>
                    <a:pt x="2072" y="1053"/>
                  </a:cubicBezTo>
                  <a:cubicBezTo>
                    <a:pt x="1727" y="1446"/>
                    <a:pt x="1572" y="1970"/>
                    <a:pt x="1620" y="2494"/>
                  </a:cubicBezTo>
                  <a:lnTo>
                    <a:pt x="1751" y="3732"/>
                  </a:lnTo>
                  <a:cubicBezTo>
                    <a:pt x="1489" y="3779"/>
                    <a:pt x="1275" y="3994"/>
                    <a:pt x="1251" y="4268"/>
                  </a:cubicBezTo>
                  <a:cubicBezTo>
                    <a:pt x="1239" y="4446"/>
                    <a:pt x="1298" y="4613"/>
                    <a:pt x="1394" y="4744"/>
                  </a:cubicBezTo>
                  <a:cubicBezTo>
                    <a:pt x="1513" y="4875"/>
                    <a:pt x="1679" y="4934"/>
                    <a:pt x="1846" y="4934"/>
                  </a:cubicBezTo>
                  <a:lnTo>
                    <a:pt x="1965" y="4934"/>
                  </a:lnTo>
                  <a:cubicBezTo>
                    <a:pt x="2013" y="5280"/>
                    <a:pt x="2132" y="5589"/>
                    <a:pt x="2310" y="5887"/>
                  </a:cubicBezTo>
                  <a:cubicBezTo>
                    <a:pt x="2334" y="6196"/>
                    <a:pt x="2441" y="6482"/>
                    <a:pt x="2584" y="6732"/>
                  </a:cubicBezTo>
                  <a:cubicBezTo>
                    <a:pt x="2429" y="6768"/>
                    <a:pt x="2287" y="6899"/>
                    <a:pt x="2287" y="7077"/>
                  </a:cubicBezTo>
                  <a:lnTo>
                    <a:pt x="2287" y="7923"/>
                  </a:lnTo>
                  <a:cubicBezTo>
                    <a:pt x="2287" y="8089"/>
                    <a:pt x="2191" y="8220"/>
                    <a:pt x="2037" y="8268"/>
                  </a:cubicBezTo>
                  <a:lnTo>
                    <a:pt x="858" y="8625"/>
                  </a:lnTo>
                  <a:cubicBezTo>
                    <a:pt x="346" y="8792"/>
                    <a:pt x="1" y="9244"/>
                    <a:pt x="1" y="9804"/>
                  </a:cubicBezTo>
                  <a:lnTo>
                    <a:pt x="1" y="11137"/>
                  </a:lnTo>
                  <a:cubicBezTo>
                    <a:pt x="1" y="11233"/>
                    <a:pt x="72" y="11304"/>
                    <a:pt x="167" y="11304"/>
                  </a:cubicBezTo>
                  <a:cubicBezTo>
                    <a:pt x="251" y="11304"/>
                    <a:pt x="322" y="11233"/>
                    <a:pt x="322" y="11137"/>
                  </a:cubicBezTo>
                  <a:lnTo>
                    <a:pt x="322" y="9804"/>
                  </a:lnTo>
                  <a:cubicBezTo>
                    <a:pt x="322" y="9399"/>
                    <a:pt x="584" y="9054"/>
                    <a:pt x="953" y="8935"/>
                  </a:cubicBezTo>
                  <a:lnTo>
                    <a:pt x="2025" y="8613"/>
                  </a:lnTo>
                  <a:cubicBezTo>
                    <a:pt x="2322" y="9352"/>
                    <a:pt x="3287" y="9887"/>
                    <a:pt x="4394" y="9887"/>
                  </a:cubicBezTo>
                  <a:cubicBezTo>
                    <a:pt x="4775" y="9887"/>
                    <a:pt x="5168" y="9828"/>
                    <a:pt x="5501" y="9697"/>
                  </a:cubicBezTo>
                  <a:cubicBezTo>
                    <a:pt x="5597" y="9661"/>
                    <a:pt x="5644" y="9578"/>
                    <a:pt x="5608" y="9482"/>
                  </a:cubicBezTo>
                  <a:cubicBezTo>
                    <a:pt x="5590" y="9418"/>
                    <a:pt x="5529" y="9375"/>
                    <a:pt x="5464" y="9375"/>
                  </a:cubicBezTo>
                  <a:cubicBezTo>
                    <a:pt x="5445" y="9375"/>
                    <a:pt x="5425" y="9379"/>
                    <a:pt x="5406" y="9387"/>
                  </a:cubicBezTo>
                  <a:cubicBezTo>
                    <a:pt x="5085" y="9482"/>
                    <a:pt x="4751" y="9554"/>
                    <a:pt x="4394" y="9554"/>
                  </a:cubicBezTo>
                  <a:cubicBezTo>
                    <a:pt x="3870" y="9554"/>
                    <a:pt x="3382" y="9435"/>
                    <a:pt x="2989" y="9197"/>
                  </a:cubicBezTo>
                  <a:cubicBezTo>
                    <a:pt x="2668" y="8994"/>
                    <a:pt x="2429" y="8744"/>
                    <a:pt x="2322" y="8459"/>
                  </a:cubicBezTo>
                  <a:cubicBezTo>
                    <a:pt x="2501" y="8328"/>
                    <a:pt x="2608" y="8125"/>
                    <a:pt x="2608" y="7899"/>
                  </a:cubicBezTo>
                  <a:lnTo>
                    <a:pt x="2608" y="7054"/>
                  </a:lnTo>
                  <a:cubicBezTo>
                    <a:pt x="2608" y="7054"/>
                    <a:pt x="2608" y="7030"/>
                    <a:pt x="2620" y="7030"/>
                  </a:cubicBezTo>
                  <a:lnTo>
                    <a:pt x="2810" y="7030"/>
                  </a:lnTo>
                  <a:cubicBezTo>
                    <a:pt x="3191" y="7470"/>
                    <a:pt x="3763" y="7744"/>
                    <a:pt x="4382" y="7744"/>
                  </a:cubicBezTo>
                  <a:cubicBezTo>
                    <a:pt x="5013" y="7744"/>
                    <a:pt x="5573" y="7482"/>
                    <a:pt x="5966" y="7030"/>
                  </a:cubicBezTo>
                  <a:lnTo>
                    <a:pt x="6156" y="7030"/>
                  </a:lnTo>
                  <a:cubicBezTo>
                    <a:pt x="6156" y="7030"/>
                    <a:pt x="6168" y="7030"/>
                    <a:pt x="6168" y="7054"/>
                  </a:cubicBezTo>
                  <a:lnTo>
                    <a:pt x="6168" y="7899"/>
                  </a:lnTo>
                  <a:cubicBezTo>
                    <a:pt x="6168" y="8125"/>
                    <a:pt x="6275" y="8328"/>
                    <a:pt x="6454" y="8459"/>
                  </a:cubicBezTo>
                  <a:cubicBezTo>
                    <a:pt x="6382" y="8673"/>
                    <a:pt x="6216" y="8875"/>
                    <a:pt x="5989" y="9042"/>
                  </a:cubicBezTo>
                  <a:cubicBezTo>
                    <a:pt x="5918" y="9101"/>
                    <a:pt x="5906" y="9209"/>
                    <a:pt x="5966" y="9280"/>
                  </a:cubicBezTo>
                  <a:cubicBezTo>
                    <a:pt x="5989" y="9328"/>
                    <a:pt x="6037" y="9340"/>
                    <a:pt x="6097" y="9340"/>
                  </a:cubicBezTo>
                  <a:cubicBezTo>
                    <a:pt x="6132" y="9340"/>
                    <a:pt x="6168" y="9328"/>
                    <a:pt x="6204" y="9316"/>
                  </a:cubicBezTo>
                  <a:cubicBezTo>
                    <a:pt x="6466" y="9101"/>
                    <a:pt x="6644" y="8863"/>
                    <a:pt x="6751" y="8601"/>
                  </a:cubicBezTo>
                  <a:lnTo>
                    <a:pt x="7823" y="8923"/>
                  </a:lnTo>
                  <a:cubicBezTo>
                    <a:pt x="8204" y="9042"/>
                    <a:pt x="8454" y="9387"/>
                    <a:pt x="8454" y="9792"/>
                  </a:cubicBezTo>
                  <a:lnTo>
                    <a:pt x="8454" y="11126"/>
                  </a:lnTo>
                  <a:cubicBezTo>
                    <a:pt x="8454" y="11221"/>
                    <a:pt x="8525" y="11292"/>
                    <a:pt x="8621" y="11292"/>
                  </a:cubicBezTo>
                  <a:cubicBezTo>
                    <a:pt x="8704" y="11292"/>
                    <a:pt x="8776" y="11221"/>
                    <a:pt x="8776" y="11126"/>
                  </a:cubicBezTo>
                  <a:lnTo>
                    <a:pt x="8776" y="9792"/>
                  </a:lnTo>
                  <a:cubicBezTo>
                    <a:pt x="8823" y="9280"/>
                    <a:pt x="8478" y="8804"/>
                    <a:pt x="7966" y="8661"/>
                  </a:cubicBezTo>
                  <a:lnTo>
                    <a:pt x="6787" y="8304"/>
                  </a:lnTo>
                  <a:cubicBezTo>
                    <a:pt x="6632" y="8256"/>
                    <a:pt x="6537" y="8101"/>
                    <a:pt x="6537" y="7958"/>
                  </a:cubicBezTo>
                  <a:lnTo>
                    <a:pt x="6537" y="7113"/>
                  </a:lnTo>
                  <a:cubicBezTo>
                    <a:pt x="6537" y="6935"/>
                    <a:pt x="6394" y="6792"/>
                    <a:pt x="6239" y="6768"/>
                  </a:cubicBezTo>
                  <a:cubicBezTo>
                    <a:pt x="6382" y="6518"/>
                    <a:pt x="6490" y="6232"/>
                    <a:pt x="6513" y="5923"/>
                  </a:cubicBezTo>
                  <a:cubicBezTo>
                    <a:pt x="6692" y="5625"/>
                    <a:pt x="6811" y="5303"/>
                    <a:pt x="6859" y="4970"/>
                  </a:cubicBezTo>
                  <a:lnTo>
                    <a:pt x="6966" y="4970"/>
                  </a:lnTo>
                  <a:cubicBezTo>
                    <a:pt x="7287" y="4970"/>
                    <a:pt x="7561" y="4732"/>
                    <a:pt x="7585" y="4410"/>
                  </a:cubicBezTo>
                  <a:cubicBezTo>
                    <a:pt x="7609" y="4232"/>
                    <a:pt x="7549" y="4077"/>
                    <a:pt x="7442" y="3934"/>
                  </a:cubicBezTo>
                  <a:cubicBezTo>
                    <a:pt x="7347" y="3839"/>
                    <a:pt x="7216" y="3779"/>
                    <a:pt x="7085" y="3744"/>
                  </a:cubicBezTo>
                  <a:lnTo>
                    <a:pt x="7216" y="2505"/>
                  </a:lnTo>
                  <a:cubicBezTo>
                    <a:pt x="7275" y="1958"/>
                    <a:pt x="7097" y="1422"/>
                    <a:pt x="6728" y="1005"/>
                  </a:cubicBezTo>
                  <a:cubicBezTo>
                    <a:pt x="6359" y="600"/>
                    <a:pt x="5835" y="362"/>
                    <a:pt x="5287" y="362"/>
                  </a:cubicBezTo>
                  <a:lnTo>
                    <a:pt x="3525" y="362"/>
                  </a:lnTo>
                  <a:cubicBezTo>
                    <a:pt x="2918" y="362"/>
                    <a:pt x="2406" y="243"/>
                    <a:pt x="2227" y="53"/>
                  </a:cubicBezTo>
                  <a:cubicBezTo>
                    <a:pt x="2200" y="16"/>
                    <a:pt x="2159" y="1"/>
                    <a:pt x="21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46"/>
          <p:cNvGrpSpPr/>
          <p:nvPr/>
        </p:nvGrpSpPr>
        <p:grpSpPr>
          <a:xfrm>
            <a:off x="2641788" y="4846776"/>
            <a:ext cx="235361" cy="296718"/>
            <a:chOff x="7144274" y="1500214"/>
            <a:chExt cx="282174" cy="355735"/>
          </a:xfrm>
        </p:grpSpPr>
        <p:sp>
          <p:nvSpPr>
            <p:cNvPr id="272" name="Google Shape;272;p46"/>
            <p:cNvSpPr/>
            <p:nvPr/>
          </p:nvSpPr>
          <p:spPr>
            <a:xfrm>
              <a:off x="7245745" y="1613375"/>
              <a:ext cx="10613" cy="16252"/>
            </a:xfrm>
            <a:custGeom>
              <a:rect b="b" l="l" r="r" t="t"/>
              <a:pathLst>
                <a:path extrusionOk="0" h="513" w="335">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6"/>
            <p:cNvSpPr/>
            <p:nvPr/>
          </p:nvSpPr>
          <p:spPr>
            <a:xfrm>
              <a:off x="7313635" y="1613375"/>
              <a:ext cx="10613" cy="16252"/>
            </a:xfrm>
            <a:custGeom>
              <a:rect b="b" l="l" r="r" t="t"/>
              <a:pathLst>
                <a:path extrusionOk="0" h="513" w="335">
                  <a:moveTo>
                    <a:pt x="168" y="0"/>
                  </a:moveTo>
                  <a:cubicBezTo>
                    <a:pt x="72" y="0"/>
                    <a:pt x="1" y="72"/>
                    <a:pt x="1" y="167"/>
                  </a:cubicBezTo>
                  <a:lnTo>
                    <a:pt x="1" y="346"/>
                  </a:lnTo>
                  <a:cubicBezTo>
                    <a:pt x="1" y="429"/>
                    <a:pt x="72" y="512"/>
                    <a:pt x="168" y="512"/>
                  </a:cubicBezTo>
                  <a:cubicBezTo>
                    <a:pt x="251" y="512"/>
                    <a:pt x="334" y="429"/>
                    <a:pt x="334" y="346"/>
                  </a:cubicBezTo>
                  <a:lnTo>
                    <a:pt x="334" y="167"/>
                  </a:lnTo>
                  <a:cubicBezTo>
                    <a:pt x="334" y="72"/>
                    <a:pt x="251" y="0"/>
                    <a:pt x="1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6"/>
            <p:cNvSpPr/>
            <p:nvPr/>
          </p:nvSpPr>
          <p:spPr>
            <a:xfrm>
              <a:off x="7262345" y="1653070"/>
              <a:ext cx="45302" cy="16157"/>
            </a:xfrm>
            <a:custGeom>
              <a:rect b="b" l="l" r="r" t="t"/>
              <a:pathLst>
                <a:path extrusionOk="0" h="510" w="1430">
                  <a:moveTo>
                    <a:pt x="184" y="0"/>
                  </a:moveTo>
                  <a:cubicBezTo>
                    <a:pt x="140" y="0"/>
                    <a:pt x="96" y="15"/>
                    <a:pt x="60" y="45"/>
                  </a:cubicBezTo>
                  <a:cubicBezTo>
                    <a:pt x="1" y="105"/>
                    <a:pt x="1" y="212"/>
                    <a:pt x="60" y="283"/>
                  </a:cubicBezTo>
                  <a:cubicBezTo>
                    <a:pt x="203" y="426"/>
                    <a:pt x="441" y="509"/>
                    <a:pt x="715" y="509"/>
                  </a:cubicBezTo>
                  <a:cubicBezTo>
                    <a:pt x="977" y="509"/>
                    <a:pt x="1215" y="414"/>
                    <a:pt x="1370" y="283"/>
                  </a:cubicBezTo>
                  <a:cubicBezTo>
                    <a:pt x="1429" y="212"/>
                    <a:pt x="1429" y="105"/>
                    <a:pt x="1370" y="45"/>
                  </a:cubicBezTo>
                  <a:cubicBezTo>
                    <a:pt x="1340" y="15"/>
                    <a:pt x="1298" y="0"/>
                    <a:pt x="1255" y="0"/>
                  </a:cubicBezTo>
                  <a:cubicBezTo>
                    <a:pt x="1212" y="0"/>
                    <a:pt x="1167" y="15"/>
                    <a:pt x="1132" y="45"/>
                  </a:cubicBezTo>
                  <a:cubicBezTo>
                    <a:pt x="1072" y="105"/>
                    <a:pt x="917" y="176"/>
                    <a:pt x="715" y="176"/>
                  </a:cubicBezTo>
                  <a:cubicBezTo>
                    <a:pt x="501" y="176"/>
                    <a:pt x="358" y="105"/>
                    <a:pt x="298" y="45"/>
                  </a:cubicBezTo>
                  <a:cubicBezTo>
                    <a:pt x="268" y="15"/>
                    <a:pt x="227" y="0"/>
                    <a:pt x="18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6"/>
            <p:cNvSpPr/>
            <p:nvPr/>
          </p:nvSpPr>
          <p:spPr>
            <a:xfrm>
              <a:off x="7144274" y="1500214"/>
              <a:ext cx="282174" cy="355735"/>
            </a:xfrm>
            <a:custGeom>
              <a:rect b="b" l="l" r="r" t="t"/>
              <a:pathLst>
                <a:path extrusionOk="0" h="11229" w="8907">
                  <a:moveTo>
                    <a:pt x="7299" y="334"/>
                  </a:moveTo>
                  <a:cubicBezTo>
                    <a:pt x="7228" y="1048"/>
                    <a:pt x="6597" y="1608"/>
                    <a:pt x="5871" y="1608"/>
                  </a:cubicBezTo>
                  <a:lnTo>
                    <a:pt x="2656" y="1608"/>
                  </a:lnTo>
                  <a:cubicBezTo>
                    <a:pt x="2561" y="1608"/>
                    <a:pt x="2489" y="1679"/>
                    <a:pt x="2489" y="1775"/>
                  </a:cubicBezTo>
                  <a:cubicBezTo>
                    <a:pt x="2489" y="1858"/>
                    <a:pt x="2561" y="1941"/>
                    <a:pt x="2656" y="1941"/>
                  </a:cubicBezTo>
                  <a:lnTo>
                    <a:pt x="5871" y="1941"/>
                  </a:lnTo>
                  <a:cubicBezTo>
                    <a:pt x="6192" y="1941"/>
                    <a:pt x="6514" y="1846"/>
                    <a:pt x="6776" y="1679"/>
                  </a:cubicBezTo>
                  <a:lnTo>
                    <a:pt x="6776" y="3560"/>
                  </a:lnTo>
                  <a:cubicBezTo>
                    <a:pt x="6776" y="3644"/>
                    <a:pt x="6847" y="3727"/>
                    <a:pt x="6942" y="3727"/>
                  </a:cubicBezTo>
                  <a:lnTo>
                    <a:pt x="7026" y="3727"/>
                  </a:lnTo>
                  <a:cubicBezTo>
                    <a:pt x="7109" y="3727"/>
                    <a:pt x="7180" y="3751"/>
                    <a:pt x="7240" y="3810"/>
                  </a:cubicBezTo>
                  <a:cubicBezTo>
                    <a:pt x="7299" y="3870"/>
                    <a:pt x="7311" y="3941"/>
                    <a:pt x="7311" y="4037"/>
                  </a:cubicBezTo>
                  <a:cubicBezTo>
                    <a:pt x="7299" y="4180"/>
                    <a:pt x="7168" y="4287"/>
                    <a:pt x="7002" y="4287"/>
                  </a:cubicBezTo>
                  <a:lnTo>
                    <a:pt x="6930" y="4287"/>
                  </a:lnTo>
                  <a:lnTo>
                    <a:pt x="6930" y="4275"/>
                  </a:lnTo>
                  <a:cubicBezTo>
                    <a:pt x="6930" y="4180"/>
                    <a:pt x="6847" y="4108"/>
                    <a:pt x="6764" y="4108"/>
                  </a:cubicBezTo>
                  <a:cubicBezTo>
                    <a:pt x="6668" y="4108"/>
                    <a:pt x="6597" y="4180"/>
                    <a:pt x="6597" y="4275"/>
                  </a:cubicBezTo>
                  <a:cubicBezTo>
                    <a:pt x="6597" y="5465"/>
                    <a:pt x="5633" y="6430"/>
                    <a:pt x="4442" y="6430"/>
                  </a:cubicBezTo>
                  <a:cubicBezTo>
                    <a:pt x="3251" y="6430"/>
                    <a:pt x="2287" y="5465"/>
                    <a:pt x="2287" y="4275"/>
                  </a:cubicBezTo>
                  <a:cubicBezTo>
                    <a:pt x="2287" y="4180"/>
                    <a:pt x="2204" y="4108"/>
                    <a:pt x="2120" y="4108"/>
                  </a:cubicBezTo>
                  <a:cubicBezTo>
                    <a:pt x="2025" y="4108"/>
                    <a:pt x="1954" y="4180"/>
                    <a:pt x="1954" y="4275"/>
                  </a:cubicBezTo>
                  <a:lnTo>
                    <a:pt x="1954" y="4287"/>
                  </a:lnTo>
                  <a:lnTo>
                    <a:pt x="1846" y="4287"/>
                  </a:lnTo>
                  <a:cubicBezTo>
                    <a:pt x="1775" y="4287"/>
                    <a:pt x="1704" y="4263"/>
                    <a:pt x="1644" y="4203"/>
                  </a:cubicBezTo>
                  <a:cubicBezTo>
                    <a:pt x="1584" y="4144"/>
                    <a:pt x="1573" y="4061"/>
                    <a:pt x="1573" y="3977"/>
                  </a:cubicBezTo>
                  <a:cubicBezTo>
                    <a:pt x="1584" y="3822"/>
                    <a:pt x="1715" y="3727"/>
                    <a:pt x="1882" y="3727"/>
                  </a:cubicBezTo>
                  <a:lnTo>
                    <a:pt x="1942" y="3727"/>
                  </a:lnTo>
                  <a:cubicBezTo>
                    <a:pt x="2025" y="3727"/>
                    <a:pt x="2108" y="3644"/>
                    <a:pt x="2108" y="3560"/>
                  </a:cubicBezTo>
                  <a:lnTo>
                    <a:pt x="2108" y="1775"/>
                  </a:lnTo>
                  <a:cubicBezTo>
                    <a:pt x="2108" y="989"/>
                    <a:pt x="2739" y="334"/>
                    <a:pt x="3549" y="334"/>
                  </a:cubicBezTo>
                  <a:close/>
                  <a:moveTo>
                    <a:pt x="3025" y="6763"/>
                  </a:moveTo>
                  <a:lnTo>
                    <a:pt x="3025" y="7085"/>
                  </a:lnTo>
                  <a:cubicBezTo>
                    <a:pt x="3025" y="7239"/>
                    <a:pt x="2918" y="7382"/>
                    <a:pt x="2787" y="7430"/>
                  </a:cubicBezTo>
                  <a:lnTo>
                    <a:pt x="2406" y="7180"/>
                  </a:lnTo>
                  <a:cubicBezTo>
                    <a:pt x="2299" y="7097"/>
                    <a:pt x="2287" y="7001"/>
                    <a:pt x="2311" y="6918"/>
                  </a:cubicBezTo>
                  <a:cubicBezTo>
                    <a:pt x="2346" y="6847"/>
                    <a:pt x="2406" y="6763"/>
                    <a:pt x="2537" y="6763"/>
                  </a:cubicBezTo>
                  <a:close/>
                  <a:moveTo>
                    <a:pt x="6359" y="6763"/>
                  </a:moveTo>
                  <a:cubicBezTo>
                    <a:pt x="6478" y="6763"/>
                    <a:pt x="6549" y="6847"/>
                    <a:pt x="6585" y="6918"/>
                  </a:cubicBezTo>
                  <a:cubicBezTo>
                    <a:pt x="6609" y="7001"/>
                    <a:pt x="6597" y="7120"/>
                    <a:pt x="6490" y="7180"/>
                  </a:cubicBezTo>
                  <a:lnTo>
                    <a:pt x="6109" y="7430"/>
                  </a:lnTo>
                  <a:cubicBezTo>
                    <a:pt x="5954" y="7382"/>
                    <a:pt x="5859" y="7239"/>
                    <a:pt x="5859" y="7085"/>
                  </a:cubicBezTo>
                  <a:lnTo>
                    <a:pt x="5859" y="6763"/>
                  </a:lnTo>
                  <a:close/>
                  <a:moveTo>
                    <a:pt x="6371" y="6216"/>
                  </a:moveTo>
                  <a:cubicBezTo>
                    <a:pt x="6883" y="6216"/>
                    <a:pt x="7276" y="6620"/>
                    <a:pt x="7276" y="7132"/>
                  </a:cubicBezTo>
                  <a:cubicBezTo>
                    <a:pt x="7311" y="8156"/>
                    <a:pt x="6514" y="9025"/>
                    <a:pt x="5502" y="9097"/>
                  </a:cubicBezTo>
                  <a:lnTo>
                    <a:pt x="5502" y="8918"/>
                  </a:lnTo>
                  <a:cubicBezTo>
                    <a:pt x="5502" y="8823"/>
                    <a:pt x="5418" y="8752"/>
                    <a:pt x="5335" y="8752"/>
                  </a:cubicBezTo>
                  <a:cubicBezTo>
                    <a:pt x="5240" y="8752"/>
                    <a:pt x="5168" y="8823"/>
                    <a:pt x="5168" y="8918"/>
                  </a:cubicBezTo>
                  <a:lnTo>
                    <a:pt x="5168" y="9109"/>
                  </a:lnTo>
                  <a:lnTo>
                    <a:pt x="3716" y="9109"/>
                  </a:lnTo>
                  <a:lnTo>
                    <a:pt x="3716" y="8918"/>
                  </a:lnTo>
                  <a:cubicBezTo>
                    <a:pt x="3716" y="8823"/>
                    <a:pt x="3632" y="8752"/>
                    <a:pt x="3549" y="8752"/>
                  </a:cubicBezTo>
                  <a:cubicBezTo>
                    <a:pt x="3454" y="8752"/>
                    <a:pt x="3382" y="8823"/>
                    <a:pt x="3382" y="8918"/>
                  </a:cubicBezTo>
                  <a:lnTo>
                    <a:pt x="3382" y="9097"/>
                  </a:lnTo>
                  <a:cubicBezTo>
                    <a:pt x="2370" y="9002"/>
                    <a:pt x="1573" y="8156"/>
                    <a:pt x="1573" y="7132"/>
                  </a:cubicBezTo>
                  <a:cubicBezTo>
                    <a:pt x="1573" y="6620"/>
                    <a:pt x="1965" y="6227"/>
                    <a:pt x="2477" y="6227"/>
                  </a:cubicBezTo>
                  <a:lnTo>
                    <a:pt x="2906" y="6227"/>
                  </a:lnTo>
                  <a:cubicBezTo>
                    <a:pt x="2954" y="6251"/>
                    <a:pt x="3001" y="6287"/>
                    <a:pt x="3025" y="6311"/>
                  </a:cubicBezTo>
                  <a:lnTo>
                    <a:pt x="3025" y="6430"/>
                  </a:lnTo>
                  <a:lnTo>
                    <a:pt x="2525" y="6430"/>
                  </a:lnTo>
                  <a:cubicBezTo>
                    <a:pt x="2263" y="6430"/>
                    <a:pt x="2061" y="6585"/>
                    <a:pt x="1989" y="6835"/>
                  </a:cubicBezTo>
                  <a:cubicBezTo>
                    <a:pt x="1906" y="7085"/>
                    <a:pt x="2001" y="7323"/>
                    <a:pt x="2204" y="7454"/>
                  </a:cubicBezTo>
                  <a:lnTo>
                    <a:pt x="4037" y="8680"/>
                  </a:lnTo>
                  <a:cubicBezTo>
                    <a:pt x="4156" y="8752"/>
                    <a:pt x="4287" y="8799"/>
                    <a:pt x="4430" y="8799"/>
                  </a:cubicBezTo>
                  <a:cubicBezTo>
                    <a:pt x="4561" y="8799"/>
                    <a:pt x="4692" y="8752"/>
                    <a:pt x="4811" y="8680"/>
                  </a:cubicBezTo>
                  <a:lnTo>
                    <a:pt x="5228" y="8394"/>
                  </a:lnTo>
                  <a:cubicBezTo>
                    <a:pt x="5299" y="8347"/>
                    <a:pt x="5323" y="8252"/>
                    <a:pt x="5275" y="8168"/>
                  </a:cubicBezTo>
                  <a:cubicBezTo>
                    <a:pt x="5247" y="8125"/>
                    <a:pt x="5197" y="8104"/>
                    <a:pt x="5146" y="8104"/>
                  </a:cubicBezTo>
                  <a:cubicBezTo>
                    <a:pt x="5112" y="8104"/>
                    <a:pt x="5078" y="8113"/>
                    <a:pt x="5049" y="8132"/>
                  </a:cubicBezTo>
                  <a:lnTo>
                    <a:pt x="4632" y="8406"/>
                  </a:lnTo>
                  <a:cubicBezTo>
                    <a:pt x="4573" y="8454"/>
                    <a:pt x="4501" y="8478"/>
                    <a:pt x="4429" y="8478"/>
                  </a:cubicBezTo>
                  <a:cubicBezTo>
                    <a:pt x="4356" y="8478"/>
                    <a:pt x="4281" y="8454"/>
                    <a:pt x="4216" y="8406"/>
                  </a:cubicBezTo>
                  <a:lnTo>
                    <a:pt x="3073" y="7656"/>
                  </a:lnTo>
                  <a:cubicBezTo>
                    <a:pt x="3239" y="7513"/>
                    <a:pt x="3335" y="7323"/>
                    <a:pt x="3335" y="7097"/>
                  </a:cubicBezTo>
                  <a:lnTo>
                    <a:pt x="3335" y="6525"/>
                  </a:lnTo>
                  <a:cubicBezTo>
                    <a:pt x="3668" y="6680"/>
                    <a:pt x="4037" y="6775"/>
                    <a:pt x="4430" y="6775"/>
                  </a:cubicBezTo>
                  <a:cubicBezTo>
                    <a:pt x="4811" y="6775"/>
                    <a:pt x="5180" y="6680"/>
                    <a:pt x="5514" y="6525"/>
                  </a:cubicBezTo>
                  <a:lnTo>
                    <a:pt x="5514" y="7097"/>
                  </a:lnTo>
                  <a:cubicBezTo>
                    <a:pt x="5514" y="7323"/>
                    <a:pt x="5621" y="7513"/>
                    <a:pt x="5775" y="7656"/>
                  </a:cubicBezTo>
                  <a:lnTo>
                    <a:pt x="5668" y="7728"/>
                  </a:lnTo>
                  <a:cubicBezTo>
                    <a:pt x="5597" y="7775"/>
                    <a:pt x="5585" y="7871"/>
                    <a:pt x="5633" y="7954"/>
                  </a:cubicBezTo>
                  <a:cubicBezTo>
                    <a:pt x="5656" y="7990"/>
                    <a:pt x="5716" y="8025"/>
                    <a:pt x="5764" y="8025"/>
                  </a:cubicBezTo>
                  <a:cubicBezTo>
                    <a:pt x="5799" y="8025"/>
                    <a:pt x="5823" y="8001"/>
                    <a:pt x="5847" y="7990"/>
                  </a:cubicBezTo>
                  <a:lnTo>
                    <a:pt x="6645" y="7454"/>
                  </a:lnTo>
                  <a:cubicBezTo>
                    <a:pt x="6847" y="7323"/>
                    <a:pt x="6942" y="7073"/>
                    <a:pt x="6859" y="6835"/>
                  </a:cubicBezTo>
                  <a:cubicBezTo>
                    <a:pt x="6787" y="6597"/>
                    <a:pt x="6585" y="6430"/>
                    <a:pt x="6323" y="6430"/>
                  </a:cubicBezTo>
                  <a:lnTo>
                    <a:pt x="5823" y="6430"/>
                  </a:lnTo>
                  <a:lnTo>
                    <a:pt x="5823" y="6311"/>
                  </a:lnTo>
                  <a:cubicBezTo>
                    <a:pt x="5871" y="6287"/>
                    <a:pt x="5906" y="6251"/>
                    <a:pt x="5942" y="6216"/>
                  </a:cubicBezTo>
                  <a:close/>
                  <a:moveTo>
                    <a:pt x="3561" y="0"/>
                  </a:moveTo>
                  <a:cubicBezTo>
                    <a:pt x="2585" y="0"/>
                    <a:pt x="1787" y="786"/>
                    <a:pt x="1787" y="1775"/>
                  </a:cubicBezTo>
                  <a:lnTo>
                    <a:pt x="1787" y="3394"/>
                  </a:lnTo>
                  <a:cubicBezTo>
                    <a:pt x="1513" y="3441"/>
                    <a:pt x="1287" y="3668"/>
                    <a:pt x="1251" y="3930"/>
                  </a:cubicBezTo>
                  <a:cubicBezTo>
                    <a:pt x="1239" y="4108"/>
                    <a:pt x="1299" y="4275"/>
                    <a:pt x="1406" y="4406"/>
                  </a:cubicBezTo>
                  <a:cubicBezTo>
                    <a:pt x="1525" y="4537"/>
                    <a:pt x="1692" y="4608"/>
                    <a:pt x="1846" y="4608"/>
                  </a:cubicBezTo>
                  <a:lnTo>
                    <a:pt x="1989" y="4608"/>
                  </a:lnTo>
                  <a:cubicBezTo>
                    <a:pt x="2061" y="5108"/>
                    <a:pt x="2251" y="5537"/>
                    <a:pt x="2561" y="5894"/>
                  </a:cubicBezTo>
                  <a:lnTo>
                    <a:pt x="2489" y="5894"/>
                  </a:lnTo>
                  <a:cubicBezTo>
                    <a:pt x="1811" y="5894"/>
                    <a:pt x="1251" y="6442"/>
                    <a:pt x="1251" y="7132"/>
                  </a:cubicBezTo>
                  <a:cubicBezTo>
                    <a:pt x="1251" y="7382"/>
                    <a:pt x="1299" y="7620"/>
                    <a:pt x="1370" y="7859"/>
                  </a:cubicBezTo>
                  <a:lnTo>
                    <a:pt x="894" y="7990"/>
                  </a:lnTo>
                  <a:cubicBezTo>
                    <a:pt x="382" y="8144"/>
                    <a:pt x="1" y="8633"/>
                    <a:pt x="1" y="9180"/>
                  </a:cubicBezTo>
                  <a:lnTo>
                    <a:pt x="1" y="11061"/>
                  </a:lnTo>
                  <a:cubicBezTo>
                    <a:pt x="1" y="11145"/>
                    <a:pt x="84" y="11228"/>
                    <a:pt x="168" y="11228"/>
                  </a:cubicBezTo>
                  <a:cubicBezTo>
                    <a:pt x="263" y="11228"/>
                    <a:pt x="334" y="11145"/>
                    <a:pt x="334" y="11061"/>
                  </a:cubicBezTo>
                  <a:lnTo>
                    <a:pt x="334" y="9180"/>
                  </a:lnTo>
                  <a:cubicBezTo>
                    <a:pt x="334" y="8775"/>
                    <a:pt x="596" y="8418"/>
                    <a:pt x="989" y="8323"/>
                  </a:cubicBezTo>
                  <a:lnTo>
                    <a:pt x="1489" y="8168"/>
                  </a:lnTo>
                  <a:cubicBezTo>
                    <a:pt x="1846" y="8883"/>
                    <a:pt x="2561" y="9371"/>
                    <a:pt x="3394" y="9430"/>
                  </a:cubicBezTo>
                  <a:lnTo>
                    <a:pt x="3394" y="11061"/>
                  </a:lnTo>
                  <a:cubicBezTo>
                    <a:pt x="3394" y="11145"/>
                    <a:pt x="3478" y="11216"/>
                    <a:pt x="3561" y="11216"/>
                  </a:cubicBezTo>
                  <a:cubicBezTo>
                    <a:pt x="3656" y="11216"/>
                    <a:pt x="3728" y="11145"/>
                    <a:pt x="3728" y="11061"/>
                  </a:cubicBezTo>
                  <a:lnTo>
                    <a:pt x="3728" y="9430"/>
                  </a:lnTo>
                  <a:lnTo>
                    <a:pt x="5180" y="9430"/>
                  </a:lnTo>
                  <a:lnTo>
                    <a:pt x="5180" y="11061"/>
                  </a:lnTo>
                  <a:cubicBezTo>
                    <a:pt x="5180" y="11145"/>
                    <a:pt x="5263" y="11216"/>
                    <a:pt x="5347" y="11216"/>
                  </a:cubicBezTo>
                  <a:cubicBezTo>
                    <a:pt x="5430" y="11216"/>
                    <a:pt x="5514" y="11145"/>
                    <a:pt x="5514" y="11061"/>
                  </a:cubicBezTo>
                  <a:lnTo>
                    <a:pt x="5514" y="9430"/>
                  </a:lnTo>
                  <a:cubicBezTo>
                    <a:pt x="6347" y="9371"/>
                    <a:pt x="7061" y="8871"/>
                    <a:pt x="7419" y="8168"/>
                  </a:cubicBezTo>
                  <a:lnTo>
                    <a:pt x="7919" y="8323"/>
                  </a:lnTo>
                  <a:cubicBezTo>
                    <a:pt x="8311" y="8442"/>
                    <a:pt x="8573" y="8799"/>
                    <a:pt x="8573" y="9180"/>
                  </a:cubicBezTo>
                  <a:lnTo>
                    <a:pt x="8573" y="11061"/>
                  </a:lnTo>
                  <a:cubicBezTo>
                    <a:pt x="8573" y="11145"/>
                    <a:pt x="8657" y="11228"/>
                    <a:pt x="8740" y="11228"/>
                  </a:cubicBezTo>
                  <a:cubicBezTo>
                    <a:pt x="8823" y="11228"/>
                    <a:pt x="8907" y="11145"/>
                    <a:pt x="8907" y="11061"/>
                  </a:cubicBezTo>
                  <a:lnTo>
                    <a:pt x="8907" y="9180"/>
                  </a:lnTo>
                  <a:cubicBezTo>
                    <a:pt x="8895" y="8633"/>
                    <a:pt x="8514" y="8144"/>
                    <a:pt x="8002" y="7990"/>
                  </a:cubicBezTo>
                  <a:lnTo>
                    <a:pt x="7526" y="7859"/>
                  </a:lnTo>
                  <a:cubicBezTo>
                    <a:pt x="7597" y="7632"/>
                    <a:pt x="7645" y="7382"/>
                    <a:pt x="7645" y="7132"/>
                  </a:cubicBezTo>
                  <a:cubicBezTo>
                    <a:pt x="7645" y="6442"/>
                    <a:pt x="7085" y="5894"/>
                    <a:pt x="6406" y="5894"/>
                  </a:cubicBezTo>
                  <a:lnTo>
                    <a:pt x="6311" y="5894"/>
                  </a:lnTo>
                  <a:cubicBezTo>
                    <a:pt x="6609" y="5537"/>
                    <a:pt x="6823" y="5108"/>
                    <a:pt x="6895" y="4620"/>
                  </a:cubicBezTo>
                  <a:lnTo>
                    <a:pt x="7002" y="4620"/>
                  </a:lnTo>
                  <a:cubicBezTo>
                    <a:pt x="7323" y="4620"/>
                    <a:pt x="7597" y="4382"/>
                    <a:pt x="7645" y="4061"/>
                  </a:cubicBezTo>
                  <a:cubicBezTo>
                    <a:pt x="7657" y="3882"/>
                    <a:pt x="7597" y="3727"/>
                    <a:pt x="7490" y="3584"/>
                  </a:cubicBezTo>
                  <a:cubicBezTo>
                    <a:pt x="7383" y="3489"/>
                    <a:pt x="7252" y="3406"/>
                    <a:pt x="7121" y="3394"/>
                  </a:cubicBezTo>
                  <a:lnTo>
                    <a:pt x="7121" y="1429"/>
                  </a:lnTo>
                  <a:cubicBezTo>
                    <a:pt x="7442" y="1108"/>
                    <a:pt x="7657" y="655"/>
                    <a:pt x="7657" y="167"/>
                  </a:cubicBezTo>
                  <a:cubicBezTo>
                    <a:pt x="7657" y="72"/>
                    <a:pt x="7585" y="0"/>
                    <a:pt x="749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6"/>
            <p:cNvSpPr/>
            <p:nvPr/>
          </p:nvSpPr>
          <p:spPr>
            <a:xfrm>
              <a:off x="7239726" y="1594081"/>
              <a:ext cx="22651" cy="12165"/>
            </a:xfrm>
            <a:custGeom>
              <a:rect b="b" l="l" r="r" t="t"/>
              <a:pathLst>
                <a:path extrusionOk="0" h="384" w="715">
                  <a:moveTo>
                    <a:pt x="524" y="1"/>
                  </a:moveTo>
                  <a:cubicBezTo>
                    <a:pt x="517" y="1"/>
                    <a:pt x="508" y="1"/>
                    <a:pt x="500" y="2"/>
                  </a:cubicBezTo>
                  <a:lnTo>
                    <a:pt x="143" y="62"/>
                  </a:lnTo>
                  <a:cubicBezTo>
                    <a:pt x="60" y="74"/>
                    <a:pt x="0" y="169"/>
                    <a:pt x="12" y="252"/>
                  </a:cubicBezTo>
                  <a:cubicBezTo>
                    <a:pt x="24" y="324"/>
                    <a:pt x="95" y="383"/>
                    <a:pt x="179" y="383"/>
                  </a:cubicBezTo>
                  <a:lnTo>
                    <a:pt x="203" y="383"/>
                  </a:lnTo>
                  <a:lnTo>
                    <a:pt x="560" y="324"/>
                  </a:lnTo>
                  <a:cubicBezTo>
                    <a:pt x="655" y="312"/>
                    <a:pt x="715" y="228"/>
                    <a:pt x="703" y="133"/>
                  </a:cubicBezTo>
                  <a:cubicBezTo>
                    <a:pt x="681" y="57"/>
                    <a:pt x="609" y="1"/>
                    <a:pt x="5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6"/>
            <p:cNvSpPr/>
            <p:nvPr/>
          </p:nvSpPr>
          <p:spPr>
            <a:xfrm>
              <a:off x="7307616" y="1594462"/>
              <a:ext cx="22651" cy="12514"/>
            </a:xfrm>
            <a:custGeom>
              <a:rect b="b" l="l" r="r" t="t"/>
              <a:pathLst>
                <a:path extrusionOk="0" h="395" w="715">
                  <a:moveTo>
                    <a:pt x="181" y="1"/>
                  </a:moveTo>
                  <a:cubicBezTo>
                    <a:pt x="104" y="1"/>
                    <a:pt x="23" y="57"/>
                    <a:pt x="12" y="133"/>
                  </a:cubicBezTo>
                  <a:cubicBezTo>
                    <a:pt x="0" y="228"/>
                    <a:pt x="60" y="312"/>
                    <a:pt x="143" y="335"/>
                  </a:cubicBezTo>
                  <a:lnTo>
                    <a:pt x="500" y="395"/>
                  </a:lnTo>
                  <a:lnTo>
                    <a:pt x="536" y="395"/>
                  </a:lnTo>
                  <a:cubicBezTo>
                    <a:pt x="608" y="395"/>
                    <a:pt x="679" y="335"/>
                    <a:pt x="703" y="252"/>
                  </a:cubicBezTo>
                  <a:cubicBezTo>
                    <a:pt x="715" y="169"/>
                    <a:pt x="655" y="73"/>
                    <a:pt x="560" y="62"/>
                  </a:cubicBezTo>
                  <a:lnTo>
                    <a:pt x="203" y="2"/>
                  </a:lnTo>
                  <a:cubicBezTo>
                    <a:pt x="196" y="1"/>
                    <a:pt x="188" y="1"/>
                    <a:pt x="18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 name="Google Shape;278;p46"/>
          <p:cNvGrpSpPr/>
          <p:nvPr/>
        </p:nvGrpSpPr>
        <p:grpSpPr>
          <a:xfrm>
            <a:off x="460888" y="4849587"/>
            <a:ext cx="219185" cy="291098"/>
            <a:chOff x="4903389" y="1500214"/>
            <a:chExt cx="267854" cy="355735"/>
          </a:xfrm>
        </p:grpSpPr>
        <p:sp>
          <p:nvSpPr>
            <p:cNvPr id="279" name="Google Shape;279;p46"/>
            <p:cNvSpPr/>
            <p:nvPr/>
          </p:nvSpPr>
          <p:spPr>
            <a:xfrm>
              <a:off x="4997700" y="1611854"/>
              <a:ext cx="10201" cy="16252"/>
            </a:xfrm>
            <a:custGeom>
              <a:rect b="b" l="l" r="r" t="t"/>
              <a:pathLst>
                <a:path extrusionOk="0" h="513" w="322">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6"/>
            <p:cNvSpPr/>
            <p:nvPr/>
          </p:nvSpPr>
          <p:spPr>
            <a:xfrm>
              <a:off x="5064830" y="1611854"/>
              <a:ext cx="10233" cy="16252"/>
            </a:xfrm>
            <a:custGeom>
              <a:rect b="b" l="l" r="r" t="t"/>
              <a:pathLst>
                <a:path extrusionOk="0" h="513" w="323">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6"/>
            <p:cNvSpPr/>
            <p:nvPr/>
          </p:nvSpPr>
          <p:spPr>
            <a:xfrm>
              <a:off x="5013160" y="1650820"/>
              <a:ext cx="45302" cy="15777"/>
            </a:xfrm>
            <a:custGeom>
              <a:rect b="b" l="l" r="r" t="t"/>
              <a:pathLst>
                <a:path extrusionOk="0" h="498" w="143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6"/>
            <p:cNvSpPr/>
            <p:nvPr/>
          </p:nvSpPr>
          <p:spPr>
            <a:xfrm>
              <a:off x="4903389" y="1500214"/>
              <a:ext cx="267854" cy="355735"/>
            </a:xfrm>
            <a:custGeom>
              <a:rect b="b" l="l" r="r" t="t"/>
              <a:pathLst>
                <a:path extrusionOk="0" h="11229" w="8455">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6"/>
            <p:cNvSpPr/>
            <p:nvPr/>
          </p:nvSpPr>
          <p:spPr>
            <a:xfrm>
              <a:off x="5031281" y="1828007"/>
              <a:ext cx="10201" cy="15872"/>
            </a:xfrm>
            <a:custGeom>
              <a:rect b="b" l="l" r="r" t="t"/>
              <a:pathLst>
                <a:path extrusionOk="0" h="501" w="322">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 name="Google Shape;284;p46"/>
          <p:cNvGrpSpPr/>
          <p:nvPr/>
        </p:nvGrpSpPr>
        <p:grpSpPr>
          <a:xfrm>
            <a:off x="3084930" y="4851328"/>
            <a:ext cx="215434" cy="287614"/>
            <a:chOff x="7613518" y="1501354"/>
            <a:chExt cx="264433" cy="353074"/>
          </a:xfrm>
        </p:grpSpPr>
        <p:sp>
          <p:nvSpPr>
            <p:cNvPr id="285" name="Google Shape;285;p46"/>
            <p:cNvSpPr/>
            <p:nvPr/>
          </p:nvSpPr>
          <p:spPr>
            <a:xfrm>
              <a:off x="7707069" y="1628454"/>
              <a:ext cx="10201" cy="16252"/>
            </a:xfrm>
            <a:custGeom>
              <a:rect b="b" l="l" r="r" t="t"/>
              <a:pathLst>
                <a:path extrusionOk="0" h="513" w="322">
                  <a:moveTo>
                    <a:pt x="155" y="1"/>
                  </a:moveTo>
                  <a:cubicBezTo>
                    <a:pt x="71" y="1"/>
                    <a:pt x="0" y="72"/>
                    <a:pt x="0" y="167"/>
                  </a:cubicBezTo>
                  <a:lnTo>
                    <a:pt x="0" y="346"/>
                  </a:lnTo>
                  <a:cubicBezTo>
                    <a:pt x="0" y="429"/>
                    <a:pt x="71" y="513"/>
                    <a:pt x="155" y="513"/>
                  </a:cubicBezTo>
                  <a:cubicBezTo>
                    <a:pt x="250" y="513"/>
                    <a:pt x="322" y="429"/>
                    <a:pt x="322" y="346"/>
                  </a:cubicBezTo>
                  <a:lnTo>
                    <a:pt x="322" y="167"/>
                  </a:lnTo>
                  <a:cubicBezTo>
                    <a:pt x="322" y="72"/>
                    <a:pt x="250"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6"/>
            <p:cNvSpPr/>
            <p:nvPr/>
          </p:nvSpPr>
          <p:spPr>
            <a:xfrm>
              <a:off x="7773439" y="1628454"/>
              <a:ext cx="10201" cy="16252"/>
            </a:xfrm>
            <a:custGeom>
              <a:rect b="b" l="l" r="r" t="t"/>
              <a:pathLst>
                <a:path extrusionOk="0" h="513" w="322">
                  <a:moveTo>
                    <a:pt x="167" y="1"/>
                  </a:moveTo>
                  <a:cubicBezTo>
                    <a:pt x="72" y="1"/>
                    <a:pt x="1" y="72"/>
                    <a:pt x="1" y="167"/>
                  </a:cubicBezTo>
                  <a:lnTo>
                    <a:pt x="1" y="346"/>
                  </a:lnTo>
                  <a:cubicBezTo>
                    <a:pt x="1" y="429"/>
                    <a:pt x="72" y="513"/>
                    <a:pt x="167" y="513"/>
                  </a:cubicBezTo>
                  <a:cubicBezTo>
                    <a:pt x="251" y="513"/>
                    <a:pt x="322" y="429"/>
                    <a:pt x="322" y="346"/>
                  </a:cubicBezTo>
                  <a:lnTo>
                    <a:pt x="322" y="167"/>
                  </a:lnTo>
                  <a:cubicBezTo>
                    <a:pt x="322" y="72"/>
                    <a:pt x="251" y="1"/>
                    <a:pt x="1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6"/>
            <p:cNvSpPr/>
            <p:nvPr/>
          </p:nvSpPr>
          <p:spPr>
            <a:xfrm>
              <a:off x="7613518" y="1501354"/>
              <a:ext cx="264433" cy="353074"/>
            </a:xfrm>
            <a:custGeom>
              <a:rect b="b" l="l" r="r" t="t"/>
              <a:pathLst>
                <a:path extrusionOk="0" h="11145" w="8347">
                  <a:moveTo>
                    <a:pt x="4156" y="334"/>
                  </a:moveTo>
                  <a:cubicBezTo>
                    <a:pt x="5703" y="334"/>
                    <a:pt x="6954" y="1584"/>
                    <a:pt x="6954" y="3132"/>
                  </a:cubicBezTo>
                  <a:lnTo>
                    <a:pt x="6954" y="4358"/>
                  </a:lnTo>
                  <a:cubicBezTo>
                    <a:pt x="6954" y="5263"/>
                    <a:pt x="7156" y="5941"/>
                    <a:pt x="7335" y="6382"/>
                  </a:cubicBezTo>
                  <a:cubicBezTo>
                    <a:pt x="7346" y="6418"/>
                    <a:pt x="7346" y="6465"/>
                    <a:pt x="7335" y="6513"/>
                  </a:cubicBezTo>
                  <a:cubicBezTo>
                    <a:pt x="7323" y="6561"/>
                    <a:pt x="7275" y="6596"/>
                    <a:pt x="7227" y="6620"/>
                  </a:cubicBezTo>
                  <a:cubicBezTo>
                    <a:pt x="7156" y="6644"/>
                    <a:pt x="7073" y="6680"/>
                    <a:pt x="6989" y="6703"/>
                  </a:cubicBezTo>
                  <a:cubicBezTo>
                    <a:pt x="6787" y="6441"/>
                    <a:pt x="6442" y="6263"/>
                    <a:pt x="6072" y="6263"/>
                  </a:cubicBezTo>
                  <a:lnTo>
                    <a:pt x="5846" y="6263"/>
                  </a:lnTo>
                  <a:cubicBezTo>
                    <a:pt x="6299" y="5810"/>
                    <a:pt x="6584" y="5203"/>
                    <a:pt x="6584" y="4525"/>
                  </a:cubicBezTo>
                  <a:lnTo>
                    <a:pt x="6584" y="3834"/>
                  </a:lnTo>
                  <a:cubicBezTo>
                    <a:pt x="6584" y="3358"/>
                    <a:pt x="6192" y="2977"/>
                    <a:pt x="5715" y="2977"/>
                  </a:cubicBezTo>
                  <a:lnTo>
                    <a:pt x="5430" y="2977"/>
                  </a:lnTo>
                  <a:lnTo>
                    <a:pt x="4620" y="2155"/>
                  </a:lnTo>
                  <a:cubicBezTo>
                    <a:pt x="4588" y="2123"/>
                    <a:pt x="4546" y="2108"/>
                    <a:pt x="4503" y="2108"/>
                  </a:cubicBezTo>
                  <a:cubicBezTo>
                    <a:pt x="4482" y="2108"/>
                    <a:pt x="4461" y="2112"/>
                    <a:pt x="4441" y="2120"/>
                  </a:cubicBezTo>
                  <a:cubicBezTo>
                    <a:pt x="4382" y="2155"/>
                    <a:pt x="4334" y="2215"/>
                    <a:pt x="4334" y="2274"/>
                  </a:cubicBezTo>
                  <a:lnTo>
                    <a:pt x="4334" y="2989"/>
                  </a:lnTo>
                  <a:lnTo>
                    <a:pt x="3453" y="2989"/>
                  </a:lnTo>
                  <a:cubicBezTo>
                    <a:pt x="3370" y="2989"/>
                    <a:pt x="3286" y="3060"/>
                    <a:pt x="3286" y="3155"/>
                  </a:cubicBezTo>
                  <a:cubicBezTo>
                    <a:pt x="3286" y="3239"/>
                    <a:pt x="3370" y="3310"/>
                    <a:pt x="3453" y="3310"/>
                  </a:cubicBezTo>
                  <a:lnTo>
                    <a:pt x="4501" y="3310"/>
                  </a:lnTo>
                  <a:cubicBezTo>
                    <a:pt x="4584" y="3310"/>
                    <a:pt x="4656" y="3239"/>
                    <a:pt x="4656" y="3155"/>
                  </a:cubicBezTo>
                  <a:lnTo>
                    <a:pt x="4656" y="2679"/>
                  </a:lnTo>
                  <a:lnTo>
                    <a:pt x="5251" y="3274"/>
                  </a:lnTo>
                  <a:cubicBezTo>
                    <a:pt x="5287" y="3298"/>
                    <a:pt x="5322" y="3310"/>
                    <a:pt x="5370" y="3310"/>
                  </a:cubicBezTo>
                  <a:lnTo>
                    <a:pt x="5715" y="3310"/>
                  </a:lnTo>
                  <a:cubicBezTo>
                    <a:pt x="6013" y="3310"/>
                    <a:pt x="6251" y="3548"/>
                    <a:pt x="6251" y="3846"/>
                  </a:cubicBezTo>
                  <a:lnTo>
                    <a:pt x="6251" y="4548"/>
                  </a:lnTo>
                  <a:cubicBezTo>
                    <a:pt x="6251" y="5715"/>
                    <a:pt x="5310" y="6644"/>
                    <a:pt x="4156" y="6644"/>
                  </a:cubicBezTo>
                  <a:cubicBezTo>
                    <a:pt x="2989" y="6644"/>
                    <a:pt x="2048" y="5715"/>
                    <a:pt x="2048" y="4548"/>
                  </a:cubicBezTo>
                  <a:lnTo>
                    <a:pt x="2048" y="3834"/>
                  </a:lnTo>
                  <a:cubicBezTo>
                    <a:pt x="2048" y="3536"/>
                    <a:pt x="2286" y="3298"/>
                    <a:pt x="2584" y="3298"/>
                  </a:cubicBezTo>
                  <a:lnTo>
                    <a:pt x="2763" y="3298"/>
                  </a:lnTo>
                  <a:cubicBezTo>
                    <a:pt x="2858" y="3298"/>
                    <a:pt x="2929" y="3227"/>
                    <a:pt x="2929" y="3132"/>
                  </a:cubicBezTo>
                  <a:cubicBezTo>
                    <a:pt x="2929" y="3048"/>
                    <a:pt x="2858" y="2965"/>
                    <a:pt x="2763" y="2965"/>
                  </a:cubicBezTo>
                  <a:lnTo>
                    <a:pt x="2584" y="2965"/>
                  </a:lnTo>
                  <a:cubicBezTo>
                    <a:pt x="2108" y="2965"/>
                    <a:pt x="1727" y="3358"/>
                    <a:pt x="1727" y="3834"/>
                  </a:cubicBezTo>
                  <a:lnTo>
                    <a:pt x="1727" y="4536"/>
                  </a:lnTo>
                  <a:cubicBezTo>
                    <a:pt x="1727" y="5215"/>
                    <a:pt x="2012" y="5822"/>
                    <a:pt x="2453" y="6275"/>
                  </a:cubicBezTo>
                  <a:lnTo>
                    <a:pt x="2227" y="6275"/>
                  </a:lnTo>
                  <a:cubicBezTo>
                    <a:pt x="1858" y="6275"/>
                    <a:pt x="1536" y="6441"/>
                    <a:pt x="1310" y="6703"/>
                  </a:cubicBezTo>
                  <a:cubicBezTo>
                    <a:pt x="1239" y="6680"/>
                    <a:pt x="1143" y="6644"/>
                    <a:pt x="1072" y="6620"/>
                  </a:cubicBezTo>
                  <a:cubicBezTo>
                    <a:pt x="1024" y="6596"/>
                    <a:pt x="989" y="6561"/>
                    <a:pt x="965" y="6513"/>
                  </a:cubicBezTo>
                  <a:cubicBezTo>
                    <a:pt x="953" y="6465"/>
                    <a:pt x="953" y="6418"/>
                    <a:pt x="965" y="6382"/>
                  </a:cubicBezTo>
                  <a:cubicBezTo>
                    <a:pt x="1143" y="5965"/>
                    <a:pt x="1358" y="5263"/>
                    <a:pt x="1358" y="4358"/>
                  </a:cubicBezTo>
                  <a:lnTo>
                    <a:pt x="1358" y="3132"/>
                  </a:lnTo>
                  <a:cubicBezTo>
                    <a:pt x="1358" y="1584"/>
                    <a:pt x="2608" y="334"/>
                    <a:pt x="4156" y="334"/>
                  </a:cubicBezTo>
                  <a:close/>
                  <a:moveTo>
                    <a:pt x="2953" y="7096"/>
                  </a:moveTo>
                  <a:lnTo>
                    <a:pt x="2953" y="7108"/>
                  </a:lnTo>
                  <a:lnTo>
                    <a:pt x="2953" y="7334"/>
                  </a:lnTo>
                  <a:cubicBezTo>
                    <a:pt x="2953" y="7537"/>
                    <a:pt x="2834" y="7739"/>
                    <a:pt x="2632" y="7823"/>
                  </a:cubicBezTo>
                  <a:lnTo>
                    <a:pt x="2155" y="7513"/>
                  </a:lnTo>
                  <a:cubicBezTo>
                    <a:pt x="2060" y="7454"/>
                    <a:pt x="2060" y="7334"/>
                    <a:pt x="2072" y="7263"/>
                  </a:cubicBezTo>
                  <a:cubicBezTo>
                    <a:pt x="2096" y="7180"/>
                    <a:pt x="2155" y="7096"/>
                    <a:pt x="2274" y="7096"/>
                  </a:cubicBezTo>
                  <a:close/>
                  <a:moveTo>
                    <a:pt x="6025" y="7108"/>
                  </a:moveTo>
                  <a:cubicBezTo>
                    <a:pt x="6144" y="7108"/>
                    <a:pt x="6227" y="7180"/>
                    <a:pt x="6239" y="7275"/>
                  </a:cubicBezTo>
                  <a:cubicBezTo>
                    <a:pt x="6263" y="7346"/>
                    <a:pt x="6251" y="7454"/>
                    <a:pt x="6144" y="7525"/>
                  </a:cubicBezTo>
                  <a:lnTo>
                    <a:pt x="5668" y="7835"/>
                  </a:lnTo>
                  <a:cubicBezTo>
                    <a:pt x="5489" y="7751"/>
                    <a:pt x="5370" y="7561"/>
                    <a:pt x="5370" y="7346"/>
                  </a:cubicBezTo>
                  <a:lnTo>
                    <a:pt x="5370" y="7108"/>
                  </a:lnTo>
                  <a:close/>
                  <a:moveTo>
                    <a:pt x="6096" y="6584"/>
                  </a:moveTo>
                  <a:cubicBezTo>
                    <a:pt x="6596" y="6584"/>
                    <a:pt x="6977" y="6989"/>
                    <a:pt x="6977" y="7465"/>
                  </a:cubicBezTo>
                  <a:cubicBezTo>
                    <a:pt x="6965" y="8477"/>
                    <a:pt x="6180" y="9311"/>
                    <a:pt x="5191" y="9406"/>
                  </a:cubicBezTo>
                  <a:lnTo>
                    <a:pt x="5191" y="9228"/>
                  </a:lnTo>
                  <a:cubicBezTo>
                    <a:pt x="5191" y="9132"/>
                    <a:pt x="5120" y="9061"/>
                    <a:pt x="5037" y="9061"/>
                  </a:cubicBezTo>
                  <a:cubicBezTo>
                    <a:pt x="4941" y="9061"/>
                    <a:pt x="4870" y="9132"/>
                    <a:pt x="4870" y="9228"/>
                  </a:cubicBezTo>
                  <a:lnTo>
                    <a:pt x="4870" y="9406"/>
                  </a:lnTo>
                  <a:lnTo>
                    <a:pt x="3453" y="9406"/>
                  </a:lnTo>
                  <a:lnTo>
                    <a:pt x="3453" y="9228"/>
                  </a:lnTo>
                  <a:cubicBezTo>
                    <a:pt x="3453" y="9132"/>
                    <a:pt x="3382" y="9061"/>
                    <a:pt x="3286" y="9061"/>
                  </a:cubicBezTo>
                  <a:cubicBezTo>
                    <a:pt x="3203" y="9061"/>
                    <a:pt x="3132" y="9132"/>
                    <a:pt x="3132" y="9228"/>
                  </a:cubicBezTo>
                  <a:lnTo>
                    <a:pt x="3132" y="9406"/>
                  </a:lnTo>
                  <a:cubicBezTo>
                    <a:pt x="2143" y="9311"/>
                    <a:pt x="1358" y="8489"/>
                    <a:pt x="1358" y="7477"/>
                  </a:cubicBezTo>
                  <a:cubicBezTo>
                    <a:pt x="1358" y="6989"/>
                    <a:pt x="1762" y="6608"/>
                    <a:pt x="2239" y="6608"/>
                  </a:cubicBezTo>
                  <a:lnTo>
                    <a:pt x="2870" y="6608"/>
                  </a:lnTo>
                  <a:cubicBezTo>
                    <a:pt x="2905" y="6620"/>
                    <a:pt x="2917" y="6632"/>
                    <a:pt x="2953" y="6644"/>
                  </a:cubicBezTo>
                  <a:lnTo>
                    <a:pt x="2953" y="6799"/>
                  </a:lnTo>
                  <a:lnTo>
                    <a:pt x="2298" y="6799"/>
                  </a:lnTo>
                  <a:cubicBezTo>
                    <a:pt x="2036" y="6799"/>
                    <a:pt x="1846" y="6942"/>
                    <a:pt x="1774" y="7180"/>
                  </a:cubicBezTo>
                  <a:cubicBezTo>
                    <a:pt x="1703" y="7418"/>
                    <a:pt x="1786" y="7656"/>
                    <a:pt x="2001" y="7799"/>
                  </a:cubicBezTo>
                  <a:lnTo>
                    <a:pt x="3786" y="8989"/>
                  </a:lnTo>
                  <a:cubicBezTo>
                    <a:pt x="3906" y="9061"/>
                    <a:pt x="4037" y="9108"/>
                    <a:pt x="4167" y="9108"/>
                  </a:cubicBezTo>
                  <a:cubicBezTo>
                    <a:pt x="4298" y="9108"/>
                    <a:pt x="4441" y="9061"/>
                    <a:pt x="4560" y="8989"/>
                  </a:cubicBezTo>
                  <a:lnTo>
                    <a:pt x="4953" y="8716"/>
                  </a:lnTo>
                  <a:cubicBezTo>
                    <a:pt x="5037" y="8668"/>
                    <a:pt x="5049" y="8573"/>
                    <a:pt x="5001" y="8489"/>
                  </a:cubicBezTo>
                  <a:cubicBezTo>
                    <a:pt x="4972" y="8446"/>
                    <a:pt x="4927" y="8425"/>
                    <a:pt x="4877" y="8425"/>
                  </a:cubicBezTo>
                  <a:cubicBezTo>
                    <a:pt x="4843" y="8425"/>
                    <a:pt x="4808" y="8435"/>
                    <a:pt x="4775" y="8454"/>
                  </a:cubicBezTo>
                  <a:lnTo>
                    <a:pt x="4382" y="8716"/>
                  </a:lnTo>
                  <a:cubicBezTo>
                    <a:pt x="4322" y="8751"/>
                    <a:pt x="4251" y="8769"/>
                    <a:pt x="4179" y="8769"/>
                  </a:cubicBezTo>
                  <a:cubicBezTo>
                    <a:pt x="4108" y="8769"/>
                    <a:pt x="4037" y="8751"/>
                    <a:pt x="3977" y="8716"/>
                  </a:cubicBezTo>
                  <a:lnTo>
                    <a:pt x="2941" y="8037"/>
                  </a:lnTo>
                  <a:cubicBezTo>
                    <a:pt x="3155" y="7870"/>
                    <a:pt x="3286" y="7620"/>
                    <a:pt x="3286" y="7346"/>
                  </a:cubicBezTo>
                  <a:lnTo>
                    <a:pt x="3286" y="6799"/>
                  </a:lnTo>
                  <a:cubicBezTo>
                    <a:pt x="3560" y="6906"/>
                    <a:pt x="3858" y="6965"/>
                    <a:pt x="4167" y="6965"/>
                  </a:cubicBezTo>
                  <a:cubicBezTo>
                    <a:pt x="4477" y="6965"/>
                    <a:pt x="4775" y="6906"/>
                    <a:pt x="5049" y="6799"/>
                  </a:cubicBezTo>
                  <a:lnTo>
                    <a:pt x="5049" y="7346"/>
                  </a:lnTo>
                  <a:cubicBezTo>
                    <a:pt x="5049" y="7620"/>
                    <a:pt x="5180" y="7870"/>
                    <a:pt x="5394" y="8037"/>
                  </a:cubicBezTo>
                  <a:cubicBezTo>
                    <a:pt x="5310" y="8073"/>
                    <a:pt x="5299" y="8180"/>
                    <a:pt x="5346" y="8251"/>
                  </a:cubicBezTo>
                  <a:cubicBezTo>
                    <a:pt x="5370" y="8299"/>
                    <a:pt x="5430" y="8335"/>
                    <a:pt x="5477" y="8335"/>
                  </a:cubicBezTo>
                  <a:cubicBezTo>
                    <a:pt x="5513" y="8335"/>
                    <a:pt x="5537" y="8311"/>
                    <a:pt x="5572" y="8299"/>
                  </a:cubicBezTo>
                  <a:lnTo>
                    <a:pt x="6346" y="7775"/>
                  </a:lnTo>
                  <a:cubicBezTo>
                    <a:pt x="6549" y="7644"/>
                    <a:pt x="6644" y="7406"/>
                    <a:pt x="6561" y="7168"/>
                  </a:cubicBezTo>
                  <a:cubicBezTo>
                    <a:pt x="6489" y="6930"/>
                    <a:pt x="6287" y="6787"/>
                    <a:pt x="6049" y="6787"/>
                  </a:cubicBezTo>
                  <a:lnTo>
                    <a:pt x="5394" y="6787"/>
                  </a:lnTo>
                  <a:lnTo>
                    <a:pt x="5394" y="6632"/>
                  </a:lnTo>
                  <a:cubicBezTo>
                    <a:pt x="5418" y="6620"/>
                    <a:pt x="5430" y="6608"/>
                    <a:pt x="5465" y="6584"/>
                  </a:cubicBezTo>
                  <a:close/>
                  <a:moveTo>
                    <a:pt x="4167" y="0"/>
                  </a:moveTo>
                  <a:cubicBezTo>
                    <a:pt x="2441" y="0"/>
                    <a:pt x="1048" y="1393"/>
                    <a:pt x="1048" y="3120"/>
                  </a:cubicBezTo>
                  <a:lnTo>
                    <a:pt x="1048" y="4346"/>
                  </a:lnTo>
                  <a:cubicBezTo>
                    <a:pt x="1048" y="5239"/>
                    <a:pt x="822" y="5906"/>
                    <a:pt x="691" y="6227"/>
                  </a:cubicBezTo>
                  <a:cubicBezTo>
                    <a:pt x="631" y="6346"/>
                    <a:pt x="631" y="6501"/>
                    <a:pt x="691" y="6620"/>
                  </a:cubicBezTo>
                  <a:cubicBezTo>
                    <a:pt x="750" y="6751"/>
                    <a:pt x="834" y="6846"/>
                    <a:pt x="965" y="6906"/>
                  </a:cubicBezTo>
                  <a:cubicBezTo>
                    <a:pt x="1024" y="6930"/>
                    <a:pt x="1084" y="6942"/>
                    <a:pt x="1143" y="6977"/>
                  </a:cubicBezTo>
                  <a:cubicBezTo>
                    <a:pt x="1084" y="7120"/>
                    <a:pt x="1048" y="7287"/>
                    <a:pt x="1048" y="7465"/>
                  </a:cubicBezTo>
                  <a:cubicBezTo>
                    <a:pt x="1048" y="7775"/>
                    <a:pt x="1108" y="8061"/>
                    <a:pt x="1227" y="8335"/>
                  </a:cubicBezTo>
                  <a:lnTo>
                    <a:pt x="810" y="8477"/>
                  </a:lnTo>
                  <a:cubicBezTo>
                    <a:pt x="334" y="8644"/>
                    <a:pt x="0" y="9108"/>
                    <a:pt x="0" y="9620"/>
                  </a:cubicBezTo>
                  <a:lnTo>
                    <a:pt x="0" y="10978"/>
                  </a:lnTo>
                  <a:cubicBezTo>
                    <a:pt x="0" y="11073"/>
                    <a:pt x="72" y="11144"/>
                    <a:pt x="167" y="11144"/>
                  </a:cubicBezTo>
                  <a:cubicBezTo>
                    <a:pt x="250" y="11144"/>
                    <a:pt x="334" y="11073"/>
                    <a:pt x="334" y="10978"/>
                  </a:cubicBezTo>
                  <a:lnTo>
                    <a:pt x="334" y="9620"/>
                  </a:lnTo>
                  <a:cubicBezTo>
                    <a:pt x="334" y="9525"/>
                    <a:pt x="346" y="9418"/>
                    <a:pt x="393" y="9311"/>
                  </a:cubicBezTo>
                  <a:lnTo>
                    <a:pt x="1203" y="10013"/>
                  </a:lnTo>
                  <a:cubicBezTo>
                    <a:pt x="1322" y="10109"/>
                    <a:pt x="1405" y="10263"/>
                    <a:pt x="1405" y="10406"/>
                  </a:cubicBezTo>
                  <a:lnTo>
                    <a:pt x="1405" y="10966"/>
                  </a:lnTo>
                  <a:cubicBezTo>
                    <a:pt x="1405" y="11049"/>
                    <a:pt x="1477" y="11121"/>
                    <a:pt x="1560" y="11121"/>
                  </a:cubicBezTo>
                  <a:cubicBezTo>
                    <a:pt x="1655" y="11121"/>
                    <a:pt x="1727" y="11049"/>
                    <a:pt x="1727" y="10966"/>
                  </a:cubicBezTo>
                  <a:lnTo>
                    <a:pt x="1727" y="10406"/>
                  </a:lnTo>
                  <a:cubicBezTo>
                    <a:pt x="1727" y="10156"/>
                    <a:pt x="1620" y="9918"/>
                    <a:pt x="1429" y="9751"/>
                  </a:cubicBezTo>
                  <a:lnTo>
                    <a:pt x="560" y="9013"/>
                  </a:lnTo>
                  <a:cubicBezTo>
                    <a:pt x="655" y="8906"/>
                    <a:pt x="786" y="8823"/>
                    <a:pt x="929" y="8775"/>
                  </a:cubicBezTo>
                  <a:lnTo>
                    <a:pt x="1370" y="8608"/>
                  </a:lnTo>
                  <a:cubicBezTo>
                    <a:pt x="1739" y="9216"/>
                    <a:pt x="2382" y="9656"/>
                    <a:pt x="3144" y="9692"/>
                  </a:cubicBezTo>
                  <a:lnTo>
                    <a:pt x="3144" y="10930"/>
                  </a:lnTo>
                  <a:cubicBezTo>
                    <a:pt x="3144" y="11025"/>
                    <a:pt x="3215" y="11097"/>
                    <a:pt x="3310" y="11097"/>
                  </a:cubicBezTo>
                  <a:cubicBezTo>
                    <a:pt x="3394" y="11097"/>
                    <a:pt x="3465" y="11025"/>
                    <a:pt x="3465" y="10930"/>
                  </a:cubicBezTo>
                  <a:lnTo>
                    <a:pt x="3465" y="9692"/>
                  </a:lnTo>
                  <a:lnTo>
                    <a:pt x="4882" y="9692"/>
                  </a:lnTo>
                  <a:lnTo>
                    <a:pt x="4882" y="10930"/>
                  </a:lnTo>
                  <a:cubicBezTo>
                    <a:pt x="4882" y="11025"/>
                    <a:pt x="4953" y="11097"/>
                    <a:pt x="5049" y="11097"/>
                  </a:cubicBezTo>
                  <a:cubicBezTo>
                    <a:pt x="5132" y="11097"/>
                    <a:pt x="5203" y="11025"/>
                    <a:pt x="5203" y="10930"/>
                  </a:cubicBezTo>
                  <a:lnTo>
                    <a:pt x="5203" y="9692"/>
                  </a:lnTo>
                  <a:cubicBezTo>
                    <a:pt x="5953" y="9632"/>
                    <a:pt x="6608" y="9216"/>
                    <a:pt x="6977" y="8608"/>
                  </a:cubicBezTo>
                  <a:lnTo>
                    <a:pt x="7430" y="8775"/>
                  </a:lnTo>
                  <a:cubicBezTo>
                    <a:pt x="7561" y="8823"/>
                    <a:pt x="7692" y="8906"/>
                    <a:pt x="7787" y="9013"/>
                  </a:cubicBezTo>
                  <a:lnTo>
                    <a:pt x="6918" y="9751"/>
                  </a:lnTo>
                  <a:cubicBezTo>
                    <a:pt x="6727" y="9918"/>
                    <a:pt x="6620" y="10156"/>
                    <a:pt x="6620" y="10406"/>
                  </a:cubicBezTo>
                  <a:lnTo>
                    <a:pt x="6620" y="10966"/>
                  </a:lnTo>
                  <a:cubicBezTo>
                    <a:pt x="6620" y="11049"/>
                    <a:pt x="6692" y="11121"/>
                    <a:pt x="6787" y="11121"/>
                  </a:cubicBezTo>
                  <a:cubicBezTo>
                    <a:pt x="6870" y="11121"/>
                    <a:pt x="6954" y="11049"/>
                    <a:pt x="6954" y="10966"/>
                  </a:cubicBezTo>
                  <a:lnTo>
                    <a:pt x="6954" y="10406"/>
                  </a:lnTo>
                  <a:cubicBezTo>
                    <a:pt x="6954" y="10263"/>
                    <a:pt x="7025" y="10109"/>
                    <a:pt x="7144" y="10013"/>
                  </a:cubicBezTo>
                  <a:lnTo>
                    <a:pt x="7966" y="9311"/>
                  </a:lnTo>
                  <a:cubicBezTo>
                    <a:pt x="7989" y="9418"/>
                    <a:pt x="8025" y="9513"/>
                    <a:pt x="8025" y="9620"/>
                  </a:cubicBezTo>
                  <a:lnTo>
                    <a:pt x="8025" y="10978"/>
                  </a:lnTo>
                  <a:cubicBezTo>
                    <a:pt x="8025" y="11073"/>
                    <a:pt x="8097" y="11144"/>
                    <a:pt x="8180" y="11144"/>
                  </a:cubicBezTo>
                  <a:cubicBezTo>
                    <a:pt x="8275" y="11144"/>
                    <a:pt x="8347" y="11073"/>
                    <a:pt x="8347" y="10978"/>
                  </a:cubicBezTo>
                  <a:lnTo>
                    <a:pt x="8347" y="9620"/>
                  </a:lnTo>
                  <a:cubicBezTo>
                    <a:pt x="8335" y="9120"/>
                    <a:pt x="8013" y="8656"/>
                    <a:pt x="7537" y="8477"/>
                  </a:cubicBezTo>
                  <a:lnTo>
                    <a:pt x="7120" y="8335"/>
                  </a:lnTo>
                  <a:cubicBezTo>
                    <a:pt x="7215" y="8061"/>
                    <a:pt x="7299" y="7775"/>
                    <a:pt x="7299" y="7465"/>
                  </a:cubicBezTo>
                  <a:cubicBezTo>
                    <a:pt x="7299" y="7287"/>
                    <a:pt x="7251" y="7120"/>
                    <a:pt x="7192" y="6977"/>
                  </a:cubicBezTo>
                  <a:cubicBezTo>
                    <a:pt x="7251" y="6942"/>
                    <a:pt x="7311" y="6930"/>
                    <a:pt x="7370" y="6906"/>
                  </a:cubicBezTo>
                  <a:cubicBezTo>
                    <a:pt x="7501" y="6858"/>
                    <a:pt x="7596" y="6751"/>
                    <a:pt x="7656" y="6620"/>
                  </a:cubicBezTo>
                  <a:cubicBezTo>
                    <a:pt x="7716" y="6501"/>
                    <a:pt x="7716" y="6346"/>
                    <a:pt x="7656" y="6227"/>
                  </a:cubicBezTo>
                  <a:cubicBezTo>
                    <a:pt x="7513" y="5906"/>
                    <a:pt x="7299" y="5239"/>
                    <a:pt x="7299" y="4346"/>
                  </a:cubicBezTo>
                  <a:lnTo>
                    <a:pt x="7299" y="3120"/>
                  </a:lnTo>
                  <a:cubicBezTo>
                    <a:pt x="7299" y="1393"/>
                    <a:pt x="5894" y="0"/>
                    <a:pt x="41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6"/>
            <p:cNvSpPr/>
            <p:nvPr/>
          </p:nvSpPr>
          <p:spPr>
            <a:xfrm>
              <a:off x="7701778" y="1611474"/>
              <a:ext cx="21162" cy="10613"/>
            </a:xfrm>
            <a:custGeom>
              <a:rect b="b" l="l" r="r" t="t"/>
              <a:pathLst>
                <a:path extrusionOk="0" h="335" w="668">
                  <a:moveTo>
                    <a:pt x="167" y="1"/>
                  </a:moveTo>
                  <a:cubicBezTo>
                    <a:pt x="72" y="1"/>
                    <a:pt x="0" y="72"/>
                    <a:pt x="0" y="168"/>
                  </a:cubicBezTo>
                  <a:cubicBezTo>
                    <a:pt x="0" y="251"/>
                    <a:pt x="72" y="334"/>
                    <a:pt x="167" y="334"/>
                  </a:cubicBezTo>
                  <a:lnTo>
                    <a:pt x="500" y="334"/>
                  </a:lnTo>
                  <a:cubicBezTo>
                    <a:pt x="596" y="334"/>
                    <a:pt x="667" y="251"/>
                    <a:pt x="667" y="168"/>
                  </a:cubicBezTo>
                  <a:cubicBezTo>
                    <a:pt x="667" y="72"/>
                    <a:pt x="596" y="1"/>
                    <a:pt x="5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6"/>
            <p:cNvSpPr/>
            <p:nvPr/>
          </p:nvSpPr>
          <p:spPr>
            <a:xfrm>
              <a:off x="7768148" y="1611474"/>
              <a:ext cx="21162" cy="10613"/>
            </a:xfrm>
            <a:custGeom>
              <a:rect b="b" l="l" r="r" t="t"/>
              <a:pathLst>
                <a:path extrusionOk="0" h="335" w="668">
                  <a:moveTo>
                    <a:pt x="168" y="1"/>
                  </a:moveTo>
                  <a:cubicBezTo>
                    <a:pt x="72" y="1"/>
                    <a:pt x="1" y="72"/>
                    <a:pt x="1" y="168"/>
                  </a:cubicBezTo>
                  <a:cubicBezTo>
                    <a:pt x="1" y="251"/>
                    <a:pt x="72" y="334"/>
                    <a:pt x="168" y="334"/>
                  </a:cubicBezTo>
                  <a:lnTo>
                    <a:pt x="513" y="334"/>
                  </a:lnTo>
                  <a:cubicBezTo>
                    <a:pt x="596" y="334"/>
                    <a:pt x="668" y="251"/>
                    <a:pt x="668" y="168"/>
                  </a:cubicBezTo>
                  <a:cubicBezTo>
                    <a:pt x="668" y="72"/>
                    <a:pt x="596" y="1"/>
                    <a:pt x="5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6"/>
            <p:cNvSpPr/>
            <p:nvPr/>
          </p:nvSpPr>
          <p:spPr>
            <a:xfrm>
              <a:off x="7715337" y="1659025"/>
              <a:ext cx="60382" cy="32820"/>
            </a:xfrm>
            <a:custGeom>
              <a:rect b="b" l="l" r="r" t="t"/>
              <a:pathLst>
                <a:path extrusionOk="0" h="1036" w="1906">
                  <a:moveTo>
                    <a:pt x="1537" y="321"/>
                  </a:moveTo>
                  <a:cubicBezTo>
                    <a:pt x="1465" y="536"/>
                    <a:pt x="1227" y="691"/>
                    <a:pt x="953" y="691"/>
                  </a:cubicBezTo>
                  <a:cubicBezTo>
                    <a:pt x="668" y="691"/>
                    <a:pt x="453" y="536"/>
                    <a:pt x="358" y="321"/>
                  </a:cubicBezTo>
                  <a:close/>
                  <a:moveTo>
                    <a:pt x="168" y="0"/>
                  </a:moveTo>
                  <a:cubicBezTo>
                    <a:pt x="72" y="0"/>
                    <a:pt x="1" y="83"/>
                    <a:pt x="1" y="167"/>
                  </a:cubicBezTo>
                  <a:cubicBezTo>
                    <a:pt x="1" y="643"/>
                    <a:pt x="430" y="1036"/>
                    <a:pt x="953" y="1036"/>
                  </a:cubicBezTo>
                  <a:cubicBezTo>
                    <a:pt x="1477" y="1036"/>
                    <a:pt x="1906" y="643"/>
                    <a:pt x="1906" y="167"/>
                  </a:cubicBezTo>
                  <a:cubicBezTo>
                    <a:pt x="1894" y="60"/>
                    <a:pt x="1823" y="0"/>
                    <a:pt x="17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46"/>
          <p:cNvGrpSpPr/>
          <p:nvPr/>
        </p:nvGrpSpPr>
        <p:grpSpPr>
          <a:xfrm>
            <a:off x="1" y="4848319"/>
            <a:ext cx="278210" cy="293633"/>
            <a:chOff x="48677" y="2535783"/>
            <a:chExt cx="467344" cy="493252"/>
          </a:xfrm>
        </p:grpSpPr>
        <p:sp>
          <p:nvSpPr>
            <p:cNvPr id="292" name="Google Shape;292;p46"/>
            <p:cNvSpPr/>
            <p:nvPr/>
          </p:nvSpPr>
          <p:spPr>
            <a:xfrm>
              <a:off x="48677" y="2535783"/>
              <a:ext cx="467344" cy="493252"/>
            </a:xfrm>
            <a:custGeom>
              <a:rect b="b" l="l" r="r" t="t"/>
              <a:pathLst>
                <a:path extrusionOk="0" h="493252" w="467344">
                  <a:moveTo>
                    <a:pt x="391490" y="335134"/>
                  </a:moveTo>
                  <a:cubicBezTo>
                    <a:pt x="391757" y="334199"/>
                    <a:pt x="391891" y="333197"/>
                    <a:pt x="391891" y="332196"/>
                  </a:cubicBezTo>
                  <a:cubicBezTo>
                    <a:pt x="391957" y="327722"/>
                    <a:pt x="389620" y="323649"/>
                    <a:pt x="385747" y="321445"/>
                  </a:cubicBezTo>
                  <a:cubicBezTo>
                    <a:pt x="366851" y="310762"/>
                    <a:pt x="348622" y="306354"/>
                    <a:pt x="338138" y="304618"/>
                  </a:cubicBezTo>
                  <a:cubicBezTo>
                    <a:pt x="338138" y="304017"/>
                    <a:pt x="338138" y="303350"/>
                    <a:pt x="338138" y="302749"/>
                  </a:cubicBezTo>
                  <a:lnTo>
                    <a:pt x="338138" y="277709"/>
                  </a:lnTo>
                  <a:cubicBezTo>
                    <a:pt x="338739" y="277709"/>
                    <a:pt x="339407" y="277709"/>
                    <a:pt x="340008" y="277709"/>
                  </a:cubicBezTo>
                  <a:cubicBezTo>
                    <a:pt x="346351" y="277709"/>
                    <a:pt x="352628" y="276040"/>
                    <a:pt x="358237" y="272768"/>
                  </a:cubicBezTo>
                  <a:cubicBezTo>
                    <a:pt x="366584" y="267893"/>
                    <a:pt x="372526" y="260014"/>
                    <a:pt x="374997" y="250666"/>
                  </a:cubicBezTo>
                  <a:cubicBezTo>
                    <a:pt x="378603" y="236911"/>
                    <a:pt x="373795" y="222955"/>
                    <a:pt x="363779" y="214208"/>
                  </a:cubicBezTo>
                  <a:lnTo>
                    <a:pt x="363779" y="187432"/>
                  </a:lnTo>
                  <a:lnTo>
                    <a:pt x="405045" y="187432"/>
                  </a:lnTo>
                  <a:cubicBezTo>
                    <a:pt x="430886" y="187432"/>
                    <a:pt x="453121" y="171607"/>
                    <a:pt x="462536" y="149104"/>
                  </a:cubicBezTo>
                  <a:cubicBezTo>
                    <a:pt x="462670" y="148837"/>
                    <a:pt x="462804" y="148503"/>
                    <a:pt x="462870" y="148236"/>
                  </a:cubicBezTo>
                  <a:cubicBezTo>
                    <a:pt x="465742" y="141091"/>
                    <a:pt x="467344" y="133279"/>
                    <a:pt x="467344" y="125133"/>
                  </a:cubicBezTo>
                  <a:cubicBezTo>
                    <a:pt x="467344" y="114315"/>
                    <a:pt x="458530" y="105501"/>
                    <a:pt x="447713" y="105501"/>
                  </a:cubicBezTo>
                  <a:lnTo>
                    <a:pt x="333331" y="105501"/>
                  </a:lnTo>
                  <a:lnTo>
                    <a:pt x="325251" y="78458"/>
                  </a:lnTo>
                  <a:cubicBezTo>
                    <a:pt x="325251" y="78458"/>
                    <a:pt x="325251" y="78458"/>
                    <a:pt x="325251" y="78458"/>
                  </a:cubicBezTo>
                  <a:lnTo>
                    <a:pt x="308691" y="22903"/>
                  </a:lnTo>
                  <a:cubicBezTo>
                    <a:pt x="304685" y="9415"/>
                    <a:pt x="292065" y="0"/>
                    <a:pt x="277976" y="0"/>
                  </a:cubicBezTo>
                  <a:lnTo>
                    <a:pt x="189301" y="0"/>
                  </a:lnTo>
                  <a:cubicBezTo>
                    <a:pt x="175212" y="0"/>
                    <a:pt x="162592" y="9415"/>
                    <a:pt x="158586" y="22903"/>
                  </a:cubicBezTo>
                  <a:lnTo>
                    <a:pt x="142026" y="78458"/>
                  </a:lnTo>
                  <a:cubicBezTo>
                    <a:pt x="142026" y="78458"/>
                    <a:pt x="142026" y="78458"/>
                    <a:pt x="142026" y="78458"/>
                  </a:cubicBezTo>
                  <a:lnTo>
                    <a:pt x="133947" y="105501"/>
                  </a:lnTo>
                  <a:lnTo>
                    <a:pt x="19631" y="105501"/>
                  </a:lnTo>
                  <a:cubicBezTo>
                    <a:pt x="8814" y="105501"/>
                    <a:pt x="0" y="114315"/>
                    <a:pt x="0" y="125133"/>
                  </a:cubicBezTo>
                  <a:cubicBezTo>
                    <a:pt x="0" y="133279"/>
                    <a:pt x="1603" y="141091"/>
                    <a:pt x="4474" y="148236"/>
                  </a:cubicBezTo>
                  <a:cubicBezTo>
                    <a:pt x="4607" y="148570"/>
                    <a:pt x="4674" y="148837"/>
                    <a:pt x="4808" y="149171"/>
                  </a:cubicBezTo>
                  <a:cubicBezTo>
                    <a:pt x="14223" y="171607"/>
                    <a:pt x="36458" y="187432"/>
                    <a:pt x="62299" y="187432"/>
                  </a:cubicBezTo>
                  <a:lnTo>
                    <a:pt x="103565" y="187432"/>
                  </a:lnTo>
                  <a:lnTo>
                    <a:pt x="103565" y="214208"/>
                  </a:lnTo>
                  <a:cubicBezTo>
                    <a:pt x="93549" y="222955"/>
                    <a:pt x="88741" y="236977"/>
                    <a:pt x="92347" y="250666"/>
                  </a:cubicBezTo>
                  <a:cubicBezTo>
                    <a:pt x="96621" y="266892"/>
                    <a:pt x="111311" y="277709"/>
                    <a:pt x="127403" y="277709"/>
                  </a:cubicBezTo>
                  <a:cubicBezTo>
                    <a:pt x="128004" y="277709"/>
                    <a:pt x="128605" y="277709"/>
                    <a:pt x="129206" y="277709"/>
                  </a:cubicBezTo>
                  <a:lnTo>
                    <a:pt x="129206" y="302749"/>
                  </a:lnTo>
                  <a:cubicBezTo>
                    <a:pt x="129206" y="303350"/>
                    <a:pt x="129206" y="304017"/>
                    <a:pt x="129206" y="304618"/>
                  </a:cubicBezTo>
                  <a:cubicBezTo>
                    <a:pt x="118989" y="306354"/>
                    <a:pt x="100560" y="310762"/>
                    <a:pt x="81597" y="321445"/>
                  </a:cubicBezTo>
                  <a:cubicBezTo>
                    <a:pt x="77724" y="323649"/>
                    <a:pt x="75387" y="327722"/>
                    <a:pt x="75453" y="332196"/>
                  </a:cubicBezTo>
                  <a:cubicBezTo>
                    <a:pt x="75453" y="333197"/>
                    <a:pt x="75654" y="334199"/>
                    <a:pt x="75854" y="335134"/>
                  </a:cubicBezTo>
                  <a:cubicBezTo>
                    <a:pt x="61498" y="344482"/>
                    <a:pt x="48878" y="356568"/>
                    <a:pt x="38995" y="370523"/>
                  </a:cubicBezTo>
                  <a:cubicBezTo>
                    <a:pt x="36658" y="373795"/>
                    <a:pt x="37460" y="378269"/>
                    <a:pt x="40732" y="380606"/>
                  </a:cubicBezTo>
                  <a:cubicBezTo>
                    <a:pt x="42000" y="381541"/>
                    <a:pt x="43469" y="381942"/>
                    <a:pt x="44938" y="381942"/>
                  </a:cubicBezTo>
                  <a:cubicBezTo>
                    <a:pt x="47208" y="381942"/>
                    <a:pt x="49412" y="380873"/>
                    <a:pt x="50814" y="378870"/>
                  </a:cubicBezTo>
                  <a:cubicBezTo>
                    <a:pt x="60363" y="365382"/>
                    <a:pt x="72849" y="353830"/>
                    <a:pt x="86938" y="345216"/>
                  </a:cubicBezTo>
                  <a:cubicBezTo>
                    <a:pt x="111377" y="358170"/>
                    <a:pt x="161657" y="387684"/>
                    <a:pt x="197448" y="428215"/>
                  </a:cubicBezTo>
                  <a:cubicBezTo>
                    <a:pt x="202790" y="445376"/>
                    <a:pt x="206462" y="464874"/>
                    <a:pt x="206462" y="485840"/>
                  </a:cubicBezTo>
                  <a:cubicBezTo>
                    <a:pt x="206462" y="489847"/>
                    <a:pt x="209667" y="493052"/>
                    <a:pt x="213674" y="493052"/>
                  </a:cubicBezTo>
                  <a:cubicBezTo>
                    <a:pt x="217680" y="493052"/>
                    <a:pt x="220885" y="489847"/>
                    <a:pt x="220885" y="485840"/>
                  </a:cubicBezTo>
                  <a:cubicBezTo>
                    <a:pt x="220885" y="437363"/>
                    <a:pt x="202389" y="396231"/>
                    <a:pt x="188033" y="371725"/>
                  </a:cubicBezTo>
                  <a:cubicBezTo>
                    <a:pt x="191572" y="372259"/>
                    <a:pt x="195177" y="372593"/>
                    <a:pt x="198850" y="372593"/>
                  </a:cubicBezTo>
                  <a:lnTo>
                    <a:pt x="268294" y="372593"/>
                  </a:lnTo>
                  <a:cubicBezTo>
                    <a:pt x="271966" y="372593"/>
                    <a:pt x="275572" y="372326"/>
                    <a:pt x="279111" y="371725"/>
                  </a:cubicBezTo>
                  <a:cubicBezTo>
                    <a:pt x="264822" y="396298"/>
                    <a:pt x="246259" y="437363"/>
                    <a:pt x="246259" y="485840"/>
                  </a:cubicBezTo>
                  <a:cubicBezTo>
                    <a:pt x="246259" y="489847"/>
                    <a:pt x="249464" y="493052"/>
                    <a:pt x="253470" y="493052"/>
                  </a:cubicBezTo>
                  <a:cubicBezTo>
                    <a:pt x="257477" y="493052"/>
                    <a:pt x="260682" y="489847"/>
                    <a:pt x="260682" y="485840"/>
                  </a:cubicBezTo>
                  <a:cubicBezTo>
                    <a:pt x="260682" y="464940"/>
                    <a:pt x="264421" y="445443"/>
                    <a:pt x="269696" y="428282"/>
                  </a:cubicBezTo>
                  <a:cubicBezTo>
                    <a:pt x="284586" y="411388"/>
                    <a:pt x="303617" y="394695"/>
                    <a:pt x="326253" y="378536"/>
                  </a:cubicBezTo>
                  <a:cubicBezTo>
                    <a:pt x="329525" y="376199"/>
                    <a:pt x="330259" y="371725"/>
                    <a:pt x="327922" y="368453"/>
                  </a:cubicBezTo>
                  <a:cubicBezTo>
                    <a:pt x="325585" y="365181"/>
                    <a:pt x="321111" y="364447"/>
                    <a:pt x="317839" y="366784"/>
                  </a:cubicBezTo>
                  <a:cubicBezTo>
                    <a:pt x="305219" y="375798"/>
                    <a:pt x="293668" y="384946"/>
                    <a:pt x="283251" y="394294"/>
                  </a:cubicBezTo>
                  <a:cubicBezTo>
                    <a:pt x="289661" y="381274"/>
                    <a:pt x="296071" y="371124"/>
                    <a:pt x="300612" y="364581"/>
                  </a:cubicBezTo>
                  <a:cubicBezTo>
                    <a:pt x="318173" y="355299"/>
                    <a:pt x="331328" y="338806"/>
                    <a:pt x="336002" y="319041"/>
                  </a:cubicBezTo>
                  <a:cubicBezTo>
                    <a:pt x="344682" y="320577"/>
                    <a:pt x="359105" y="324049"/>
                    <a:pt x="374396" y="331995"/>
                  </a:cubicBezTo>
                  <a:cubicBezTo>
                    <a:pt x="367118" y="335801"/>
                    <a:pt x="357169" y="341344"/>
                    <a:pt x="345617" y="348421"/>
                  </a:cubicBezTo>
                  <a:cubicBezTo>
                    <a:pt x="342212" y="350491"/>
                    <a:pt x="341143" y="354965"/>
                    <a:pt x="343213" y="358371"/>
                  </a:cubicBezTo>
                  <a:cubicBezTo>
                    <a:pt x="344549" y="360574"/>
                    <a:pt x="346952" y="361843"/>
                    <a:pt x="349356" y="361843"/>
                  </a:cubicBezTo>
                  <a:cubicBezTo>
                    <a:pt x="350625" y="361843"/>
                    <a:pt x="351960" y="361509"/>
                    <a:pt x="353162" y="360774"/>
                  </a:cubicBezTo>
                  <a:cubicBezTo>
                    <a:pt x="363846" y="354231"/>
                    <a:pt x="373127" y="349089"/>
                    <a:pt x="380072" y="345417"/>
                  </a:cubicBezTo>
                  <a:cubicBezTo>
                    <a:pt x="416263" y="367385"/>
                    <a:pt x="438632" y="406915"/>
                    <a:pt x="438632" y="449382"/>
                  </a:cubicBezTo>
                  <a:lnTo>
                    <a:pt x="438632" y="486041"/>
                  </a:lnTo>
                  <a:cubicBezTo>
                    <a:pt x="438632" y="490047"/>
                    <a:pt x="441837" y="493252"/>
                    <a:pt x="445843" y="493252"/>
                  </a:cubicBezTo>
                  <a:cubicBezTo>
                    <a:pt x="449850" y="493252"/>
                    <a:pt x="453055" y="490047"/>
                    <a:pt x="453055" y="486041"/>
                  </a:cubicBezTo>
                  <a:lnTo>
                    <a:pt x="453055" y="449382"/>
                  </a:lnTo>
                  <a:cubicBezTo>
                    <a:pt x="453055" y="425010"/>
                    <a:pt x="446511" y="401105"/>
                    <a:pt x="434158" y="380205"/>
                  </a:cubicBezTo>
                  <a:cubicBezTo>
                    <a:pt x="423474" y="362110"/>
                    <a:pt x="408651" y="346752"/>
                    <a:pt x="391089" y="335334"/>
                  </a:cubicBezTo>
                  <a:close/>
                  <a:moveTo>
                    <a:pt x="361108" y="247060"/>
                  </a:moveTo>
                  <a:cubicBezTo>
                    <a:pt x="359639" y="252669"/>
                    <a:pt x="356034" y="257410"/>
                    <a:pt x="351026" y="260348"/>
                  </a:cubicBezTo>
                  <a:cubicBezTo>
                    <a:pt x="347086" y="262618"/>
                    <a:pt x="342679" y="263620"/>
                    <a:pt x="338205" y="263219"/>
                  </a:cubicBezTo>
                  <a:lnTo>
                    <a:pt x="338205" y="220952"/>
                  </a:lnTo>
                  <a:cubicBezTo>
                    <a:pt x="339274" y="220151"/>
                    <a:pt x="341277" y="219349"/>
                    <a:pt x="345550" y="220418"/>
                  </a:cubicBezTo>
                  <a:cubicBezTo>
                    <a:pt x="357169" y="223489"/>
                    <a:pt x="364113" y="235375"/>
                    <a:pt x="361108" y="246993"/>
                  </a:cubicBezTo>
                  <a:close/>
                  <a:moveTo>
                    <a:pt x="349423" y="206529"/>
                  </a:moveTo>
                  <a:cubicBezTo>
                    <a:pt x="349423" y="206529"/>
                    <a:pt x="349289" y="206529"/>
                    <a:pt x="349289" y="206529"/>
                  </a:cubicBezTo>
                  <a:cubicBezTo>
                    <a:pt x="345283" y="205460"/>
                    <a:pt x="341611" y="205260"/>
                    <a:pt x="338272" y="205794"/>
                  </a:cubicBezTo>
                  <a:lnTo>
                    <a:pt x="338272" y="187565"/>
                  </a:lnTo>
                  <a:lnTo>
                    <a:pt x="349423" y="187565"/>
                  </a:lnTo>
                  <a:lnTo>
                    <a:pt x="349423" y="206596"/>
                  </a:lnTo>
                  <a:close/>
                  <a:moveTo>
                    <a:pt x="168134" y="41867"/>
                  </a:moveTo>
                  <a:lnTo>
                    <a:pt x="299410" y="41867"/>
                  </a:lnTo>
                  <a:lnTo>
                    <a:pt x="308825" y="73384"/>
                  </a:lnTo>
                  <a:lnTo>
                    <a:pt x="158719" y="73384"/>
                  </a:lnTo>
                  <a:lnTo>
                    <a:pt x="168134" y="41867"/>
                  </a:lnTo>
                  <a:close/>
                  <a:moveTo>
                    <a:pt x="189435" y="14423"/>
                  </a:moveTo>
                  <a:lnTo>
                    <a:pt x="278109" y="14423"/>
                  </a:lnTo>
                  <a:cubicBezTo>
                    <a:pt x="285855" y="14423"/>
                    <a:pt x="292800" y="19631"/>
                    <a:pt x="295003" y="27043"/>
                  </a:cubicBezTo>
                  <a:lnTo>
                    <a:pt x="295137" y="27444"/>
                  </a:lnTo>
                  <a:lnTo>
                    <a:pt x="172475" y="27444"/>
                  </a:lnTo>
                  <a:lnTo>
                    <a:pt x="172608" y="27043"/>
                  </a:lnTo>
                  <a:cubicBezTo>
                    <a:pt x="174812" y="19631"/>
                    <a:pt x="181756" y="14423"/>
                    <a:pt x="189502" y="14423"/>
                  </a:cubicBezTo>
                  <a:close/>
                  <a:moveTo>
                    <a:pt x="154446" y="87873"/>
                  </a:moveTo>
                  <a:lnTo>
                    <a:pt x="313099" y="87873"/>
                  </a:lnTo>
                  <a:lnTo>
                    <a:pt x="318374" y="105568"/>
                  </a:lnTo>
                  <a:lnTo>
                    <a:pt x="149171" y="105568"/>
                  </a:lnTo>
                  <a:lnTo>
                    <a:pt x="154446" y="87873"/>
                  </a:lnTo>
                  <a:close/>
                  <a:moveTo>
                    <a:pt x="19765" y="119991"/>
                  </a:moveTo>
                  <a:lnTo>
                    <a:pt x="447846" y="119991"/>
                  </a:lnTo>
                  <a:cubicBezTo>
                    <a:pt x="450718" y="119991"/>
                    <a:pt x="453055" y="122328"/>
                    <a:pt x="453055" y="125199"/>
                  </a:cubicBezTo>
                  <a:cubicBezTo>
                    <a:pt x="453055" y="129606"/>
                    <a:pt x="452454" y="133880"/>
                    <a:pt x="451319" y="137953"/>
                  </a:cubicBezTo>
                  <a:cubicBezTo>
                    <a:pt x="449850" y="137419"/>
                    <a:pt x="448581" y="136751"/>
                    <a:pt x="447112" y="135950"/>
                  </a:cubicBezTo>
                  <a:cubicBezTo>
                    <a:pt x="443239" y="133813"/>
                    <a:pt x="438498" y="131209"/>
                    <a:pt x="429617" y="131209"/>
                  </a:cubicBezTo>
                  <a:cubicBezTo>
                    <a:pt x="420737" y="131209"/>
                    <a:pt x="415996" y="133813"/>
                    <a:pt x="412123" y="135950"/>
                  </a:cubicBezTo>
                  <a:cubicBezTo>
                    <a:pt x="408985" y="137686"/>
                    <a:pt x="406781" y="138888"/>
                    <a:pt x="401639" y="138888"/>
                  </a:cubicBezTo>
                  <a:cubicBezTo>
                    <a:pt x="396498" y="138888"/>
                    <a:pt x="394228" y="137619"/>
                    <a:pt x="391156" y="135950"/>
                  </a:cubicBezTo>
                  <a:cubicBezTo>
                    <a:pt x="387283" y="133813"/>
                    <a:pt x="382542" y="131209"/>
                    <a:pt x="373662" y="131209"/>
                  </a:cubicBezTo>
                  <a:cubicBezTo>
                    <a:pt x="364781" y="131209"/>
                    <a:pt x="360040" y="133813"/>
                    <a:pt x="356167" y="135950"/>
                  </a:cubicBezTo>
                  <a:cubicBezTo>
                    <a:pt x="353029" y="137686"/>
                    <a:pt x="350825" y="138888"/>
                    <a:pt x="345684" y="138888"/>
                  </a:cubicBezTo>
                  <a:cubicBezTo>
                    <a:pt x="340542" y="138888"/>
                    <a:pt x="338272" y="137619"/>
                    <a:pt x="335200" y="135950"/>
                  </a:cubicBezTo>
                  <a:cubicBezTo>
                    <a:pt x="331328" y="133813"/>
                    <a:pt x="326587" y="131209"/>
                    <a:pt x="317706" y="131209"/>
                  </a:cubicBezTo>
                  <a:cubicBezTo>
                    <a:pt x="308825" y="131209"/>
                    <a:pt x="304084" y="133813"/>
                    <a:pt x="300211" y="135950"/>
                  </a:cubicBezTo>
                  <a:cubicBezTo>
                    <a:pt x="297073" y="137686"/>
                    <a:pt x="294869" y="138888"/>
                    <a:pt x="289728" y="138888"/>
                  </a:cubicBezTo>
                  <a:cubicBezTo>
                    <a:pt x="284586" y="138888"/>
                    <a:pt x="282316" y="137619"/>
                    <a:pt x="279245" y="135950"/>
                  </a:cubicBezTo>
                  <a:cubicBezTo>
                    <a:pt x="275372" y="133813"/>
                    <a:pt x="270631" y="131209"/>
                    <a:pt x="261750" y="131209"/>
                  </a:cubicBezTo>
                  <a:cubicBezTo>
                    <a:pt x="252869" y="131209"/>
                    <a:pt x="248128" y="133813"/>
                    <a:pt x="244256" y="135950"/>
                  </a:cubicBezTo>
                  <a:cubicBezTo>
                    <a:pt x="241117" y="137686"/>
                    <a:pt x="238914" y="138888"/>
                    <a:pt x="233772" y="138888"/>
                  </a:cubicBezTo>
                  <a:cubicBezTo>
                    <a:pt x="228631" y="138888"/>
                    <a:pt x="226360" y="137619"/>
                    <a:pt x="223289" y="135950"/>
                  </a:cubicBezTo>
                  <a:cubicBezTo>
                    <a:pt x="219416" y="133813"/>
                    <a:pt x="214675" y="131209"/>
                    <a:pt x="205794" y="131209"/>
                  </a:cubicBezTo>
                  <a:cubicBezTo>
                    <a:pt x="196914" y="131209"/>
                    <a:pt x="192173" y="133813"/>
                    <a:pt x="188300" y="135950"/>
                  </a:cubicBezTo>
                  <a:cubicBezTo>
                    <a:pt x="185161" y="137686"/>
                    <a:pt x="182958" y="138888"/>
                    <a:pt x="177816" y="138888"/>
                  </a:cubicBezTo>
                  <a:cubicBezTo>
                    <a:pt x="172675" y="138888"/>
                    <a:pt x="170405" y="137619"/>
                    <a:pt x="167333" y="135950"/>
                  </a:cubicBezTo>
                  <a:cubicBezTo>
                    <a:pt x="163460" y="133813"/>
                    <a:pt x="158719" y="131209"/>
                    <a:pt x="149839" y="131209"/>
                  </a:cubicBezTo>
                  <a:cubicBezTo>
                    <a:pt x="140958" y="131209"/>
                    <a:pt x="136217" y="133813"/>
                    <a:pt x="132344" y="135950"/>
                  </a:cubicBezTo>
                  <a:cubicBezTo>
                    <a:pt x="129206" y="137686"/>
                    <a:pt x="127002" y="138888"/>
                    <a:pt x="121861" y="138888"/>
                  </a:cubicBezTo>
                  <a:cubicBezTo>
                    <a:pt x="116719" y="138888"/>
                    <a:pt x="114449" y="137619"/>
                    <a:pt x="111377" y="135950"/>
                  </a:cubicBezTo>
                  <a:cubicBezTo>
                    <a:pt x="107504" y="133813"/>
                    <a:pt x="102764" y="131209"/>
                    <a:pt x="93883" y="131209"/>
                  </a:cubicBezTo>
                  <a:cubicBezTo>
                    <a:pt x="85002" y="131209"/>
                    <a:pt x="80261" y="133813"/>
                    <a:pt x="76388" y="135950"/>
                  </a:cubicBezTo>
                  <a:cubicBezTo>
                    <a:pt x="73250" y="137686"/>
                    <a:pt x="71046" y="138888"/>
                    <a:pt x="65905" y="138888"/>
                  </a:cubicBezTo>
                  <a:cubicBezTo>
                    <a:pt x="60763" y="138888"/>
                    <a:pt x="58493" y="137619"/>
                    <a:pt x="55422" y="135950"/>
                  </a:cubicBezTo>
                  <a:cubicBezTo>
                    <a:pt x="51549" y="133813"/>
                    <a:pt x="46808" y="131209"/>
                    <a:pt x="37927" y="131209"/>
                  </a:cubicBezTo>
                  <a:cubicBezTo>
                    <a:pt x="29046" y="131209"/>
                    <a:pt x="24305" y="133813"/>
                    <a:pt x="20433" y="135950"/>
                  </a:cubicBezTo>
                  <a:cubicBezTo>
                    <a:pt x="18964" y="136751"/>
                    <a:pt x="17695" y="137486"/>
                    <a:pt x="16226" y="137953"/>
                  </a:cubicBezTo>
                  <a:cubicBezTo>
                    <a:pt x="15091" y="133880"/>
                    <a:pt x="14490" y="129606"/>
                    <a:pt x="14490" y="125199"/>
                  </a:cubicBezTo>
                  <a:cubicBezTo>
                    <a:pt x="14490" y="122328"/>
                    <a:pt x="16827" y="119991"/>
                    <a:pt x="19698" y="119991"/>
                  </a:cubicBezTo>
                  <a:close/>
                  <a:moveTo>
                    <a:pt x="118121" y="187499"/>
                  </a:moveTo>
                  <a:lnTo>
                    <a:pt x="129272" y="187499"/>
                  </a:lnTo>
                  <a:lnTo>
                    <a:pt x="129272" y="205728"/>
                  </a:lnTo>
                  <a:cubicBezTo>
                    <a:pt x="125934" y="205193"/>
                    <a:pt x="122261" y="205460"/>
                    <a:pt x="118255" y="206462"/>
                  </a:cubicBezTo>
                  <a:cubicBezTo>
                    <a:pt x="118255" y="206462"/>
                    <a:pt x="118121" y="206462"/>
                    <a:pt x="118121" y="206462"/>
                  </a:cubicBezTo>
                  <a:lnTo>
                    <a:pt x="118121" y="187432"/>
                  </a:lnTo>
                  <a:close/>
                  <a:moveTo>
                    <a:pt x="106436" y="247060"/>
                  </a:moveTo>
                  <a:cubicBezTo>
                    <a:pt x="103365" y="235442"/>
                    <a:pt x="110376" y="223489"/>
                    <a:pt x="121994" y="220484"/>
                  </a:cubicBezTo>
                  <a:cubicBezTo>
                    <a:pt x="126268" y="219349"/>
                    <a:pt x="128271" y="220217"/>
                    <a:pt x="129339" y="221019"/>
                  </a:cubicBezTo>
                  <a:lnTo>
                    <a:pt x="129339" y="263286"/>
                  </a:lnTo>
                  <a:cubicBezTo>
                    <a:pt x="118989" y="264154"/>
                    <a:pt x="109174" y="257477"/>
                    <a:pt x="106503" y="247127"/>
                  </a:cubicBezTo>
                  <a:close/>
                  <a:moveTo>
                    <a:pt x="183960" y="394161"/>
                  </a:moveTo>
                  <a:cubicBezTo>
                    <a:pt x="150306" y="364046"/>
                    <a:pt x="112646" y="342345"/>
                    <a:pt x="92748" y="331862"/>
                  </a:cubicBezTo>
                  <a:cubicBezTo>
                    <a:pt x="108105" y="323916"/>
                    <a:pt x="122595" y="320377"/>
                    <a:pt x="131142" y="318908"/>
                  </a:cubicBezTo>
                  <a:cubicBezTo>
                    <a:pt x="135883" y="338673"/>
                    <a:pt x="148971" y="355166"/>
                    <a:pt x="166532" y="364447"/>
                  </a:cubicBezTo>
                  <a:cubicBezTo>
                    <a:pt x="171072" y="370991"/>
                    <a:pt x="177483" y="381140"/>
                    <a:pt x="183893" y="394161"/>
                  </a:cubicBezTo>
                  <a:close/>
                  <a:moveTo>
                    <a:pt x="268494" y="358037"/>
                  </a:moveTo>
                  <a:lnTo>
                    <a:pt x="199050" y="358037"/>
                  </a:lnTo>
                  <a:cubicBezTo>
                    <a:pt x="168535" y="358037"/>
                    <a:pt x="143695" y="333197"/>
                    <a:pt x="143695" y="302682"/>
                  </a:cubicBezTo>
                  <a:lnTo>
                    <a:pt x="143695" y="187432"/>
                  </a:lnTo>
                  <a:lnTo>
                    <a:pt x="262218" y="187432"/>
                  </a:lnTo>
                  <a:cubicBezTo>
                    <a:pt x="266224" y="187432"/>
                    <a:pt x="269429" y="184227"/>
                    <a:pt x="269429" y="180220"/>
                  </a:cubicBezTo>
                  <a:cubicBezTo>
                    <a:pt x="269429" y="176214"/>
                    <a:pt x="266224" y="173009"/>
                    <a:pt x="262218" y="173009"/>
                  </a:cubicBezTo>
                  <a:lnTo>
                    <a:pt x="62366" y="173009"/>
                  </a:lnTo>
                  <a:cubicBezTo>
                    <a:pt x="45539" y="173009"/>
                    <a:pt x="30716" y="164262"/>
                    <a:pt x="22169" y="151107"/>
                  </a:cubicBezTo>
                  <a:cubicBezTo>
                    <a:pt x="24239" y="150306"/>
                    <a:pt x="25908" y="149371"/>
                    <a:pt x="27444" y="148503"/>
                  </a:cubicBezTo>
                  <a:cubicBezTo>
                    <a:pt x="30582" y="146767"/>
                    <a:pt x="32786" y="145565"/>
                    <a:pt x="37927" y="145565"/>
                  </a:cubicBezTo>
                  <a:cubicBezTo>
                    <a:pt x="43069" y="145565"/>
                    <a:pt x="45339" y="146834"/>
                    <a:pt x="48410" y="148503"/>
                  </a:cubicBezTo>
                  <a:cubicBezTo>
                    <a:pt x="52283" y="150640"/>
                    <a:pt x="57024" y="153244"/>
                    <a:pt x="65905" y="153244"/>
                  </a:cubicBezTo>
                  <a:cubicBezTo>
                    <a:pt x="74786" y="153244"/>
                    <a:pt x="79527" y="150640"/>
                    <a:pt x="83399" y="148503"/>
                  </a:cubicBezTo>
                  <a:cubicBezTo>
                    <a:pt x="86538" y="146767"/>
                    <a:pt x="88741" y="145565"/>
                    <a:pt x="93883" y="145565"/>
                  </a:cubicBezTo>
                  <a:cubicBezTo>
                    <a:pt x="99024" y="145565"/>
                    <a:pt x="101295" y="146834"/>
                    <a:pt x="104366" y="148503"/>
                  </a:cubicBezTo>
                  <a:cubicBezTo>
                    <a:pt x="108239" y="150640"/>
                    <a:pt x="112980" y="153244"/>
                    <a:pt x="121861" y="153244"/>
                  </a:cubicBezTo>
                  <a:cubicBezTo>
                    <a:pt x="130742" y="153244"/>
                    <a:pt x="135482" y="150640"/>
                    <a:pt x="139355" y="148503"/>
                  </a:cubicBezTo>
                  <a:cubicBezTo>
                    <a:pt x="142494" y="146767"/>
                    <a:pt x="144697" y="145565"/>
                    <a:pt x="149839" y="145565"/>
                  </a:cubicBezTo>
                  <a:cubicBezTo>
                    <a:pt x="154980" y="145565"/>
                    <a:pt x="157250" y="146834"/>
                    <a:pt x="160322" y="148503"/>
                  </a:cubicBezTo>
                  <a:cubicBezTo>
                    <a:pt x="164195" y="150640"/>
                    <a:pt x="168936" y="153244"/>
                    <a:pt x="177816" y="153244"/>
                  </a:cubicBezTo>
                  <a:cubicBezTo>
                    <a:pt x="186697" y="153244"/>
                    <a:pt x="191438" y="150640"/>
                    <a:pt x="195311" y="148503"/>
                  </a:cubicBezTo>
                  <a:cubicBezTo>
                    <a:pt x="198449" y="146767"/>
                    <a:pt x="200653" y="145565"/>
                    <a:pt x="205794" y="145565"/>
                  </a:cubicBezTo>
                  <a:cubicBezTo>
                    <a:pt x="210936" y="145565"/>
                    <a:pt x="213206" y="146834"/>
                    <a:pt x="216278" y="148503"/>
                  </a:cubicBezTo>
                  <a:cubicBezTo>
                    <a:pt x="220151" y="150640"/>
                    <a:pt x="224891" y="153244"/>
                    <a:pt x="233772" y="153244"/>
                  </a:cubicBezTo>
                  <a:cubicBezTo>
                    <a:pt x="242653" y="153244"/>
                    <a:pt x="247394" y="150640"/>
                    <a:pt x="251200" y="148503"/>
                  </a:cubicBezTo>
                  <a:cubicBezTo>
                    <a:pt x="254338" y="146767"/>
                    <a:pt x="256542" y="145565"/>
                    <a:pt x="261683" y="145565"/>
                  </a:cubicBezTo>
                  <a:cubicBezTo>
                    <a:pt x="266825" y="145565"/>
                    <a:pt x="269095" y="146834"/>
                    <a:pt x="272167" y="148503"/>
                  </a:cubicBezTo>
                  <a:cubicBezTo>
                    <a:pt x="276040" y="150640"/>
                    <a:pt x="280780" y="153244"/>
                    <a:pt x="289661" y="153244"/>
                  </a:cubicBezTo>
                  <a:cubicBezTo>
                    <a:pt x="298542" y="153244"/>
                    <a:pt x="303283" y="150640"/>
                    <a:pt x="307156" y="148503"/>
                  </a:cubicBezTo>
                  <a:cubicBezTo>
                    <a:pt x="310294" y="146767"/>
                    <a:pt x="312498" y="145565"/>
                    <a:pt x="317639" y="145565"/>
                  </a:cubicBezTo>
                  <a:cubicBezTo>
                    <a:pt x="322781" y="145565"/>
                    <a:pt x="325051" y="146834"/>
                    <a:pt x="328122" y="148503"/>
                  </a:cubicBezTo>
                  <a:cubicBezTo>
                    <a:pt x="331995" y="150640"/>
                    <a:pt x="336736" y="153244"/>
                    <a:pt x="345617" y="153244"/>
                  </a:cubicBezTo>
                  <a:cubicBezTo>
                    <a:pt x="354498" y="153244"/>
                    <a:pt x="359239" y="150640"/>
                    <a:pt x="363111" y="148503"/>
                  </a:cubicBezTo>
                  <a:cubicBezTo>
                    <a:pt x="366250" y="146767"/>
                    <a:pt x="368453" y="145565"/>
                    <a:pt x="373595" y="145565"/>
                  </a:cubicBezTo>
                  <a:cubicBezTo>
                    <a:pt x="378736" y="145565"/>
                    <a:pt x="381007" y="146834"/>
                    <a:pt x="384078" y="148503"/>
                  </a:cubicBezTo>
                  <a:cubicBezTo>
                    <a:pt x="387951" y="150640"/>
                    <a:pt x="392692" y="153244"/>
                    <a:pt x="401573" y="153244"/>
                  </a:cubicBezTo>
                  <a:cubicBezTo>
                    <a:pt x="410454" y="153244"/>
                    <a:pt x="415194" y="150640"/>
                    <a:pt x="419067" y="148503"/>
                  </a:cubicBezTo>
                  <a:cubicBezTo>
                    <a:pt x="422206" y="146767"/>
                    <a:pt x="424409" y="145565"/>
                    <a:pt x="429551" y="145565"/>
                  </a:cubicBezTo>
                  <a:cubicBezTo>
                    <a:pt x="434692" y="145565"/>
                    <a:pt x="436962" y="146834"/>
                    <a:pt x="440034" y="148503"/>
                  </a:cubicBezTo>
                  <a:cubicBezTo>
                    <a:pt x="441570" y="149371"/>
                    <a:pt x="443239" y="150239"/>
                    <a:pt x="445309" y="151107"/>
                  </a:cubicBezTo>
                  <a:cubicBezTo>
                    <a:pt x="436762" y="164262"/>
                    <a:pt x="421938" y="173009"/>
                    <a:pt x="405112" y="173009"/>
                  </a:cubicBezTo>
                  <a:lnTo>
                    <a:pt x="295137" y="173009"/>
                  </a:lnTo>
                  <a:cubicBezTo>
                    <a:pt x="291130" y="173009"/>
                    <a:pt x="287925" y="176214"/>
                    <a:pt x="287925" y="180220"/>
                  </a:cubicBezTo>
                  <a:cubicBezTo>
                    <a:pt x="287925" y="184227"/>
                    <a:pt x="291130" y="187432"/>
                    <a:pt x="295137" y="187432"/>
                  </a:cubicBezTo>
                  <a:lnTo>
                    <a:pt x="323849" y="187432"/>
                  </a:lnTo>
                  <a:lnTo>
                    <a:pt x="323849" y="302682"/>
                  </a:lnTo>
                  <a:cubicBezTo>
                    <a:pt x="323849" y="333197"/>
                    <a:pt x="299009" y="358037"/>
                    <a:pt x="268494" y="358037"/>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46"/>
            <p:cNvSpPr/>
            <p:nvPr/>
          </p:nvSpPr>
          <p:spPr>
            <a:xfrm>
              <a:off x="62699" y="2932216"/>
              <a:ext cx="22700" cy="96618"/>
            </a:xfrm>
            <a:custGeom>
              <a:rect b="b" l="l" r="r" t="t"/>
              <a:pathLst>
                <a:path extrusionOk="0" h="96618" w="22700">
                  <a:moveTo>
                    <a:pt x="18029" y="466"/>
                  </a:moveTo>
                  <a:cubicBezTo>
                    <a:pt x="14289" y="-937"/>
                    <a:pt x="10149" y="933"/>
                    <a:pt x="8747" y="4672"/>
                  </a:cubicBezTo>
                  <a:cubicBezTo>
                    <a:pt x="2938" y="20030"/>
                    <a:pt x="0" y="36189"/>
                    <a:pt x="0" y="52749"/>
                  </a:cubicBezTo>
                  <a:lnTo>
                    <a:pt x="0" y="89407"/>
                  </a:lnTo>
                  <a:cubicBezTo>
                    <a:pt x="0" y="93414"/>
                    <a:pt x="3205" y="96619"/>
                    <a:pt x="7211" y="96619"/>
                  </a:cubicBezTo>
                  <a:cubicBezTo>
                    <a:pt x="11218" y="96619"/>
                    <a:pt x="14423" y="93414"/>
                    <a:pt x="14423" y="89407"/>
                  </a:cubicBezTo>
                  <a:lnTo>
                    <a:pt x="14423" y="52749"/>
                  </a:lnTo>
                  <a:cubicBezTo>
                    <a:pt x="14423" y="37992"/>
                    <a:pt x="17027" y="23502"/>
                    <a:pt x="22235" y="9814"/>
                  </a:cubicBezTo>
                  <a:cubicBezTo>
                    <a:pt x="23638" y="6075"/>
                    <a:pt x="21768" y="1935"/>
                    <a:pt x="18029" y="532"/>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46"/>
            <p:cNvSpPr/>
            <p:nvPr/>
          </p:nvSpPr>
          <p:spPr>
            <a:xfrm>
              <a:off x="200209" y="2777694"/>
              <a:ext cx="164213" cy="102104"/>
            </a:xfrm>
            <a:custGeom>
              <a:rect b="b" l="l" r="r" t="t"/>
              <a:pathLst>
                <a:path extrusionOk="0" h="102104" w="164213">
                  <a:moveTo>
                    <a:pt x="122972" y="14698"/>
                  </a:moveTo>
                  <a:cubicBezTo>
                    <a:pt x="118498" y="13563"/>
                    <a:pt x="114158" y="13029"/>
                    <a:pt x="109951" y="13029"/>
                  </a:cubicBezTo>
                  <a:cubicBezTo>
                    <a:pt x="108950" y="8822"/>
                    <a:pt x="106613" y="5016"/>
                    <a:pt x="103007" y="1811"/>
                  </a:cubicBezTo>
                  <a:cubicBezTo>
                    <a:pt x="100002" y="-860"/>
                    <a:pt x="95462" y="-526"/>
                    <a:pt x="92791" y="2479"/>
                  </a:cubicBezTo>
                  <a:cubicBezTo>
                    <a:pt x="90120" y="5484"/>
                    <a:pt x="90454" y="10024"/>
                    <a:pt x="93458" y="12695"/>
                  </a:cubicBezTo>
                  <a:cubicBezTo>
                    <a:pt x="94594" y="13697"/>
                    <a:pt x="95996" y="15366"/>
                    <a:pt x="95996" y="17503"/>
                  </a:cubicBezTo>
                  <a:cubicBezTo>
                    <a:pt x="95996" y="21576"/>
                    <a:pt x="90320" y="26050"/>
                    <a:pt x="82174" y="26050"/>
                  </a:cubicBezTo>
                  <a:cubicBezTo>
                    <a:pt x="74027" y="26050"/>
                    <a:pt x="68352" y="21509"/>
                    <a:pt x="68352" y="17503"/>
                  </a:cubicBezTo>
                  <a:cubicBezTo>
                    <a:pt x="68352" y="15433"/>
                    <a:pt x="69754" y="13763"/>
                    <a:pt x="70889" y="12695"/>
                  </a:cubicBezTo>
                  <a:cubicBezTo>
                    <a:pt x="73894" y="10024"/>
                    <a:pt x="74161" y="5484"/>
                    <a:pt x="71557" y="2479"/>
                  </a:cubicBezTo>
                  <a:cubicBezTo>
                    <a:pt x="68886" y="-526"/>
                    <a:pt x="64345" y="-793"/>
                    <a:pt x="61341" y="1811"/>
                  </a:cubicBezTo>
                  <a:cubicBezTo>
                    <a:pt x="57802" y="4949"/>
                    <a:pt x="55398" y="8822"/>
                    <a:pt x="54396" y="13029"/>
                  </a:cubicBezTo>
                  <a:cubicBezTo>
                    <a:pt x="50190" y="13029"/>
                    <a:pt x="45849" y="13563"/>
                    <a:pt x="41375" y="14698"/>
                  </a:cubicBezTo>
                  <a:cubicBezTo>
                    <a:pt x="18406" y="20507"/>
                    <a:pt x="3716" y="38803"/>
                    <a:pt x="110" y="66314"/>
                  </a:cubicBezTo>
                  <a:cubicBezTo>
                    <a:pt x="-625" y="71856"/>
                    <a:pt x="2380" y="77131"/>
                    <a:pt x="7522" y="79335"/>
                  </a:cubicBezTo>
                  <a:cubicBezTo>
                    <a:pt x="9124" y="80002"/>
                    <a:pt x="10793" y="80336"/>
                    <a:pt x="12396" y="80336"/>
                  </a:cubicBezTo>
                  <a:cubicBezTo>
                    <a:pt x="16002" y="80336"/>
                    <a:pt x="19541" y="78734"/>
                    <a:pt x="21945" y="75729"/>
                  </a:cubicBezTo>
                  <a:cubicBezTo>
                    <a:pt x="23614" y="73659"/>
                    <a:pt x="25216" y="71789"/>
                    <a:pt x="26886" y="70053"/>
                  </a:cubicBezTo>
                  <a:lnTo>
                    <a:pt x="29490" y="80269"/>
                  </a:lnTo>
                  <a:cubicBezTo>
                    <a:pt x="32762" y="93090"/>
                    <a:pt x="44313" y="102104"/>
                    <a:pt x="57601" y="102104"/>
                  </a:cubicBezTo>
                  <a:lnTo>
                    <a:pt x="106613" y="102104"/>
                  </a:lnTo>
                  <a:cubicBezTo>
                    <a:pt x="119900" y="102104"/>
                    <a:pt x="131452" y="93157"/>
                    <a:pt x="134724" y="80269"/>
                  </a:cubicBezTo>
                  <a:lnTo>
                    <a:pt x="137328" y="70053"/>
                  </a:lnTo>
                  <a:cubicBezTo>
                    <a:pt x="138998" y="71789"/>
                    <a:pt x="140600" y="73659"/>
                    <a:pt x="142269" y="75729"/>
                  </a:cubicBezTo>
                  <a:cubicBezTo>
                    <a:pt x="144673" y="78734"/>
                    <a:pt x="148212" y="80336"/>
                    <a:pt x="151818" y="80336"/>
                  </a:cubicBezTo>
                  <a:cubicBezTo>
                    <a:pt x="153487" y="80336"/>
                    <a:pt x="155090" y="80002"/>
                    <a:pt x="156692" y="79335"/>
                  </a:cubicBezTo>
                  <a:cubicBezTo>
                    <a:pt x="161834" y="77131"/>
                    <a:pt x="164839" y="71923"/>
                    <a:pt x="164104" y="66314"/>
                  </a:cubicBezTo>
                  <a:cubicBezTo>
                    <a:pt x="160498" y="38803"/>
                    <a:pt x="145808" y="20507"/>
                    <a:pt x="122839" y="14698"/>
                  </a:cubicBezTo>
                  <a:close/>
                  <a:moveTo>
                    <a:pt x="15801" y="60772"/>
                  </a:moveTo>
                  <a:cubicBezTo>
                    <a:pt x="19007" y="47484"/>
                    <a:pt x="26752" y="33261"/>
                    <a:pt x="44914" y="28721"/>
                  </a:cubicBezTo>
                  <a:cubicBezTo>
                    <a:pt x="49121" y="27652"/>
                    <a:pt x="53061" y="27318"/>
                    <a:pt x="56667" y="27585"/>
                  </a:cubicBezTo>
                  <a:cubicBezTo>
                    <a:pt x="60139" y="33461"/>
                    <a:pt x="66482" y="37802"/>
                    <a:pt x="74361" y="39605"/>
                  </a:cubicBezTo>
                  <a:cubicBezTo>
                    <a:pt x="74762" y="40673"/>
                    <a:pt x="74962" y="41741"/>
                    <a:pt x="74962" y="42676"/>
                  </a:cubicBezTo>
                  <a:cubicBezTo>
                    <a:pt x="74962" y="42676"/>
                    <a:pt x="74962" y="42676"/>
                    <a:pt x="74962" y="42676"/>
                  </a:cubicBezTo>
                  <a:cubicBezTo>
                    <a:pt x="74962" y="42676"/>
                    <a:pt x="74962" y="42676"/>
                    <a:pt x="74962" y="42676"/>
                  </a:cubicBezTo>
                  <a:cubicBezTo>
                    <a:pt x="74962" y="43611"/>
                    <a:pt x="74829" y="44145"/>
                    <a:pt x="74762" y="44345"/>
                  </a:cubicBezTo>
                  <a:cubicBezTo>
                    <a:pt x="72892" y="45013"/>
                    <a:pt x="66883" y="44078"/>
                    <a:pt x="63210" y="43477"/>
                  </a:cubicBezTo>
                  <a:cubicBezTo>
                    <a:pt x="59004" y="42810"/>
                    <a:pt x="54663" y="42142"/>
                    <a:pt x="50390" y="42142"/>
                  </a:cubicBezTo>
                  <a:cubicBezTo>
                    <a:pt x="36701" y="42142"/>
                    <a:pt x="24615" y="51290"/>
                    <a:pt x="15801" y="60772"/>
                  </a:cubicBezTo>
                  <a:close/>
                  <a:moveTo>
                    <a:pt x="106679" y="87681"/>
                  </a:moveTo>
                  <a:lnTo>
                    <a:pt x="57668" y="87681"/>
                  </a:lnTo>
                  <a:cubicBezTo>
                    <a:pt x="50991" y="87681"/>
                    <a:pt x="45182" y="83141"/>
                    <a:pt x="43579" y="76730"/>
                  </a:cubicBezTo>
                  <a:lnTo>
                    <a:pt x="39306" y="60037"/>
                  </a:lnTo>
                  <a:cubicBezTo>
                    <a:pt x="43178" y="57834"/>
                    <a:pt x="46984" y="56698"/>
                    <a:pt x="50457" y="56698"/>
                  </a:cubicBezTo>
                  <a:cubicBezTo>
                    <a:pt x="53595" y="56698"/>
                    <a:pt x="57334" y="57299"/>
                    <a:pt x="61007" y="57900"/>
                  </a:cubicBezTo>
                  <a:cubicBezTo>
                    <a:pt x="68552" y="59102"/>
                    <a:pt x="76298" y="60304"/>
                    <a:pt x="82241" y="56899"/>
                  </a:cubicBezTo>
                  <a:cubicBezTo>
                    <a:pt x="88183" y="60304"/>
                    <a:pt x="95929" y="59102"/>
                    <a:pt x="103474" y="57900"/>
                  </a:cubicBezTo>
                  <a:cubicBezTo>
                    <a:pt x="107147" y="57299"/>
                    <a:pt x="110886" y="56698"/>
                    <a:pt x="114024" y="56698"/>
                  </a:cubicBezTo>
                  <a:cubicBezTo>
                    <a:pt x="117497" y="56698"/>
                    <a:pt x="121236" y="57834"/>
                    <a:pt x="125176" y="60037"/>
                  </a:cubicBezTo>
                  <a:lnTo>
                    <a:pt x="120902" y="76730"/>
                  </a:lnTo>
                  <a:cubicBezTo>
                    <a:pt x="119233" y="83207"/>
                    <a:pt x="113424" y="87681"/>
                    <a:pt x="106813" y="87681"/>
                  </a:cubicBezTo>
                  <a:close/>
                  <a:moveTo>
                    <a:pt x="113958" y="42209"/>
                  </a:moveTo>
                  <a:cubicBezTo>
                    <a:pt x="109684" y="42209"/>
                    <a:pt x="105344" y="42876"/>
                    <a:pt x="101137" y="43544"/>
                  </a:cubicBezTo>
                  <a:cubicBezTo>
                    <a:pt x="97465" y="44145"/>
                    <a:pt x="91455" y="45080"/>
                    <a:pt x="89586" y="44412"/>
                  </a:cubicBezTo>
                  <a:cubicBezTo>
                    <a:pt x="89519" y="44145"/>
                    <a:pt x="89385" y="43611"/>
                    <a:pt x="89385" y="42743"/>
                  </a:cubicBezTo>
                  <a:cubicBezTo>
                    <a:pt x="89385" y="41875"/>
                    <a:pt x="89586" y="40740"/>
                    <a:pt x="89986" y="39671"/>
                  </a:cubicBezTo>
                  <a:cubicBezTo>
                    <a:pt x="97865" y="37868"/>
                    <a:pt x="104209" y="33528"/>
                    <a:pt x="107681" y="27652"/>
                  </a:cubicBezTo>
                  <a:cubicBezTo>
                    <a:pt x="111287" y="27318"/>
                    <a:pt x="115293" y="27652"/>
                    <a:pt x="119433" y="28787"/>
                  </a:cubicBezTo>
                  <a:cubicBezTo>
                    <a:pt x="137595" y="33328"/>
                    <a:pt x="145341" y="47551"/>
                    <a:pt x="148546" y="60838"/>
                  </a:cubicBezTo>
                  <a:cubicBezTo>
                    <a:pt x="139732" y="51357"/>
                    <a:pt x="127646" y="42209"/>
                    <a:pt x="113958" y="42209"/>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46"/>
            <p:cNvSpPr/>
            <p:nvPr/>
          </p:nvSpPr>
          <p:spPr>
            <a:xfrm>
              <a:off x="146366" y="2952647"/>
              <a:ext cx="14422" cy="76188"/>
            </a:xfrm>
            <a:custGeom>
              <a:rect b="b" l="l" r="r" t="t"/>
              <a:pathLst>
                <a:path extrusionOk="0" h="76188" w="14422">
                  <a:moveTo>
                    <a:pt x="7211" y="0"/>
                  </a:moveTo>
                  <a:cubicBezTo>
                    <a:pt x="3205" y="0"/>
                    <a:pt x="0" y="3205"/>
                    <a:pt x="0" y="7211"/>
                  </a:cubicBezTo>
                  <a:lnTo>
                    <a:pt x="0" y="68977"/>
                  </a:lnTo>
                  <a:cubicBezTo>
                    <a:pt x="0" y="72983"/>
                    <a:pt x="3205" y="76188"/>
                    <a:pt x="7211" y="76188"/>
                  </a:cubicBezTo>
                  <a:cubicBezTo>
                    <a:pt x="11218" y="76188"/>
                    <a:pt x="14423" y="72983"/>
                    <a:pt x="14423" y="68977"/>
                  </a:cubicBezTo>
                  <a:lnTo>
                    <a:pt x="14423" y="7211"/>
                  </a:lnTo>
                  <a:cubicBezTo>
                    <a:pt x="14423" y="3205"/>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46"/>
            <p:cNvSpPr/>
            <p:nvPr/>
          </p:nvSpPr>
          <p:spPr>
            <a:xfrm>
              <a:off x="403976" y="2952647"/>
              <a:ext cx="14422" cy="76188"/>
            </a:xfrm>
            <a:custGeom>
              <a:rect b="b" l="l" r="r" t="t"/>
              <a:pathLst>
                <a:path extrusionOk="0" h="76188" w="14422">
                  <a:moveTo>
                    <a:pt x="7211" y="0"/>
                  </a:moveTo>
                  <a:cubicBezTo>
                    <a:pt x="3205" y="0"/>
                    <a:pt x="0" y="3205"/>
                    <a:pt x="0" y="7211"/>
                  </a:cubicBezTo>
                  <a:lnTo>
                    <a:pt x="0" y="68977"/>
                  </a:lnTo>
                  <a:cubicBezTo>
                    <a:pt x="0" y="72983"/>
                    <a:pt x="3205" y="76188"/>
                    <a:pt x="7211" y="76188"/>
                  </a:cubicBezTo>
                  <a:cubicBezTo>
                    <a:pt x="11218" y="76188"/>
                    <a:pt x="14423" y="72983"/>
                    <a:pt x="14423" y="68977"/>
                  </a:cubicBezTo>
                  <a:lnTo>
                    <a:pt x="14423" y="7211"/>
                  </a:lnTo>
                  <a:cubicBezTo>
                    <a:pt x="14423" y="3205"/>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46"/>
            <p:cNvSpPr/>
            <p:nvPr/>
          </p:nvSpPr>
          <p:spPr>
            <a:xfrm>
              <a:off x="220684" y="2586865"/>
              <a:ext cx="14422" cy="14556"/>
            </a:xfrm>
            <a:custGeom>
              <a:rect b="b" l="l" r="r" t="t"/>
              <a:pathLst>
                <a:path extrusionOk="0" h="14556" w="14422">
                  <a:moveTo>
                    <a:pt x="7211" y="0"/>
                  </a:moveTo>
                  <a:cubicBezTo>
                    <a:pt x="3205" y="0"/>
                    <a:pt x="0" y="3205"/>
                    <a:pt x="0" y="7211"/>
                  </a:cubicBezTo>
                  <a:lnTo>
                    <a:pt x="0" y="7211"/>
                  </a:lnTo>
                  <a:cubicBezTo>
                    <a:pt x="0" y="11285"/>
                    <a:pt x="3205" y="14557"/>
                    <a:pt x="7211" y="14557"/>
                  </a:cubicBezTo>
                  <a:cubicBezTo>
                    <a:pt x="11218" y="14557"/>
                    <a:pt x="14423" y="11351"/>
                    <a:pt x="14423" y="7345"/>
                  </a:cubicBezTo>
                  <a:lnTo>
                    <a:pt x="14423" y="7345"/>
                  </a:lnTo>
                  <a:cubicBezTo>
                    <a:pt x="14423" y="3272"/>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46"/>
            <p:cNvSpPr/>
            <p:nvPr/>
          </p:nvSpPr>
          <p:spPr>
            <a:xfrm>
              <a:off x="247928" y="2586865"/>
              <a:ext cx="14422" cy="14556"/>
            </a:xfrm>
            <a:custGeom>
              <a:rect b="b" l="l" r="r" t="t"/>
              <a:pathLst>
                <a:path extrusionOk="0" h="14556" w="14422">
                  <a:moveTo>
                    <a:pt x="7211" y="0"/>
                  </a:moveTo>
                  <a:cubicBezTo>
                    <a:pt x="3205" y="0"/>
                    <a:pt x="0" y="3205"/>
                    <a:pt x="0" y="7211"/>
                  </a:cubicBezTo>
                  <a:lnTo>
                    <a:pt x="0" y="7211"/>
                  </a:lnTo>
                  <a:cubicBezTo>
                    <a:pt x="0" y="11285"/>
                    <a:pt x="3205" y="14557"/>
                    <a:pt x="7211" y="14557"/>
                  </a:cubicBezTo>
                  <a:cubicBezTo>
                    <a:pt x="11218" y="14557"/>
                    <a:pt x="14423" y="11351"/>
                    <a:pt x="14423" y="7345"/>
                  </a:cubicBezTo>
                  <a:lnTo>
                    <a:pt x="14423" y="7345"/>
                  </a:lnTo>
                  <a:cubicBezTo>
                    <a:pt x="14423" y="3272"/>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46"/>
            <p:cNvSpPr/>
            <p:nvPr/>
          </p:nvSpPr>
          <p:spPr>
            <a:xfrm>
              <a:off x="275171" y="2586865"/>
              <a:ext cx="14422" cy="14556"/>
            </a:xfrm>
            <a:custGeom>
              <a:rect b="b" l="l" r="r" t="t"/>
              <a:pathLst>
                <a:path extrusionOk="0" h="14556" w="14422">
                  <a:moveTo>
                    <a:pt x="7211" y="0"/>
                  </a:moveTo>
                  <a:cubicBezTo>
                    <a:pt x="3205" y="0"/>
                    <a:pt x="0" y="3205"/>
                    <a:pt x="0" y="7211"/>
                  </a:cubicBezTo>
                  <a:lnTo>
                    <a:pt x="0" y="7211"/>
                  </a:lnTo>
                  <a:cubicBezTo>
                    <a:pt x="0" y="11285"/>
                    <a:pt x="3205" y="14557"/>
                    <a:pt x="7211" y="14557"/>
                  </a:cubicBezTo>
                  <a:cubicBezTo>
                    <a:pt x="11218" y="14557"/>
                    <a:pt x="14423" y="11351"/>
                    <a:pt x="14423" y="7345"/>
                  </a:cubicBezTo>
                  <a:lnTo>
                    <a:pt x="14423" y="7345"/>
                  </a:lnTo>
                  <a:cubicBezTo>
                    <a:pt x="14423" y="3272"/>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46"/>
            <p:cNvSpPr/>
            <p:nvPr/>
          </p:nvSpPr>
          <p:spPr>
            <a:xfrm>
              <a:off x="302414" y="2586865"/>
              <a:ext cx="14422" cy="14556"/>
            </a:xfrm>
            <a:custGeom>
              <a:rect b="b" l="l" r="r" t="t"/>
              <a:pathLst>
                <a:path extrusionOk="0" h="14556" w="14422">
                  <a:moveTo>
                    <a:pt x="7211" y="0"/>
                  </a:moveTo>
                  <a:cubicBezTo>
                    <a:pt x="3205" y="0"/>
                    <a:pt x="0" y="3205"/>
                    <a:pt x="0" y="7211"/>
                  </a:cubicBezTo>
                  <a:lnTo>
                    <a:pt x="0" y="7211"/>
                  </a:lnTo>
                  <a:cubicBezTo>
                    <a:pt x="0" y="11285"/>
                    <a:pt x="3205" y="14557"/>
                    <a:pt x="7211" y="14557"/>
                  </a:cubicBezTo>
                  <a:cubicBezTo>
                    <a:pt x="11218" y="14557"/>
                    <a:pt x="14423" y="11351"/>
                    <a:pt x="14423" y="7345"/>
                  </a:cubicBezTo>
                  <a:lnTo>
                    <a:pt x="14423" y="7345"/>
                  </a:lnTo>
                  <a:cubicBezTo>
                    <a:pt x="14423" y="3272"/>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46"/>
            <p:cNvSpPr/>
            <p:nvPr/>
          </p:nvSpPr>
          <p:spPr>
            <a:xfrm>
              <a:off x="329658" y="2586865"/>
              <a:ext cx="14422" cy="14556"/>
            </a:xfrm>
            <a:custGeom>
              <a:rect b="b" l="l" r="r" t="t"/>
              <a:pathLst>
                <a:path extrusionOk="0" h="14556" w="14422">
                  <a:moveTo>
                    <a:pt x="7211" y="0"/>
                  </a:moveTo>
                  <a:cubicBezTo>
                    <a:pt x="3205" y="0"/>
                    <a:pt x="0" y="3205"/>
                    <a:pt x="0" y="7211"/>
                  </a:cubicBezTo>
                  <a:lnTo>
                    <a:pt x="0" y="7211"/>
                  </a:lnTo>
                  <a:cubicBezTo>
                    <a:pt x="0" y="11285"/>
                    <a:pt x="3205" y="14557"/>
                    <a:pt x="7211" y="14557"/>
                  </a:cubicBezTo>
                  <a:cubicBezTo>
                    <a:pt x="11218" y="14557"/>
                    <a:pt x="14423" y="11351"/>
                    <a:pt x="14423" y="7345"/>
                  </a:cubicBezTo>
                  <a:lnTo>
                    <a:pt x="14423" y="7345"/>
                  </a:lnTo>
                  <a:cubicBezTo>
                    <a:pt x="14423" y="3272"/>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46"/>
            <p:cNvSpPr/>
            <p:nvPr/>
          </p:nvSpPr>
          <p:spPr>
            <a:xfrm>
              <a:off x="232436" y="2753797"/>
              <a:ext cx="14422" cy="21033"/>
            </a:xfrm>
            <a:custGeom>
              <a:rect b="b" l="l" r="r" t="t"/>
              <a:pathLst>
                <a:path extrusionOk="0" h="21033" w="14422">
                  <a:moveTo>
                    <a:pt x="7211" y="21033"/>
                  </a:moveTo>
                  <a:cubicBezTo>
                    <a:pt x="11218" y="21033"/>
                    <a:pt x="14423" y="17828"/>
                    <a:pt x="14423" y="13822"/>
                  </a:cubicBezTo>
                  <a:lnTo>
                    <a:pt x="14423" y="7211"/>
                  </a:lnTo>
                  <a:cubicBezTo>
                    <a:pt x="14423" y="3205"/>
                    <a:pt x="11218" y="0"/>
                    <a:pt x="7211" y="0"/>
                  </a:cubicBezTo>
                  <a:cubicBezTo>
                    <a:pt x="3205" y="0"/>
                    <a:pt x="0" y="3205"/>
                    <a:pt x="0" y="7211"/>
                  </a:cubicBezTo>
                  <a:lnTo>
                    <a:pt x="0" y="13822"/>
                  </a:lnTo>
                  <a:cubicBezTo>
                    <a:pt x="0" y="17828"/>
                    <a:pt x="3205" y="21033"/>
                    <a:pt x="7211" y="2103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46"/>
            <p:cNvSpPr/>
            <p:nvPr/>
          </p:nvSpPr>
          <p:spPr>
            <a:xfrm>
              <a:off x="317839" y="2753797"/>
              <a:ext cx="14422" cy="21033"/>
            </a:xfrm>
            <a:custGeom>
              <a:rect b="b" l="l" r="r" t="t"/>
              <a:pathLst>
                <a:path extrusionOk="0" h="21033" w="14422">
                  <a:moveTo>
                    <a:pt x="7211" y="21033"/>
                  </a:moveTo>
                  <a:cubicBezTo>
                    <a:pt x="11218" y="21033"/>
                    <a:pt x="14423" y="17828"/>
                    <a:pt x="14423" y="13822"/>
                  </a:cubicBezTo>
                  <a:lnTo>
                    <a:pt x="14423" y="7211"/>
                  </a:lnTo>
                  <a:cubicBezTo>
                    <a:pt x="14423" y="3205"/>
                    <a:pt x="11218" y="0"/>
                    <a:pt x="7211" y="0"/>
                  </a:cubicBezTo>
                  <a:cubicBezTo>
                    <a:pt x="3205" y="0"/>
                    <a:pt x="0" y="3205"/>
                    <a:pt x="0" y="7211"/>
                  </a:cubicBezTo>
                  <a:lnTo>
                    <a:pt x="0" y="13822"/>
                  </a:lnTo>
                  <a:cubicBezTo>
                    <a:pt x="0" y="17828"/>
                    <a:pt x="3205" y="21033"/>
                    <a:pt x="7211" y="2103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4" name="Google Shape;304;p46"/>
          <p:cNvGrpSpPr/>
          <p:nvPr/>
        </p:nvGrpSpPr>
        <p:grpSpPr>
          <a:xfrm>
            <a:off x="894327" y="4848319"/>
            <a:ext cx="228244" cy="293633"/>
            <a:chOff x="701850" y="2535716"/>
            <a:chExt cx="383410" cy="493252"/>
          </a:xfrm>
        </p:grpSpPr>
        <p:sp>
          <p:nvSpPr>
            <p:cNvPr id="305" name="Google Shape;305;p46"/>
            <p:cNvSpPr/>
            <p:nvPr/>
          </p:nvSpPr>
          <p:spPr>
            <a:xfrm>
              <a:off x="841406" y="2725552"/>
              <a:ext cx="14422" cy="26241"/>
            </a:xfrm>
            <a:custGeom>
              <a:rect b="b" l="l" r="r" t="t"/>
              <a:pathLst>
                <a:path extrusionOk="0" h="26241" w="14422">
                  <a:moveTo>
                    <a:pt x="7211" y="0"/>
                  </a:moveTo>
                  <a:cubicBezTo>
                    <a:pt x="3205" y="0"/>
                    <a:pt x="0" y="3205"/>
                    <a:pt x="0" y="7211"/>
                  </a:cubicBezTo>
                  <a:lnTo>
                    <a:pt x="0" y="19030"/>
                  </a:lnTo>
                  <a:cubicBezTo>
                    <a:pt x="0" y="23037"/>
                    <a:pt x="3205" y="26242"/>
                    <a:pt x="7211" y="26242"/>
                  </a:cubicBezTo>
                  <a:cubicBezTo>
                    <a:pt x="11218" y="26242"/>
                    <a:pt x="14423" y="23037"/>
                    <a:pt x="14423" y="19030"/>
                  </a:cubicBezTo>
                  <a:lnTo>
                    <a:pt x="14423" y="7211"/>
                  </a:lnTo>
                  <a:cubicBezTo>
                    <a:pt x="14423" y="3205"/>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46"/>
            <p:cNvSpPr/>
            <p:nvPr/>
          </p:nvSpPr>
          <p:spPr>
            <a:xfrm>
              <a:off x="824742" y="2700662"/>
              <a:ext cx="47751" cy="18345"/>
            </a:xfrm>
            <a:custGeom>
              <a:rect b="b" l="l" r="r" t="t"/>
              <a:pathLst>
                <a:path extrusionOk="0" h="18345" w="47751">
                  <a:moveTo>
                    <a:pt x="37297" y="17611"/>
                  </a:moveTo>
                  <a:cubicBezTo>
                    <a:pt x="38365" y="18146"/>
                    <a:pt x="39434" y="18346"/>
                    <a:pt x="40502" y="18346"/>
                  </a:cubicBezTo>
                  <a:cubicBezTo>
                    <a:pt x="43173" y="18346"/>
                    <a:pt x="45711" y="16877"/>
                    <a:pt x="46979" y="14340"/>
                  </a:cubicBezTo>
                  <a:cubicBezTo>
                    <a:pt x="48782" y="10801"/>
                    <a:pt x="47313" y="6460"/>
                    <a:pt x="43774" y="4657"/>
                  </a:cubicBezTo>
                  <a:cubicBezTo>
                    <a:pt x="31354" y="-1552"/>
                    <a:pt x="16464" y="-1552"/>
                    <a:pt x="3977" y="4657"/>
                  </a:cubicBezTo>
                  <a:cubicBezTo>
                    <a:pt x="438" y="6460"/>
                    <a:pt x="-1031" y="10801"/>
                    <a:pt x="772" y="14340"/>
                  </a:cubicBezTo>
                  <a:cubicBezTo>
                    <a:pt x="2575" y="17878"/>
                    <a:pt x="6915" y="19347"/>
                    <a:pt x="10454" y="17545"/>
                  </a:cubicBezTo>
                  <a:cubicBezTo>
                    <a:pt x="18868" y="13338"/>
                    <a:pt x="28884" y="13338"/>
                    <a:pt x="37297" y="17545"/>
                  </a:cubicBezTo>
                  <a:lnTo>
                    <a:pt x="37297" y="17545"/>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46"/>
            <p:cNvSpPr/>
            <p:nvPr/>
          </p:nvSpPr>
          <p:spPr>
            <a:xfrm>
              <a:off x="914618" y="2701130"/>
              <a:ext cx="47751" cy="18345"/>
            </a:xfrm>
            <a:custGeom>
              <a:rect b="b" l="l" r="r" t="t"/>
              <a:pathLst>
                <a:path extrusionOk="0" h="18345" w="47751">
                  <a:moveTo>
                    <a:pt x="10454" y="17611"/>
                  </a:moveTo>
                  <a:cubicBezTo>
                    <a:pt x="18868" y="13405"/>
                    <a:pt x="28884" y="13405"/>
                    <a:pt x="37297" y="17611"/>
                  </a:cubicBezTo>
                  <a:cubicBezTo>
                    <a:pt x="38366" y="18146"/>
                    <a:pt x="39434" y="18346"/>
                    <a:pt x="40502" y="18346"/>
                  </a:cubicBezTo>
                  <a:cubicBezTo>
                    <a:pt x="43173" y="18346"/>
                    <a:pt x="45711" y="16877"/>
                    <a:pt x="46979" y="14340"/>
                  </a:cubicBezTo>
                  <a:cubicBezTo>
                    <a:pt x="48782" y="10801"/>
                    <a:pt x="47313" y="6460"/>
                    <a:pt x="43774" y="4657"/>
                  </a:cubicBezTo>
                  <a:cubicBezTo>
                    <a:pt x="31354" y="-1552"/>
                    <a:pt x="16464" y="-1552"/>
                    <a:pt x="3977" y="4657"/>
                  </a:cubicBezTo>
                  <a:cubicBezTo>
                    <a:pt x="438" y="6460"/>
                    <a:pt x="-1031" y="10801"/>
                    <a:pt x="772" y="14340"/>
                  </a:cubicBezTo>
                  <a:cubicBezTo>
                    <a:pt x="2575" y="17878"/>
                    <a:pt x="6915" y="19347"/>
                    <a:pt x="10454" y="17545"/>
                  </a:cubicBezTo>
                  <a:lnTo>
                    <a:pt x="10454" y="17545"/>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46"/>
            <p:cNvSpPr/>
            <p:nvPr/>
          </p:nvSpPr>
          <p:spPr>
            <a:xfrm>
              <a:off x="930347" y="2725552"/>
              <a:ext cx="14422" cy="26241"/>
            </a:xfrm>
            <a:custGeom>
              <a:rect b="b" l="l" r="r" t="t"/>
              <a:pathLst>
                <a:path extrusionOk="0" h="26241" w="14422">
                  <a:moveTo>
                    <a:pt x="7211" y="0"/>
                  </a:moveTo>
                  <a:cubicBezTo>
                    <a:pt x="3205" y="0"/>
                    <a:pt x="0" y="3205"/>
                    <a:pt x="0" y="7211"/>
                  </a:cubicBezTo>
                  <a:lnTo>
                    <a:pt x="0" y="19030"/>
                  </a:lnTo>
                  <a:cubicBezTo>
                    <a:pt x="0" y="23037"/>
                    <a:pt x="3205" y="26242"/>
                    <a:pt x="7211" y="26242"/>
                  </a:cubicBezTo>
                  <a:cubicBezTo>
                    <a:pt x="11218" y="26242"/>
                    <a:pt x="14423" y="23037"/>
                    <a:pt x="14423" y="19030"/>
                  </a:cubicBezTo>
                  <a:lnTo>
                    <a:pt x="14423" y="7211"/>
                  </a:lnTo>
                  <a:cubicBezTo>
                    <a:pt x="14423" y="3205"/>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46"/>
            <p:cNvSpPr/>
            <p:nvPr/>
          </p:nvSpPr>
          <p:spPr>
            <a:xfrm>
              <a:off x="873706" y="2765109"/>
              <a:ext cx="39720" cy="18468"/>
            </a:xfrm>
            <a:custGeom>
              <a:rect b="b" l="l" r="r" t="t"/>
              <a:pathLst>
                <a:path extrusionOk="0" h="18468" w="39720">
                  <a:moveTo>
                    <a:pt x="1287" y="3244"/>
                  </a:moveTo>
                  <a:cubicBezTo>
                    <a:pt x="-983" y="6516"/>
                    <a:pt x="-182" y="11057"/>
                    <a:pt x="3157" y="13260"/>
                  </a:cubicBezTo>
                  <a:cubicBezTo>
                    <a:pt x="8231" y="16732"/>
                    <a:pt x="14041" y="18468"/>
                    <a:pt x="19850" y="18468"/>
                  </a:cubicBezTo>
                  <a:cubicBezTo>
                    <a:pt x="25392" y="18468"/>
                    <a:pt x="30934" y="16866"/>
                    <a:pt x="35809" y="13727"/>
                  </a:cubicBezTo>
                  <a:lnTo>
                    <a:pt x="36409" y="13327"/>
                  </a:lnTo>
                  <a:cubicBezTo>
                    <a:pt x="39748" y="11190"/>
                    <a:pt x="40750" y="6716"/>
                    <a:pt x="38546" y="3311"/>
                  </a:cubicBezTo>
                  <a:cubicBezTo>
                    <a:pt x="36409" y="-28"/>
                    <a:pt x="31936" y="-1029"/>
                    <a:pt x="28530" y="1174"/>
                  </a:cubicBezTo>
                  <a:lnTo>
                    <a:pt x="27929" y="1575"/>
                  </a:lnTo>
                  <a:cubicBezTo>
                    <a:pt x="22788" y="4847"/>
                    <a:pt x="16244" y="4780"/>
                    <a:pt x="11236" y="1308"/>
                  </a:cubicBezTo>
                  <a:cubicBezTo>
                    <a:pt x="7964" y="-963"/>
                    <a:pt x="3424" y="-161"/>
                    <a:pt x="1220" y="3177"/>
                  </a:cubicBezTo>
                  <a:lnTo>
                    <a:pt x="1220" y="3177"/>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46"/>
            <p:cNvSpPr/>
            <p:nvPr/>
          </p:nvSpPr>
          <p:spPr>
            <a:xfrm>
              <a:off x="859227" y="2801606"/>
              <a:ext cx="68655" cy="41938"/>
            </a:xfrm>
            <a:custGeom>
              <a:rect b="b" l="l" r="r" t="t"/>
              <a:pathLst>
                <a:path extrusionOk="0" h="41938" w="68655">
                  <a:moveTo>
                    <a:pt x="61439" y="0"/>
                  </a:moveTo>
                  <a:lnTo>
                    <a:pt x="7219" y="0"/>
                  </a:lnTo>
                  <a:cubicBezTo>
                    <a:pt x="3213" y="0"/>
                    <a:pt x="8" y="3205"/>
                    <a:pt x="8" y="7211"/>
                  </a:cubicBezTo>
                  <a:cubicBezTo>
                    <a:pt x="-393" y="25841"/>
                    <a:pt x="15165" y="41933"/>
                    <a:pt x="34129" y="41933"/>
                  </a:cubicBezTo>
                  <a:cubicBezTo>
                    <a:pt x="52892" y="42267"/>
                    <a:pt x="68984" y="26309"/>
                    <a:pt x="68650" y="7211"/>
                  </a:cubicBezTo>
                  <a:cubicBezTo>
                    <a:pt x="68650" y="3205"/>
                    <a:pt x="65445" y="0"/>
                    <a:pt x="61439" y="0"/>
                  </a:cubicBezTo>
                  <a:close/>
                  <a:moveTo>
                    <a:pt x="34529" y="27510"/>
                  </a:moveTo>
                  <a:cubicBezTo>
                    <a:pt x="26450" y="27510"/>
                    <a:pt x="18303" y="22102"/>
                    <a:pt x="15566" y="14423"/>
                  </a:cubicBezTo>
                  <a:lnTo>
                    <a:pt x="53025" y="14423"/>
                  </a:lnTo>
                  <a:cubicBezTo>
                    <a:pt x="50288" y="22035"/>
                    <a:pt x="43210" y="27510"/>
                    <a:pt x="34462" y="27510"/>
                  </a:cubicBezTo>
                  <a:lnTo>
                    <a:pt x="34462" y="27510"/>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46"/>
            <p:cNvSpPr/>
            <p:nvPr/>
          </p:nvSpPr>
          <p:spPr>
            <a:xfrm>
              <a:off x="886344" y="2696439"/>
              <a:ext cx="14422" cy="14422"/>
            </a:xfrm>
            <a:custGeom>
              <a:rect b="b" l="l" r="r" t="t"/>
              <a:pathLst>
                <a:path extrusionOk="0" h="14422" w="14422">
                  <a:moveTo>
                    <a:pt x="14423" y="7211"/>
                  </a:moveTo>
                  <a:cubicBezTo>
                    <a:pt x="14423" y="3205"/>
                    <a:pt x="11218" y="0"/>
                    <a:pt x="7211" y="0"/>
                  </a:cubicBezTo>
                  <a:lnTo>
                    <a:pt x="7211" y="0"/>
                  </a:lnTo>
                  <a:cubicBezTo>
                    <a:pt x="3205" y="0"/>
                    <a:pt x="0" y="3205"/>
                    <a:pt x="0" y="7211"/>
                  </a:cubicBezTo>
                  <a:cubicBezTo>
                    <a:pt x="0" y="11218"/>
                    <a:pt x="3272" y="14423"/>
                    <a:pt x="7211" y="14423"/>
                  </a:cubicBezTo>
                  <a:cubicBezTo>
                    <a:pt x="11151" y="14423"/>
                    <a:pt x="14423" y="11218"/>
                    <a:pt x="14423" y="721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46"/>
            <p:cNvSpPr/>
            <p:nvPr/>
          </p:nvSpPr>
          <p:spPr>
            <a:xfrm>
              <a:off x="873056" y="2640884"/>
              <a:ext cx="40998" cy="40998"/>
            </a:xfrm>
            <a:custGeom>
              <a:rect b="b" l="l" r="r" t="t"/>
              <a:pathLst>
                <a:path extrusionOk="0" h="40998" w="40998">
                  <a:moveTo>
                    <a:pt x="20499" y="40999"/>
                  </a:moveTo>
                  <a:cubicBezTo>
                    <a:pt x="31784" y="40999"/>
                    <a:pt x="40999" y="31784"/>
                    <a:pt x="40999" y="20499"/>
                  </a:cubicBezTo>
                  <a:cubicBezTo>
                    <a:pt x="40999" y="9215"/>
                    <a:pt x="31784" y="0"/>
                    <a:pt x="20499" y="0"/>
                  </a:cubicBezTo>
                  <a:cubicBezTo>
                    <a:pt x="9215" y="0"/>
                    <a:pt x="0" y="9215"/>
                    <a:pt x="0" y="20499"/>
                  </a:cubicBezTo>
                  <a:cubicBezTo>
                    <a:pt x="0" y="31784"/>
                    <a:pt x="9215" y="40999"/>
                    <a:pt x="20499" y="40999"/>
                  </a:cubicBezTo>
                  <a:close/>
                  <a:moveTo>
                    <a:pt x="20499" y="14490"/>
                  </a:moveTo>
                  <a:cubicBezTo>
                    <a:pt x="23838" y="14490"/>
                    <a:pt x="26576" y="17227"/>
                    <a:pt x="26576" y="20566"/>
                  </a:cubicBezTo>
                  <a:cubicBezTo>
                    <a:pt x="26576" y="23905"/>
                    <a:pt x="23838" y="26642"/>
                    <a:pt x="20499" y="26642"/>
                  </a:cubicBezTo>
                  <a:cubicBezTo>
                    <a:pt x="17161" y="26642"/>
                    <a:pt x="14423" y="23905"/>
                    <a:pt x="14423" y="20566"/>
                  </a:cubicBezTo>
                  <a:cubicBezTo>
                    <a:pt x="14423" y="17227"/>
                    <a:pt x="17161" y="14490"/>
                    <a:pt x="20499" y="1449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46"/>
            <p:cNvSpPr/>
            <p:nvPr/>
          </p:nvSpPr>
          <p:spPr>
            <a:xfrm>
              <a:off x="701850" y="2535716"/>
              <a:ext cx="383410" cy="493252"/>
            </a:xfrm>
            <a:custGeom>
              <a:rect b="b" l="l" r="r" t="t"/>
              <a:pathLst>
                <a:path extrusionOk="0" h="493252" w="383410">
                  <a:moveTo>
                    <a:pt x="365248" y="384546"/>
                  </a:moveTo>
                  <a:cubicBezTo>
                    <a:pt x="353563" y="370991"/>
                    <a:pt x="337337" y="362110"/>
                    <a:pt x="319642" y="359506"/>
                  </a:cubicBezTo>
                  <a:lnTo>
                    <a:pt x="282049" y="353964"/>
                  </a:lnTo>
                  <a:cubicBezTo>
                    <a:pt x="272834" y="352628"/>
                    <a:pt x="264020" y="357102"/>
                    <a:pt x="259413" y="364714"/>
                  </a:cubicBezTo>
                  <a:lnTo>
                    <a:pt x="250332" y="363445"/>
                  </a:lnTo>
                  <a:cubicBezTo>
                    <a:pt x="249130" y="363245"/>
                    <a:pt x="248262" y="362243"/>
                    <a:pt x="248262" y="361042"/>
                  </a:cubicBezTo>
                  <a:lnTo>
                    <a:pt x="248262" y="322246"/>
                  </a:lnTo>
                  <a:lnTo>
                    <a:pt x="255540" y="317839"/>
                  </a:lnTo>
                  <a:cubicBezTo>
                    <a:pt x="277175" y="304885"/>
                    <a:pt x="291865" y="282850"/>
                    <a:pt x="296005" y="258411"/>
                  </a:cubicBezTo>
                  <a:cubicBezTo>
                    <a:pt x="298609" y="259480"/>
                    <a:pt x="301413" y="260148"/>
                    <a:pt x="304418" y="260148"/>
                  </a:cubicBezTo>
                  <a:cubicBezTo>
                    <a:pt x="316370" y="260148"/>
                    <a:pt x="326119" y="250399"/>
                    <a:pt x="326119" y="238446"/>
                  </a:cubicBezTo>
                  <a:cubicBezTo>
                    <a:pt x="326119" y="234039"/>
                    <a:pt x="324784" y="229966"/>
                    <a:pt x="322580" y="226561"/>
                  </a:cubicBezTo>
                  <a:cubicBezTo>
                    <a:pt x="328389" y="219950"/>
                    <a:pt x="331661" y="211470"/>
                    <a:pt x="331661" y="202389"/>
                  </a:cubicBezTo>
                  <a:lnTo>
                    <a:pt x="331661" y="194510"/>
                  </a:lnTo>
                  <a:cubicBezTo>
                    <a:pt x="331661" y="188767"/>
                    <a:pt x="329858" y="183425"/>
                    <a:pt x="326720" y="179018"/>
                  </a:cubicBezTo>
                  <a:lnTo>
                    <a:pt x="326720" y="97555"/>
                  </a:lnTo>
                  <a:cubicBezTo>
                    <a:pt x="326720" y="43803"/>
                    <a:pt x="282984" y="0"/>
                    <a:pt x="229165" y="0"/>
                  </a:cubicBezTo>
                  <a:lnTo>
                    <a:pt x="154246" y="0"/>
                  </a:lnTo>
                  <a:cubicBezTo>
                    <a:pt x="128805" y="0"/>
                    <a:pt x="104767" y="9749"/>
                    <a:pt x="86471" y="27377"/>
                  </a:cubicBezTo>
                  <a:cubicBezTo>
                    <a:pt x="83600" y="30181"/>
                    <a:pt x="83533" y="34722"/>
                    <a:pt x="86271" y="37593"/>
                  </a:cubicBezTo>
                  <a:cubicBezTo>
                    <a:pt x="89008" y="40464"/>
                    <a:pt x="93616" y="40531"/>
                    <a:pt x="96487" y="37794"/>
                  </a:cubicBezTo>
                  <a:cubicBezTo>
                    <a:pt x="109508" y="25240"/>
                    <a:pt x="125934" y="17361"/>
                    <a:pt x="143629" y="15157"/>
                  </a:cubicBezTo>
                  <a:lnTo>
                    <a:pt x="143629" y="65237"/>
                  </a:lnTo>
                  <a:cubicBezTo>
                    <a:pt x="143629" y="70245"/>
                    <a:pt x="145031" y="74919"/>
                    <a:pt x="147368" y="78926"/>
                  </a:cubicBezTo>
                  <a:lnTo>
                    <a:pt x="122729" y="96153"/>
                  </a:lnTo>
                  <a:cubicBezTo>
                    <a:pt x="100026" y="111978"/>
                    <a:pt x="85603" y="139422"/>
                    <a:pt x="86137" y="167600"/>
                  </a:cubicBezTo>
                  <a:lnTo>
                    <a:pt x="78592" y="167600"/>
                  </a:lnTo>
                  <a:cubicBezTo>
                    <a:pt x="75988" y="167600"/>
                    <a:pt x="73450" y="168001"/>
                    <a:pt x="71046" y="168669"/>
                  </a:cubicBezTo>
                  <a:lnTo>
                    <a:pt x="71046" y="97555"/>
                  </a:lnTo>
                  <a:cubicBezTo>
                    <a:pt x="71046" y="85469"/>
                    <a:pt x="73584" y="73851"/>
                    <a:pt x="78525" y="63034"/>
                  </a:cubicBezTo>
                  <a:cubicBezTo>
                    <a:pt x="80194" y="59428"/>
                    <a:pt x="78525" y="55088"/>
                    <a:pt x="74986" y="53485"/>
                  </a:cubicBezTo>
                  <a:cubicBezTo>
                    <a:pt x="71380" y="51816"/>
                    <a:pt x="67040" y="53485"/>
                    <a:pt x="65438" y="57024"/>
                  </a:cubicBezTo>
                  <a:cubicBezTo>
                    <a:pt x="59561" y="69778"/>
                    <a:pt x="56623" y="83466"/>
                    <a:pt x="56623" y="97555"/>
                  </a:cubicBezTo>
                  <a:lnTo>
                    <a:pt x="56623" y="179018"/>
                  </a:lnTo>
                  <a:cubicBezTo>
                    <a:pt x="53552" y="183425"/>
                    <a:pt x="51682" y="188700"/>
                    <a:pt x="51682" y="194510"/>
                  </a:cubicBezTo>
                  <a:lnTo>
                    <a:pt x="51682" y="202389"/>
                  </a:lnTo>
                  <a:cubicBezTo>
                    <a:pt x="51682" y="211337"/>
                    <a:pt x="54887" y="219750"/>
                    <a:pt x="60630" y="226360"/>
                  </a:cubicBezTo>
                  <a:cubicBezTo>
                    <a:pt x="58493" y="229699"/>
                    <a:pt x="57224" y="233705"/>
                    <a:pt x="57224" y="237979"/>
                  </a:cubicBezTo>
                  <a:cubicBezTo>
                    <a:pt x="57224" y="249931"/>
                    <a:pt x="66973" y="259680"/>
                    <a:pt x="78926" y="259680"/>
                  </a:cubicBezTo>
                  <a:cubicBezTo>
                    <a:pt x="81864" y="259680"/>
                    <a:pt x="84668" y="259079"/>
                    <a:pt x="87272" y="258011"/>
                  </a:cubicBezTo>
                  <a:cubicBezTo>
                    <a:pt x="91345" y="282650"/>
                    <a:pt x="106102" y="304819"/>
                    <a:pt x="127803" y="317906"/>
                  </a:cubicBezTo>
                  <a:lnTo>
                    <a:pt x="135082" y="322313"/>
                  </a:lnTo>
                  <a:lnTo>
                    <a:pt x="135082" y="361108"/>
                  </a:lnTo>
                  <a:cubicBezTo>
                    <a:pt x="135082" y="362310"/>
                    <a:pt x="134214" y="363312"/>
                    <a:pt x="133012" y="363512"/>
                  </a:cubicBezTo>
                  <a:lnTo>
                    <a:pt x="43402" y="376266"/>
                  </a:lnTo>
                  <a:cubicBezTo>
                    <a:pt x="18630" y="379805"/>
                    <a:pt x="0" y="401306"/>
                    <a:pt x="0" y="426346"/>
                  </a:cubicBezTo>
                  <a:lnTo>
                    <a:pt x="0" y="486041"/>
                  </a:lnTo>
                  <a:cubicBezTo>
                    <a:pt x="0" y="490047"/>
                    <a:pt x="3205" y="493252"/>
                    <a:pt x="7211" y="493252"/>
                  </a:cubicBezTo>
                  <a:cubicBezTo>
                    <a:pt x="11218" y="493252"/>
                    <a:pt x="14423" y="490047"/>
                    <a:pt x="14423" y="486041"/>
                  </a:cubicBezTo>
                  <a:lnTo>
                    <a:pt x="14423" y="426346"/>
                  </a:lnTo>
                  <a:cubicBezTo>
                    <a:pt x="14423" y="408450"/>
                    <a:pt x="27778" y="393093"/>
                    <a:pt x="45472" y="390622"/>
                  </a:cubicBezTo>
                  <a:lnTo>
                    <a:pt x="99759" y="382876"/>
                  </a:lnTo>
                  <a:cubicBezTo>
                    <a:pt x="102363" y="393493"/>
                    <a:pt x="106102" y="403509"/>
                    <a:pt x="110977" y="412857"/>
                  </a:cubicBezTo>
                  <a:cubicBezTo>
                    <a:pt x="112245" y="415328"/>
                    <a:pt x="114783" y="416797"/>
                    <a:pt x="117387" y="416797"/>
                  </a:cubicBezTo>
                  <a:cubicBezTo>
                    <a:pt x="118522" y="416797"/>
                    <a:pt x="119657" y="416530"/>
                    <a:pt x="120726" y="415996"/>
                  </a:cubicBezTo>
                  <a:cubicBezTo>
                    <a:pt x="124265" y="414193"/>
                    <a:pt x="125667" y="409786"/>
                    <a:pt x="123797" y="406247"/>
                  </a:cubicBezTo>
                  <a:cubicBezTo>
                    <a:pt x="119724" y="398301"/>
                    <a:pt x="116452" y="389821"/>
                    <a:pt x="114115" y="380806"/>
                  </a:cubicBezTo>
                  <a:lnTo>
                    <a:pt x="135082" y="377802"/>
                  </a:lnTo>
                  <a:cubicBezTo>
                    <a:pt x="143362" y="376600"/>
                    <a:pt x="149571" y="369455"/>
                    <a:pt x="149571" y="361108"/>
                  </a:cubicBezTo>
                  <a:lnTo>
                    <a:pt x="149571" y="330927"/>
                  </a:lnTo>
                  <a:lnTo>
                    <a:pt x="162659" y="338806"/>
                  </a:lnTo>
                  <a:cubicBezTo>
                    <a:pt x="171607" y="344148"/>
                    <a:pt x="181622" y="346886"/>
                    <a:pt x="191638" y="346886"/>
                  </a:cubicBezTo>
                  <a:cubicBezTo>
                    <a:pt x="201654" y="346886"/>
                    <a:pt x="211670" y="344215"/>
                    <a:pt x="220618" y="338806"/>
                  </a:cubicBezTo>
                  <a:lnTo>
                    <a:pt x="233705" y="330927"/>
                  </a:lnTo>
                  <a:lnTo>
                    <a:pt x="233705" y="361108"/>
                  </a:lnTo>
                  <a:cubicBezTo>
                    <a:pt x="233705" y="369455"/>
                    <a:pt x="239915" y="376600"/>
                    <a:pt x="248195" y="377802"/>
                  </a:cubicBezTo>
                  <a:lnTo>
                    <a:pt x="254806" y="378736"/>
                  </a:lnTo>
                  <a:cubicBezTo>
                    <a:pt x="249931" y="395763"/>
                    <a:pt x="239982" y="415662"/>
                    <a:pt x="229833" y="428549"/>
                  </a:cubicBezTo>
                  <a:cubicBezTo>
                    <a:pt x="221352" y="439233"/>
                    <a:pt x="212939" y="447379"/>
                    <a:pt x="204859" y="453722"/>
                  </a:cubicBezTo>
                  <a:lnTo>
                    <a:pt x="192173" y="453722"/>
                  </a:lnTo>
                  <a:cubicBezTo>
                    <a:pt x="174077" y="453722"/>
                    <a:pt x="156850" y="446177"/>
                    <a:pt x="142427" y="431821"/>
                  </a:cubicBezTo>
                  <a:cubicBezTo>
                    <a:pt x="139622" y="429016"/>
                    <a:pt x="135015" y="429016"/>
                    <a:pt x="132211" y="431821"/>
                  </a:cubicBezTo>
                  <a:cubicBezTo>
                    <a:pt x="129406" y="434625"/>
                    <a:pt x="129406" y="439233"/>
                    <a:pt x="132211" y="442037"/>
                  </a:cubicBezTo>
                  <a:cubicBezTo>
                    <a:pt x="146901" y="456594"/>
                    <a:pt x="164195" y="465341"/>
                    <a:pt x="182624" y="467544"/>
                  </a:cubicBezTo>
                  <a:cubicBezTo>
                    <a:pt x="173409" y="471952"/>
                    <a:pt x="165063" y="474489"/>
                    <a:pt x="158185" y="476626"/>
                  </a:cubicBezTo>
                  <a:cubicBezTo>
                    <a:pt x="155381" y="477494"/>
                    <a:pt x="152710" y="478295"/>
                    <a:pt x="150306" y="479163"/>
                  </a:cubicBezTo>
                  <a:cubicBezTo>
                    <a:pt x="146567" y="480498"/>
                    <a:pt x="144564" y="484572"/>
                    <a:pt x="145899" y="488378"/>
                  </a:cubicBezTo>
                  <a:cubicBezTo>
                    <a:pt x="146967" y="491382"/>
                    <a:pt x="149705" y="493185"/>
                    <a:pt x="152710" y="493185"/>
                  </a:cubicBezTo>
                  <a:cubicBezTo>
                    <a:pt x="153511" y="493185"/>
                    <a:pt x="154312" y="493052"/>
                    <a:pt x="155114" y="492785"/>
                  </a:cubicBezTo>
                  <a:cubicBezTo>
                    <a:pt x="157250" y="492050"/>
                    <a:pt x="159788" y="491249"/>
                    <a:pt x="162459" y="490448"/>
                  </a:cubicBezTo>
                  <a:cubicBezTo>
                    <a:pt x="180621" y="484905"/>
                    <a:pt x="211003" y="475557"/>
                    <a:pt x="241251" y="437497"/>
                  </a:cubicBezTo>
                  <a:cubicBezTo>
                    <a:pt x="254272" y="421070"/>
                    <a:pt x="266491" y="395229"/>
                    <a:pt x="270831" y="374797"/>
                  </a:cubicBezTo>
                  <a:cubicBezTo>
                    <a:pt x="271766" y="370523"/>
                    <a:pt x="275772" y="367652"/>
                    <a:pt x="279979" y="368320"/>
                  </a:cubicBezTo>
                  <a:lnTo>
                    <a:pt x="292666" y="370189"/>
                  </a:lnTo>
                  <a:cubicBezTo>
                    <a:pt x="291664" y="383077"/>
                    <a:pt x="287658" y="397967"/>
                    <a:pt x="281114" y="412724"/>
                  </a:cubicBezTo>
                  <a:cubicBezTo>
                    <a:pt x="279512" y="416396"/>
                    <a:pt x="281114" y="420670"/>
                    <a:pt x="284787" y="422272"/>
                  </a:cubicBezTo>
                  <a:cubicBezTo>
                    <a:pt x="285722" y="422673"/>
                    <a:pt x="286723" y="422873"/>
                    <a:pt x="287725" y="422873"/>
                  </a:cubicBezTo>
                  <a:cubicBezTo>
                    <a:pt x="290529" y="422873"/>
                    <a:pt x="293133" y="421271"/>
                    <a:pt x="294335" y="418600"/>
                  </a:cubicBezTo>
                  <a:cubicBezTo>
                    <a:pt x="301346" y="402708"/>
                    <a:pt x="305753" y="386616"/>
                    <a:pt x="306955" y="372326"/>
                  </a:cubicBezTo>
                  <a:lnTo>
                    <a:pt x="317572" y="373929"/>
                  </a:lnTo>
                  <a:cubicBezTo>
                    <a:pt x="346886" y="378269"/>
                    <a:pt x="368987" y="403843"/>
                    <a:pt x="368987" y="433490"/>
                  </a:cubicBezTo>
                  <a:lnTo>
                    <a:pt x="368987" y="486041"/>
                  </a:lnTo>
                  <a:cubicBezTo>
                    <a:pt x="368987" y="490047"/>
                    <a:pt x="372193" y="493252"/>
                    <a:pt x="376199" y="493252"/>
                  </a:cubicBezTo>
                  <a:cubicBezTo>
                    <a:pt x="380205" y="493252"/>
                    <a:pt x="383410" y="490047"/>
                    <a:pt x="383410" y="486041"/>
                  </a:cubicBezTo>
                  <a:lnTo>
                    <a:pt x="383410" y="433490"/>
                  </a:lnTo>
                  <a:cubicBezTo>
                    <a:pt x="383410" y="415595"/>
                    <a:pt x="377000" y="398301"/>
                    <a:pt x="365248" y="384746"/>
                  </a:cubicBezTo>
                  <a:lnTo>
                    <a:pt x="365248" y="384746"/>
                  </a:lnTo>
                  <a:close/>
                  <a:moveTo>
                    <a:pt x="317172" y="194443"/>
                  </a:moveTo>
                  <a:lnTo>
                    <a:pt x="317172" y="202322"/>
                  </a:lnTo>
                  <a:cubicBezTo>
                    <a:pt x="317172" y="208131"/>
                    <a:pt x="314968" y="213607"/>
                    <a:pt x="310962" y="217680"/>
                  </a:cubicBezTo>
                  <a:cubicBezTo>
                    <a:pt x="308892" y="217012"/>
                    <a:pt x="306688" y="216678"/>
                    <a:pt x="304418" y="216678"/>
                  </a:cubicBezTo>
                  <a:cubicBezTo>
                    <a:pt x="301881" y="216678"/>
                    <a:pt x="299477" y="217146"/>
                    <a:pt x="297207" y="217947"/>
                  </a:cubicBezTo>
                  <a:lnTo>
                    <a:pt x="297207" y="182023"/>
                  </a:lnTo>
                  <a:lnTo>
                    <a:pt x="304752" y="182023"/>
                  </a:lnTo>
                  <a:cubicBezTo>
                    <a:pt x="311629" y="182023"/>
                    <a:pt x="317172" y="187632"/>
                    <a:pt x="317172" y="194443"/>
                  </a:cubicBezTo>
                  <a:lnTo>
                    <a:pt x="317172" y="194443"/>
                  </a:lnTo>
                  <a:close/>
                  <a:moveTo>
                    <a:pt x="304418" y="245591"/>
                  </a:moveTo>
                  <a:cubicBezTo>
                    <a:pt x="300412" y="245591"/>
                    <a:pt x="297207" y="242319"/>
                    <a:pt x="297207" y="238380"/>
                  </a:cubicBezTo>
                  <a:cubicBezTo>
                    <a:pt x="297207" y="234440"/>
                    <a:pt x="300478" y="231168"/>
                    <a:pt x="304418" y="231168"/>
                  </a:cubicBezTo>
                  <a:cubicBezTo>
                    <a:pt x="308358" y="231168"/>
                    <a:pt x="311629" y="234440"/>
                    <a:pt x="311629" y="238380"/>
                  </a:cubicBezTo>
                  <a:cubicBezTo>
                    <a:pt x="311629" y="242319"/>
                    <a:pt x="308358" y="245591"/>
                    <a:pt x="304418" y="245591"/>
                  </a:cubicBezTo>
                  <a:close/>
                  <a:moveTo>
                    <a:pt x="158118" y="65237"/>
                  </a:moveTo>
                  <a:lnTo>
                    <a:pt x="158118" y="14490"/>
                  </a:lnTo>
                  <a:lnTo>
                    <a:pt x="225225" y="14490"/>
                  </a:lnTo>
                  <a:lnTo>
                    <a:pt x="225225" y="65237"/>
                  </a:lnTo>
                  <a:cubicBezTo>
                    <a:pt x="225225" y="72115"/>
                    <a:pt x="219616" y="77657"/>
                    <a:pt x="212805" y="77657"/>
                  </a:cubicBezTo>
                  <a:lnTo>
                    <a:pt x="170538" y="77657"/>
                  </a:lnTo>
                  <a:cubicBezTo>
                    <a:pt x="163661" y="77657"/>
                    <a:pt x="158118" y="72048"/>
                    <a:pt x="158118" y="65237"/>
                  </a:cubicBezTo>
                  <a:lnTo>
                    <a:pt x="158118" y="65237"/>
                  </a:lnTo>
                  <a:close/>
                  <a:moveTo>
                    <a:pt x="86204" y="182023"/>
                  </a:moveTo>
                  <a:lnTo>
                    <a:pt x="86204" y="217480"/>
                  </a:lnTo>
                  <a:cubicBezTo>
                    <a:pt x="83934" y="216678"/>
                    <a:pt x="81530" y="216211"/>
                    <a:pt x="78992" y="216211"/>
                  </a:cubicBezTo>
                  <a:cubicBezTo>
                    <a:pt x="76455" y="216211"/>
                    <a:pt x="74252" y="216612"/>
                    <a:pt x="72115" y="217346"/>
                  </a:cubicBezTo>
                  <a:cubicBezTo>
                    <a:pt x="68376" y="213273"/>
                    <a:pt x="66239" y="207931"/>
                    <a:pt x="66239" y="202255"/>
                  </a:cubicBezTo>
                  <a:lnTo>
                    <a:pt x="66239" y="194376"/>
                  </a:lnTo>
                  <a:cubicBezTo>
                    <a:pt x="66239" y="187499"/>
                    <a:pt x="71848" y="181956"/>
                    <a:pt x="78659" y="181956"/>
                  </a:cubicBezTo>
                  <a:lnTo>
                    <a:pt x="86204" y="181956"/>
                  </a:lnTo>
                  <a:close/>
                  <a:moveTo>
                    <a:pt x="78992" y="245124"/>
                  </a:moveTo>
                  <a:cubicBezTo>
                    <a:pt x="74986" y="245124"/>
                    <a:pt x="71781" y="241852"/>
                    <a:pt x="71781" y="237912"/>
                  </a:cubicBezTo>
                  <a:cubicBezTo>
                    <a:pt x="71781" y="233973"/>
                    <a:pt x="75053" y="230701"/>
                    <a:pt x="78992" y="230701"/>
                  </a:cubicBezTo>
                  <a:cubicBezTo>
                    <a:pt x="82932" y="230701"/>
                    <a:pt x="86070" y="233772"/>
                    <a:pt x="86204" y="237645"/>
                  </a:cubicBezTo>
                  <a:lnTo>
                    <a:pt x="86204" y="238179"/>
                  </a:lnTo>
                  <a:cubicBezTo>
                    <a:pt x="86070" y="242052"/>
                    <a:pt x="82865" y="245124"/>
                    <a:pt x="78992" y="245124"/>
                  </a:cubicBezTo>
                  <a:close/>
                  <a:moveTo>
                    <a:pt x="213273" y="326253"/>
                  </a:moveTo>
                  <a:cubicBezTo>
                    <a:pt x="199985" y="334266"/>
                    <a:pt x="183425" y="334266"/>
                    <a:pt x="170138" y="326253"/>
                  </a:cubicBezTo>
                  <a:lnTo>
                    <a:pt x="135282" y="305353"/>
                  </a:lnTo>
                  <a:cubicBezTo>
                    <a:pt x="113915" y="292532"/>
                    <a:pt x="100627" y="269028"/>
                    <a:pt x="100627" y="244122"/>
                  </a:cubicBezTo>
                  <a:cubicBezTo>
                    <a:pt x="100627" y="242853"/>
                    <a:pt x="100627" y="169603"/>
                    <a:pt x="100627" y="166398"/>
                  </a:cubicBezTo>
                  <a:cubicBezTo>
                    <a:pt x="100627" y="143095"/>
                    <a:pt x="112045" y="121260"/>
                    <a:pt x="131075" y="107905"/>
                  </a:cubicBezTo>
                  <a:lnTo>
                    <a:pt x="158118" y="88942"/>
                  </a:lnTo>
                  <a:cubicBezTo>
                    <a:pt x="161858" y="90878"/>
                    <a:pt x="166064" y="92013"/>
                    <a:pt x="170538" y="92013"/>
                  </a:cubicBezTo>
                  <a:lnTo>
                    <a:pt x="212805" y="92013"/>
                  </a:lnTo>
                  <a:cubicBezTo>
                    <a:pt x="217279" y="92013"/>
                    <a:pt x="221486" y="90878"/>
                    <a:pt x="225225" y="88942"/>
                  </a:cubicBezTo>
                  <a:cubicBezTo>
                    <a:pt x="230634" y="92814"/>
                    <a:pt x="251066" y="106904"/>
                    <a:pt x="255006" y="109842"/>
                  </a:cubicBezTo>
                  <a:cubicBezTo>
                    <a:pt x="256341" y="110843"/>
                    <a:pt x="257877" y="111377"/>
                    <a:pt x="259413" y="111377"/>
                  </a:cubicBezTo>
                  <a:cubicBezTo>
                    <a:pt x="261550" y="111377"/>
                    <a:pt x="263687" y="110443"/>
                    <a:pt x="265156" y="108573"/>
                  </a:cubicBezTo>
                  <a:cubicBezTo>
                    <a:pt x="267559" y="105435"/>
                    <a:pt x="267025" y="100894"/>
                    <a:pt x="263820" y="98423"/>
                  </a:cubicBezTo>
                  <a:cubicBezTo>
                    <a:pt x="262952" y="97622"/>
                    <a:pt x="237311" y="79794"/>
                    <a:pt x="235909" y="78792"/>
                  </a:cubicBezTo>
                  <a:cubicBezTo>
                    <a:pt x="238313" y="74786"/>
                    <a:pt x="239648" y="70112"/>
                    <a:pt x="239648" y="65104"/>
                  </a:cubicBezTo>
                  <a:lnTo>
                    <a:pt x="239648" y="15024"/>
                  </a:lnTo>
                  <a:cubicBezTo>
                    <a:pt x="280513" y="20232"/>
                    <a:pt x="312164" y="55154"/>
                    <a:pt x="312164" y="97422"/>
                  </a:cubicBezTo>
                  <a:lnTo>
                    <a:pt x="312164" y="168535"/>
                  </a:lnTo>
                  <a:cubicBezTo>
                    <a:pt x="309760" y="167867"/>
                    <a:pt x="307222" y="167467"/>
                    <a:pt x="304618" y="167467"/>
                  </a:cubicBezTo>
                  <a:lnTo>
                    <a:pt x="297073" y="167467"/>
                  </a:lnTo>
                  <a:cubicBezTo>
                    <a:pt x="297340" y="154579"/>
                    <a:pt x="293868" y="138888"/>
                    <a:pt x="287324" y="126602"/>
                  </a:cubicBezTo>
                  <a:cubicBezTo>
                    <a:pt x="285454" y="123063"/>
                    <a:pt x="281114" y="121727"/>
                    <a:pt x="277575" y="123530"/>
                  </a:cubicBezTo>
                  <a:cubicBezTo>
                    <a:pt x="274036" y="125400"/>
                    <a:pt x="272701" y="129740"/>
                    <a:pt x="274504" y="133279"/>
                  </a:cubicBezTo>
                  <a:cubicBezTo>
                    <a:pt x="279846" y="143428"/>
                    <a:pt x="282650" y="154847"/>
                    <a:pt x="282650" y="166332"/>
                  </a:cubicBezTo>
                  <a:lnTo>
                    <a:pt x="282650" y="244055"/>
                  </a:lnTo>
                  <a:cubicBezTo>
                    <a:pt x="282650" y="268962"/>
                    <a:pt x="269362" y="292466"/>
                    <a:pt x="247995" y="305286"/>
                  </a:cubicBezTo>
                  <a:lnTo>
                    <a:pt x="213139" y="326186"/>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46"/>
            <p:cNvSpPr/>
            <p:nvPr/>
          </p:nvSpPr>
          <p:spPr>
            <a:xfrm>
              <a:off x="924375" y="2973294"/>
              <a:ext cx="55703" cy="55540"/>
            </a:xfrm>
            <a:custGeom>
              <a:rect b="b" l="l" r="r" t="t"/>
              <a:pathLst>
                <a:path extrusionOk="0" h="55540" w="55703">
                  <a:moveTo>
                    <a:pt x="52713" y="1388"/>
                  </a:moveTo>
                  <a:cubicBezTo>
                    <a:pt x="49508" y="-949"/>
                    <a:pt x="44967" y="-282"/>
                    <a:pt x="42630" y="2990"/>
                  </a:cubicBezTo>
                  <a:cubicBezTo>
                    <a:pt x="41629" y="4326"/>
                    <a:pt x="40627" y="5661"/>
                    <a:pt x="39626" y="6930"/>
                  </a:cubicBezTo>
                  <a:cubicBezTo>
                    <a:pt x="28274" y="21219"/>
                    <a:pt x="15988" y="33172"/>
                    <a:pt x="3034" y="42453"/>
                  </a:cubicBezTo>
                  <a:cubicBezTo>
                    <a:pt x="-238" y="44790"/>
                    <a:pt x="-972" y="49264"/>
                    <a:pt x="1365" y="52536"/>
                  </a:cubicBezTo>
                  <a:cubicBezTo>
                    <a:pt x="2767" y="54539"/>
                    <a:pt x="4970" y="55541"/>
                    <a:pt x="7241" y="55541"/>
                  </a:cubicBezTo>
                  <a:cubicBezTo>
                    <a:pt x="8710" y="55541"/>
                    <a:pt x="10179" y="55073"/>
                    <a:pt x="11447" y="54205"/>
                  </a:cubicBezTo>
                  <a:cubicBezTo>
                    <a:pt x="25470" y="44189"/>
                    <a:pt x="38824" y="31302"/>
                    <a:pt x="50977" y="15944"/>
                  </a:cubicBezTo>
                  <a:cubicBezTo>
                    <a:pt x="52112" y="14542"/>
                    <a:pt x="53247" y="13073"/>
                    <a:pt x="54316" y="11537"/>
                  </a:cubicBezTo>
                  <a:cubicBezTo>
                    <a:pt x="56653" y="8332"/>
                    <a:pt x="55985" y="3792"/>
                    <a:pt x="52713" y="1455"/>
                  </a:cubicBezTo>
                  <a:lnTo>
                    <a:pt x="52713" y="1455"/>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46"/>
            <p:cNvSpPr/>
            <p:nvPr/>
          </p:nvSpPr>
          <p:spPr>
            <a:xfrm>
              <a:off x="778973" y="2989305"/>
              <a:ext cx="14422" cy="39462"/>
            </a:xfrm>
            <a:custGeom>
              <a:rect b="b" l="l" r="r" t="t"/>
              <a:pathLst>
                <a:path extrusionOk="0" h="39462" w="14422">
                  <a:moveTo>
                    <a:pt x="7211" y="0"/>
                  </a:moveTo>
                  <a:cubicBezTo>
                    <a:pt x="3205" y="0"/>
                    <a:pt x="0" y="3205"/>
                    <a:pt x="0" y="7211"/>
                  </a:cubicBezTo>
                  <a:lnTo>
                    <a:pt x="0" y="32251"/>
                  </a:lnTo>
                  <a:cubicBezTo>
                    <a:pt x="0" y="36258"/>
                    <a:pt x="3205" y="39463"/>
                    <a:pt x="7211" y="39463"/>
                  </a:cubicBezTo>
                  <a:cubicBezTo>
                    <a:pt x="11218" y="39463"/>
                    <a:pt x="14423" y="36258"/>
                    <a:pt x="14423" y="32251"/>
                  </a:cubicBezTo>
                  <a:lnTo>
                    <a:pt x="14423" y="7211"/>
                  </a:lnTo>
                  <a:cubicBezTo>
                    <a:pt x="14423" y="3205"/>
                    <a:pt x="11218" y="0"/>
                    <a:pt x="72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6" name="Google Shape;316;p46"/>
          <p:cNvGrpSpPr/>
          <p:nvPr/>
        </p:nvGrpSpPr>
        <p:grpSpPr>
          <a:xfrm>
            <a:off x="7299752" y="4836776"/>
            <a:ext cx="273917" cy="292649"/>
            <a:chOff x="8229836" y="2563678"/>
            <a:chExt cx="460132" cy="491599"/>
          </a:xfrm>
        </p:grpSpPr>
        <p:sp>
          <p:nvSpPr>
            <p:cNvPr id="317" name="Google Shape;317;p46"/>
            <p:cNvSpPr/>
            <p:nvPr/>
          </p:nvSpPr>
          <p:spPr>
            <a:xfrm>
              <a:off x="8229836" y="2563678"/>
              <a:ext cx="460132" cy="491599"/>
            </a:xfrm>
            <a:custGeom>
              <a:rect b="b" l="l" r="r" t="t"/>
              <a:pathLst>
                <a:path extrusionOk="0" h="491599" w="460132">
                  <a:moveTo>
                    <a:pt x="418733" y="406597"/>
                  </a:moveTo>
                  <a:lnTo>
                    <a:pt x="418733" y="379220"/>
                  </a:lnTo>
                  <a:cubicBezTo>
                    <a:pt x="418733" y="340960"/>
                    <a:pt x="387484" y="309777"/>
                    <a:pt x="349223" y="309910"/>
                  </a:cubicBezTo>
                  <a:cubicBezTo>
                    <a:pt x="332596" y="309910"/>
                    <a:pt x="316571" y="315853"/>
                    <a:pt x="304018" y="326670"/>
                  </a:cubicBezTo>
                  <a:cubicBezTo>
                    <a:pt x="300412" y="329742"/>
                    <a:pt x="297207" y="333214"/>
                    <a:pt x="294335" y="336953"/>
                  </a:cubicBezTo>
                  <a:lnTo>
                    <a:pt x="294335" y="319926"/>
                  </a:lnTo>
                  <a:lnTo>
                    <a:pt x="311896" y="304568"/>
                  </a:lnTo>
                  <a:cubicBezTo>
                    <a:pt x="327922" y="290680"/>
                    <a:pt x="336402" y="270047"/>
                    <a:pt x="335534" y="248946"/>
                  </a:cubicBezTo>
                  <a:cubicBezTo>
                    <a:pt x="361976" y="240533"/>
                    <a:pt x="381140" y="215693"/>
                    <a:pt x="381140" y="186514"/>
                  </a:cubicBezTo>
                  <a:lnTo>
                    <a:pt x="381140" y="140040"/>
                  </a:lnTo>
                  <a:cubicBezTo>
                    <a:pt x="381140" y="125350"/>
                    <a:pt x="371792" y="112796"/>
                    <a:pt x="358771" y="107989"/>
                  </a:cubicBezTo>
                  <a:cubicBezTo>
                    <a:pt x="354564" y="84217"/>
                    <a:pt x="343881" y="62116"/>
                    <a:pt x="327788" y="44020"/>
                  </a:cubicBezTo>
                  <a:lnTo>
                    <a:pt x="327788" y="40949"/>
                  </a:lnTo>
                  <a:cubicBezTo>
                    <a:pt x="327788" y="33937"/>
                    <a:pt x="324650" y="27394"/>
                    <a:pt x="319241" y="22920"/>
                  </a:cubicBezTo>
                  <a:lnTo>
                    <a:pt x="304819" y="11101"/>
                  </a:lnTo>
                  <a:cubicBezTo>
                    <a:pt x="300945" y="7963"/>
                    <a:pt x="295805" y="7295"/>
                    <a:pt x="291264" y="9432"/>
                  </a:cubicBezTo>
                  <a:cubicBezTo>
                    <a:pt x="289461" y="10300"/>
                    <a:pt x="287925" y="11502"/>
                    <a:pt x="286723" y="12971"/>
                  </a:cubicBezTo>
                  <a:cubicBezTo>
                    <a:pt x="250866" y="-4324"/>
                    <a:pt x="209199" y="-4324"/>
                    <a:pt x="173342" y="12971"/>
                  </a:cubicBezTo>
                  <a:cubicBezTo>
                    <a:pt x="172141" y="11502"/>
                    <a:pt x="170605" y="10233"/>
                    <a:pt x="168802" y="9365"/>
                  </a:cubicBezTo>
                  <a:cubicBezTo>
                    <a:pt x="164328" y="7228"/>
                    <a:pt x="159120" y="7896"/>
                    <a:pt x="155247" y="11034"/>
                  </a:cubicBezTo>
                  <a:lnTo>
                    <a:pt x="140824" y="22853"/>
                  </a:lnTo>
                  <a:cubicBezTo>
                    <a:pt x="135416" y="27260"/>
                    <a:pt x="132277" y="33871"/>
                    <a:pt x="132277" y="40882"/>
                  </a:cubicBezTo>
                  <a:lnTo>
                    <a:pt x="132277" y="44020"/>
                  </a:lnTo>
                  <a:cubicBezTo>
                    <a:pt x="116252" y="62116"/>
                    <a:pt x="105634" y="84084"/>
                    <a:pt x="101428" y="107855"/>
                  </a:cubicBezTo>
                  <a:cubicBezTo>
                    <a:pt x="88341" y="112596"/>
                    <a:pt x="78925" y="125216"/>
                    <a:pt x="78925" y="139973"/>
                  </a:cubicBezTo>
                  <a:lnTo>
                    <a:pt x="78925" y="186447"/>
                  </a:lnTo>
                  <a:cubicBezTo>
                    <a:pt x="78925" y="215627"/>
                    <a:pt x="98089" y="240399"/>
                    <a:pt x="124532" y="248880"/>
                  </a:cubicBezTo>
                  <a:cubicBezTo>
                    <a:pt x="123664" y="269980"/>
                    <a:pt x="132211" y="290613"/>
                    <a:pt x="148169" y="304502"/>
                  </a:cubicBezTo>
                  <a:lnTo>
                    <a:pt x="165730" y="319859"/>
                  </a:lnTo>
                  <a:lnTo>
                    <a:pt x="165730" y="339357"/>
                  </a:lnTo>
                  <a:cubicBezTo>
                    <a:pt x="162859" y="335284"/>
                    <a:pt x="159521" y="331411"/>
                    <a:pt x="155781" y="328006"/>
                  </a:cubicBezTo>
                  <a:cubicBezTo>
                    <a:pt x="142961" y="316254"/>
                    <a:pt x="126201" y="309777"/>
                    <a:pt x="108773" y="309843"/>
                  </a:cubicBezTo>
                  <a:cubicBezTo>
                    <a:pt x="98890" y="309843"/>
                    <a:pt x="89342" y="311847"/>
                    <a:pt x="80462" y="315853"/>
                  </a:cubicBezTo>
                  <a:cubicBezTo>
                    <a:pt x="76856" y="317455"/>
                    <a:pt x="75186" y="321729"/>
                    <a:pt x="76856" y="325335"/>
                  </a:cubicBezTo>
                  <a:cubicBezTo>
                    <a:pt x="78458" y="328940"/>
                    <a:pt x="82732" y="330610"/>
                    <a:pt x="86337" y="328940"/>
                  </a:cubicBezTo>
                  <a:cubicBezTo>
                    <a:pt x="93415" y="325802"/>
                    <a:pt x="100961" y="324200"/>
                    <a:pt x="108773" y="324200"/>
                  </a:cubicBezTo>
                  <a:cubicBezTo>
                    <a:pt x="122595" y="324200"/>
                    <a:pt x="135883" y="329274"/>
                    <a:pt x="146032" y="338556"/>
                  </a:cubicBezTo>
                  <a:cubicBezTo>
                    <a:pt x="155848" y="347570"/>
                    <a:pt x="161991" y="359656"/>
                    <a:pt x="163527" y="372810"/>
                  </a:cubicBezTo>
                  <a:cubicBezTo>
                    <a:pt x="161056" y="377351"/>
                    <a:pt x="156716" y="380756"/>
                    <a:pt x="151441" y="381825"/>
                  </a:cubicBezTo>
                  <a:lnTo>
                    <a:pt x="129940" y="386098"/>
                  </a:lnTo>
                  <a:cubicBezTo>
                    <a:pt x="125534" y="381491"/>
                    <a:pt x="121727" y="376149"/>
                    <a:pt x="118723" y="370273"/>
                  </a:cubicBezTo>
                  <a:cubicBezTo>
                    <a:pt x="116319" y="365599"/>
                    <a:pt x="112245" y="362127"/>
                    <a:pt x="107237" y="360457"/>
                  </a:cubicBezTo>
                  <a:cubicBezTo>
                    <a:pt x="102229" y="358855"/>
                    <a:pt x="96888" y="359255"/>
                    <a:pt x="92213" y="361659"/>
                  </a:cubicBezTo>
                  <a:cubicBezTo>
                    <a:pt x="87539" y="364063"/>
                    <a:pt x="84067" y="368136"/>
                    <a:pt x="82398" y="373144"/>
                  </a:cubicBezTo>
                  <a:cubicBezTo>
                    <a:pt x="80795" y="378152"/>
                    <a:pt x="81196" y="383494"/>
                    <a:pt x="83600" y="388168"/>
                  </a:cubicBezTo>
                  <a:cubicBezTo>
                    <a:pt x="84735" y="390372"/>
                    <a:pt x="85937" y="392508"/>
                    <a:pt x="87205" y="394645"/>
                  </a:cubicBezTo>
                  <a:lnTo>
                    <a:pt x="59962" y="400054"/>
                  </a:lnTo>
                  <a:cubicBezTo>
                    <a:pt x="57892" y="400454"/>
                    <a:pt x="55822" y="400988"/>
                    <a:pt x="53753" y="401589"/>
                  </a:cubicBezTo>
                  <a:lnTo>
                    <a:pt x="53753" y="379154"/>
                  </a:lnTo>
                  <a:cubicBezTo>
                    <a:pt x="53753" y="368003"/>
                    <a:pt x="57091" y="357185"/>
                    <a:pt x="63434" y="348038"/>
                  </a:cubicBezTo>
                  <a:cubicBezTo>
                    <a:pt x="65704" y="344766"/>
                    <a:pt x="64836" y="340292"/>
                    <a:pt x="61564" y="338022"/>
                  </a:cubicBezTo>
                  <a:cubicBezTo>
                    <a:pt x="58293" y="335751"/>
                    <a:pt x="53819" y="336619"/>
                    <a:pt x="51549" y="339891"/>
                  </a:cubicBezTo>
                  <a:cubicBezTo>
                    <a:pt x="43603" y="351443"/>
                    <a:pt x="39329" y="365065"/>
                    <a:pt x="39329" y="379154"/>
                  </a:cubicBezTo>
                  <a:lnTo>
                    <a:pt x="39329" y="407532"/>
                  </a:lnTo>
                  <a:cubicBezTo>
                    <a:pt x="15691" y="420219"/>
                    <a:pt x="0" y="445259"/>
                    <a:pt x="0" y="473170"/>
                  </a:cubicBezTo>
                  <a:lnTo>
                    <a:pt x="0" y="484254"/>
                  </a:lnTo>
                  <a:cubicBezTo>
                    <a:pt x="0" y="488261"/>
                    <a:pt x="3205" y="491466"/>
                    <a:pt x="7211" y="491466"/>
                  </a:cubicBezTo>
                  <a:cubicBezTo>
                    <a:pt x="11217" y="491466"/>
                    <a:pt x="14423" y="488261"/>
                    <a:pt x="14423" y="484254"/>
                  </a:cubicBezTo>
                  <a:lnTo>
                    <a:pt x="14423" y="473170"/>
                  </a:lnTo>
                  <a:cubicBezTo>
                    <a:pt x="14423" y="447863"/>
                    <a:pt x="30448" y="425494"/>
                    <a:pt x="53552" y="416880"/>
                  </a:cubicBezTo>
                  <a:lnTo>
                    <a:pt x="59761" y="426963"/>
                  </a:lnTo>
                  <a:cubicBezTo>
                    <a:pt x="70446" y="444191"/>
                    <a:pt x="76055" y="464022"/>
                    <a:pt x="76055" y="484321"/>
                  </a:cubicBezTo>
                  <a:cubicBezTo>
                    <a:pt x="76055" y="488328"/>
                    <a:pt x="79259" y="491533"/>
                    <a:pt x="83266" y="491533"/>
                  </a:cubicBezTo>
                  <a:cubicBezTo>
                    <a:pt x="87272" y="491533"/>
                    <a:pt x="90478" y="488328"/>
                    <a:pt x="90478" y="484321"/>
                  </a:cubicBezTo>
                  <a:cubicBezTo>
                    <a:pt x="90478" y="461351"/>
                    <a:pt x="84067" y="438916"/>
                    <a:pt x="72048" y="419418"/>
                  </a:cubicBezTo>
                  <a:lnTo>
                    <a:pt x="68242" y="413208"/>
                  </a:lnTo>
                  <a:lnTo>
                    <a:pt x="96287" y="407599"/>
                  </a:lnTo>
                  <a:cubicBezTo>
                    <a:pt x="97756" y="409135"/>
                    <a:pt x="100226" y="414343"/>
                    <a:pt x="101428" y="416213"/>
                  </a:cubicBezTo>
                  <a:cubicBezTo>
                    <a:pt x="113113" y="436979"/>
                    <a:pt x="119256" y="460550"/>
                    <a:pt x="119256" y="484321"/>
                  </a:cubicBezTo>
                  <a:cubicBezTo>
                    <a:pt x="119256" y="488328"/>
                    <a:pt x="122461" y="491533"/>
                    <a:pt x="126468" y="491533"/>
                  </a:cubicBezTo>
                  <a:cubicBezTo>
                    <a:pt x="130475" y="491533"/>
                    <a:pt x="133680" y="488328"/>
                    <a:pt x="133680" y="484321"/>
                  </a:cubicBezTo>
                  <a:cubicBezTo>
                    <a:pt x="133680" y="480849"/>
                    <a:pt x="133546" y="477444"/>
                    <a:pt x="133345" y="474038"/>
                  </a:cubicBezTo>
                  <a:lnTo>
                    <a:pt x="324851" y="474038"/>
                  </a:lnTo>
                  <a:cubicBezTo>
                    <a:pt x="324650" y="477444"/>
                    <a:pt x="324517" y="480916"/>
                    <a:pt x="324517" y="484321"/>
                  </a:cubicBezTo>
                  <a:cubicBezTo>
                    <a:pt x="324517" y="488328"/>
                    <a:pt x="327722" y="491533"/>
                    <a:pt x="331728" y="491533"/>
                  </a:cubicBezTo>
                  <a:cubicBezTo>
                    <a:pt x="335735" y="491533"/>
                    <a:pt x="338940" y="488328"/>
                    <a:pt x="338940" y="484321"/>
                  </a:cubicBezTo>
                  <a:cubicBezTo>
                    <a:pt x="338940" y="473571"/>
                    <a:pt x="340208" y="462820"/>
                    <a:pt x="342679" y="452404"/>
                  </a:cubicBezTo>
                  <a:cubicBezTo>
                    <a:pt x="343614" y="448531"/>
                    <a:pt x="341210" y="444658"/>
                    <a:pt x="337337" y="443723"/>
                  </a:cubicBezTo>
                  <a:cubicBezTo>
                    <a:pt x="333464" y="442788"/>
                    <a:pt x="329591" y="445192"/>
                    <a:pt x="328656" y="449065"/>
                  </a:cubicBezTo>
                  <a:cubicBezTo>
                    <a:pt x="327855" y="452537"/>
                    <a:pt x="327121" y="456076"/>
                    <a:pt x="326587" y="459615"/>
                  </a:cubicBezTo>
                  <a:lnTo>
                    <a:pt x="236377" y="459615"/>
                  </a:lnTo>
                  <a:lnTo>
                    <a:pt x="236377" y="417214"/>
                  </a:lnTo>
                  <a:cubicBezTo>
                    <a:pt x="236377" y="417214"/>
                    <a:pt x="236377" y="416880"/>
                    <a:pt x="236377" y="416747"/>
                  </a:cubicBezTo>
                  <a:cubicBezTo>
                    <a:pt x="240049" y="411672"/>
                    <a:pt x="242987" y="406063"/>
                    <a:pt x="245190" y="400054"/>
                  </a:cubicBezTo>
                  <a:cubicBezTo>
                    <a:pt x="260014" y="397717"/>
                    <a:pt x="273970" y="392041"/>
                    <a:pt x="286189" y="383360"/>
                  </a:cubicBezTo>
                  <a:cubicBezTo>
                    <a:pt x="290797" y="389704"/>
                    <a:pt x="297740" y="394445"/>
                    <a:pt x="305821" y="396114"/>
                  </a:cubicBezTo>
                  <a:lnTo>
                    <a:pt x="347019" y="404327"/>
                  </a:lnTo>
                  <a:lnTo>
                    <a:pt x="344281" y="409202"/>
                  </a:lnTo>
                  <a:cubicBezTo>
                    <a:pt x="342946" y="411539"/>
                    <a:pt x="341744" y="413809"/>
                    <a:pt x="340676" y="416012"/>
                  </a:cubicBezTo>
                  <a:cubicBezTo>
                    <a:pt x="338940" y="419551"/>
                    <a:pt x="340409" y="423892"/>
                    <a:pt x="343948" y="425628"/>
                  </a:cubicBezTo>
                  <a:cubicBezTo>
                    <a:pt x="344949" y="426162"/>
                    <a:pt x="346084" y="426362"/>
                    <a:pt x="347153" y="426362"/>
                  </a:cubicBezTo>
                  <a:cubicBezTo>
                    <a:pt x="349824" y="426362"/>
                    <a:pt x="352361" y="424893"/>
                    <a:pt x="353629" y="422356"/>
                  </a:cubicBezTo>
                  <a:cubicBezTo>
                    <a:pt x="354564" y="420419"/>
                    <a:pt x="355700" y="418349"/>
                    <a:pt x="356834" y="416280"/>
                  </a:cubicBezTo>
                  <a:lnTo>
                    <a:pt x="361909" y="407332"/>
                  </a:lnTo>
                  <a:lnTo>
                    <a:pt x="391890" y="413275"/>
                  </a:lnTo>
                  <a:lnTo>
                    <a:pt x="388085" y="419485"/>
                  </a:lnTo>
                  <a:cubicBezTo>
                    <a:pt x="375998" y="438982"/>
                    <a:pt x="369655" y="461485"/>
                    <a:pt x="369655" y="484388"/>
                  </a:cubicBezTo>
                  <a:cubicBezTo>
                    <a:pt x="369655" y="488394"/>
                    <a:pt x="372860" y="491599"/>
                    <a:pt x="376866" y="491599"/>
                  </a:cubicBezTo>
                  <a:cubicBezTo>
                    <a:pt x="380873" y="491599"/>
                    <a:pt x="384078" y="488394"/>
                    <a:pt x="384078" y="484388"/>
                  </a:cubicBezTo>
                  <a:cubicBezTo>
                    <a:pt x="384078" y="464089"/>
                    <a:pt x="389687" y="444257"/>
                    <a:pt x="400371" y="427030"/>
                  </a:cubicBezTo>
                  <a:lnTo>
                    <a:pt x="406581" y="416947"/>
                  </a:lnTo>
                  <a:cubicBezTo>
                    <a:pt x="429751" y="425561"/>
                    <a:pt x="445710" y="447930"/>
                    <a:pt x="445710" y="473237"/>
                  </a:cubicBezTo>
                  <a:lnTo>
                    <a:pt x="445710" y="484321"/>
                  </a:lnTo>
                  <a:cubicBezTo>
                    <a:pt x="445710" y="488328"/>
                    <a:pt x="448915" y="491533"/>
                    <a:pt x="452921" y="491533"/>
                  </a:cubicBezTo>
                  <a:cubicBezTo>
                    <a:pt x="456927" y="491533"/>
                    <a:pt x="460133" y="488328"/>
                    <a:pt x="460133" y="484321"/>
                  </a:cubicBezTo>
                  <a:lnTo>
                    <a:pt x="460133" y="473237"/>
                  </a:lnTo>
                  <a:cubicBezTo>
                    <a:pt x="460133" y="444591"/>
                    <a:pt x="443639" y="419017"/>
                    <a:pt x="418934" y="406597"/>
                  </a:cubicBezTo>
                  <a:lnTo>
                    <a:pt x="418934" y="406597"/>
                  </a:lnTo>
                  <a:close/>
                  <a:moveTo>
                    <a:pt x="327788" y="67791"/>
                  </a:moveTo>
                  <a:cubicBezTo>
                    <a:pt x="335334" y="79410"/>
                    <a:pt x="340676" y="92297"/>
                    <a:pt x="343680" y="105919"/>
                  </a:cubicBezTo>
                  <a:lnTo>
                    <a:pt x="327788" y="105919"/>
                  </a:lnTo>
                  <a:lnTo>
                    <a:pt x="327788" y="67791"/>
                  </a:lnTo>
                  <a:close/>
                  <a:moveTo>
                    <a:pt x="298408" y="24522"/>
                  </a:moveTo>
                  <a:lnTo>
                    <a:pt x="310160" y="34138"/>
                  </a:lnTo>
                  <a:cubicBezTo>
                    <a:pt x="312231" y="35807"/>
                    <a:pt x="313432" y="38344"/>
                    <a:pt x="313432" y="41015"/>
                  </a:cubicBezTo>
                  <a:lnTo>
                    <a:pt x="313432" y="105919"/>
                  </a:lnTo>
                  <a:lnTo>
                    <a:pt x="298408" y="105919"/>
                  </a:lnTo>
                  <a:lnTo>
                    <a:pt x="298408" y="24522"/>
                  </a:lnTo>
                  <a:close/>
                  <a:moveTo>
                    <a:pt x="146767" y="41015"/>
                  </a:moveTo>
                  <a:cubicBezTo>
                    <a:pt x="146767" y="38344"/>
                    <a:pt x="147969" y="35807"/>
                    <a:pt x="150039" y="34138"/>
                  </a:cubicBezTo>
                  <a:lnTo>
                    <a:pt x="161791" y="24522"/>
                  </a:lnTo>
                  <a:lnTo>
                    <a:pt x="161791" y="52500"/>
                  </a:lnTo>
                  <a:cubicBezTo>
                    <a:pt x="161791" y="56507"/>
                    <a:pt x="164996" y="59712"/>
                    <a:pt x="169002" y="59712"/>
                  </a:cubicBezTo>
                  <a:cubicBezTo>
                    <a:pt x="173009" y="59712"/>
                    <a:pt x="176214" y="56507"/>
                    <a:pt x="176214" y="52500"/>
                  </a:cubicBezTo>
                  <a:lnTo>
                    <a:pt x="176214" y="27861"/>
                  </a:lnTo>
                  <a:cubicBezTo>
                    <a:pt x="210001" y="10166"/>
                    <a:pt x="250265" y="10166"/>
                    <a:pt x="284053" y="27861"/>
                  </a:cubicBezTo>
                  <a:lnTo>
                    <a:pt x="284053" y="105985"/>
                  </a:lnTo>
                  <a:lnTo>
                    <a:pt x="176214" y="105985"/>
                  </a:lnTo>
                  <a:lnTo>
                    <a:pt x="176214" y="86087"/>
                  </a:lnTo>
                  <a:cubicBezTo>
                    <a:pt x="176214" y="82081"/>
                    <a:pt x="173009" y="78876"/>
                    <a:pt x="169002" y="78876"/>
                  </a:cubicBezTo>
                  <a:cubicBezTo>
                    <a:pt x="164996" y="78876"/>
                    <a:pt x="161791" y="82081"/>
                    <a:pt x="161791" y="86087"/>
                  </a:cubicBezTo>
                  <a:lnTo>
                    <a:pt x="161791" y="105985"/>
                  </a:lnTo>
                  <a:lnTo>
                    <a:pt x="146767" y="105985"/>
                  </a:lnTo>
                  <a:lnTo>
                    <a:pt x="146767" y="41082"/>
                  </a:lnTo>
                  <a:close/>
                  <a:moveTo>
                    <a:pt x="132344" y="67925"/>
                  </a:moveTo>
                  <a:lnTo>
                    <a:pt x="132344" y="105985"/>
                  </a:lnTo>
                  <a:lnTo>
                    <a:pt x="116585" y="105985"/>
                  </a:lnTo>
                  <a:cubicBezTo>
                    <a:pt x="119524" y="92431"/>
                    <a:pt x="124865" y="79543"/>
                    <a:pt x="132344" y="67925"/>
                  </a:cubicBezTo>
                  <a:close/>
                  <a:moveTo>
                    <a:pt x="93415" y="186580"/>
                  </a:moveTo>
                  <a:lnTo>
                    <a:pt x="93415" y="140106"/>
                  </a:lnTo>
                  <a:cubicBezTo>
                    <a:pt x="93415" y="129222"/>
                    <a:pt x="102296" y="120342"/>
                    <a:pt x="113180" y="120342"/>
                  </a:cubicBezTo>
                  <a:lnTo>
                    <a:pt x="347019" y="120342"/>
                  </a:lnTo>
                  <a:cubicBezTo>
                    <a:pt x="357903" y="120342"/>
                    <a:pt x="366784" y="129222"/>
                    <a:pt x="366784" y="140106"/>
                  </a:cubicBezTo>
                  <a:lnTo>
                    <a:pt x="366784" y="186580"/>
                  </a:lnTo>
                  <a:cubicBezTo>
                    <a:pt x="366784" y="214759"/>
                    <a:pt x="343881" y="237729"/>
                    <a:pt x="315636" y="237729"/>
                  </a:cubicBezTo>
                  <a:lnTo>
                    <a:pt x="265623" y="237729"/>
                  </a:lnTo>
                  <a:cubicBezTo>
                    <a:pt x="262818" y="237729"/>
                    <a:pt x="260214" y="236460"/>
                    <a:pt x="258411" y="234323"/>
                  </a:cubicBezTo>
                  <a:lnTo>
                    <a:pt x="247728" y="221102"/>
                  </a:lnTo>
                  <a:cubicBezTo>
                    <a:pt x="243187" y="215560"/>
                    <a:pt x="236510" y="212355"/>
                    <a:pt x="229365" y="212355"/>
                  </a:cubicBezTo>
                  <a:cubicBezTo>
                    <a:pt x="229365" y="212355"/>
                    <a:pt x="229231" y="212355"/>
                    <a:pt x="229165" y="212355"/>
                  </a:cubicBezTo>
                  <a:cubicBezTo>
                    <a:pt x="221953" y="212355"/>
                    <a:pt x="215209" y="215693"/>
                    <a:pt x="210735" y="221436"/>
                  </a:cubicBezTo>
                  <a:lnTo>
                    <a:pt x="200719" y="234256"/>
                  </a:lnTo>
                  <a:cubicBezTo>
                    <a:pt x="198984" y="236527"/>
                    <a:pt x="196313" y="237795"/>
                    <a:pt x="193441" y="237795"/>
                  </a:cubicBezTo>
                  <a:lnTo>
                    <a:pt x="144497" y="237795"/>
                  </a:lnTo>
                  <a:cubicBezTo>
                    <a:pt x="116319" y="237795"/>
                    <a:pt x="93348" y="214892"/>
                    <a:pt x="93348" y="186647"/>
                  </a:cubicBezTo>
                  <a:lnTo>
                    <a:pt x="93348" y="186647"/>
                  </a:lnTo>
                  <a:close/>
                  <a:moveTo>
                    <a:pt x="247261" y="243337"/>
                  </a:moveTo>
                  <a:lnTo>
                    <a:pt x="247261" y="250349"/>
                  </a:lnTo>
                  <a:cubicBezTo>
                    <a:pt x="247261" y="251684"/>
                    <a:pt x="246192" y="252752"/>
                    <a:pt x="244857" y="252752"/>
                  </a:cubicBezTo>
                  <a:lnTo>
                    <a:pt x="213473" y="252752"/>
                  </a:lnTo>
                  <a:cubicBezTo>
                    <a:pt x="212138" y="252752"/>
                    <a:pt x="211069" y="251684"/>
                    <a:pt x="211069" y="250349"/>
                  </a:cubicBezTo>
                  <a:lnTo>
                    <a:pt x="211069" y="244206"/>
                  </a:lnTo>
                  <a:cubicBezTo>
                    <a:pt x="211403" y="243805"/>
                    <a:pt x="211737" y="243471"/>
                    <a:pt x="212071" y="243004"/>
                  </a:cubicBezTo>
                  <a:lnTo>
                    <a:pt x="222087" y="230183"/>
                  </a:lnTo>
                  <a:cubicBezTo>
                    <a:pt x="223823" y="227980"/>
                    <a:pt x="226494" y="226644"/>
                    <a:pt x="229298" y="226644"/>
                  </a:cubicBezTo>
                  <a:cubicBezTo>
                    <a:pt x="229298" y="226644"/>
                    <a:pt x="229298" y="226644"/>
                    <a:pt x="229365" y="226644"/>
                  </a:cubicBezTo>
                  <a:cubicBezTo>
                    <a:pt x="232170" y="226644"/>
                    <a:pt x="234774" y="227913"/>
                    <a:pt x="236510" y="230050"/>
                  </a:cubicBezTo>
                  <a:lnTo>
                    <a:pt x="247194" y="243271"/>
                  </a:lnTo>
                  <a:close/>
                  <a:moveTo>
                    <a:pt x="154446" y="396114"/>
                  </a:moveTo>
                  <a:cubicBezTo>
                    <a:pt x="162525" y="394445"/>
                    <a:pt x="169403" y="389704"/>
                    <a:pt x="174010" y="383360"/>
                  </a:cubicBezTo>
                  <a:cubicBezTo>
                    <a:pt x="182490" y="389370"/>
                    <a:pt x="191839" y="393977"/>
                    <a:pt x="201788" y="397049"/>
                  </a:cubicBezTo>
                  <a:cubicBezTo>
                    <a:pt x="196045" y="403259"/>
                    <a:pt x="187832" y="407132"/>
                    <a:pt x="178751" y="407132"/>
                  </a:cubicBezTo>
                  <a:cubicBezTo>
                    <a:pt x="166531" y="407132"/>
                    <a:pt x="154913" y="403860"/>
                    <a:pt x="144830" y="397984"/>
                  </a:cubicBezTo>
                  <a:lnTo>
                    <a:pt x="154379" y="396047"/>
                  </a:lnTo>
                  <a:close/>
                  <a:moveTo>
                    <a:pt x="179753" y="369672"/>
                  </a:moveTo>
                  <a:cubicBezTo>
                    <a:pt x="180020" y="367936"/>
                    <a:pt x="180220" y="366200"/>
                    <a:pt x="180220" y="364397"/>
                  </a:cubicBezTo>
                  <a:lnTo>
                    <a:pt x="180220" y="332546"/>
                  </a:lnTo>
                  <a:lnTo>
                    <a:pt x="186831" y="338355"/>
                  </a:lnTo>
                  <a:cubicBezTo>
                    <a:pt x="188834" y="340092"/>
                    <a:pt x="190971" y="341694"/>
                    <a:pt x="193174" y="343030"/>
                  </a:cubicBezTo>
                  <a:cubicBezTo>
                    <a:pt x="196913" y="349907"/>
                    <a:pt x="202856" y="355449"/>
                    <a:pt x="210068" y="358654"/>
                  </a:cubicBezTo>
                  <a:lnTo>
                    <a:pt x="210068" y="375815"/>
                  </a:lnTo>
                  <a:cubicBezTo>
                    <a:pt x="210068" y="378686"/>
                    <a:pt x="209667" y="381491"/>
                    <a:pt x="208933" y="384162"/>
                  </a:cubicBezTo>
                  <a:cubicBezTo>
                    <a:pt x="198382" y="381357"/>
                    <a:pt x="188433" y="376416"/>
                    <a:pt x="179753" y="369739"/>
                  </a:cubicBezTo>
                  <a:lnTo>
                    <a:pt x="179753" y="369739"/>
                  </a:lnTo>
                  <a:close/>
                  <a:moveTo>
                    <a:pt x="221953" y="459615"/>
                  </a:moveTo>
                  <a:lnTo>
                    <a:pt x="131743" y="459615"/>
                  </a:lnTo>
                  <a:cubicBezTo>
                    <a:pt x="130207" y="450067"/>
                    <a:pt x="127737" y="440718"/>
                    <a:pt x="124398" y="431637"/>
                  </a:cubicBezTo>
                  <a:cubicBezTo>
                    <a:pt x="140491" y="441186"/>
                    <a:pt x="159120" y="446461"/>
                    <a:pt x="178751" y="446461"/>
                  </a:cubicBezTo>
                  <a:cubicBezTo>
                    <a:pt x="195044" y="446461"/>
                    <a:pt x="210001" y="440919"/>
                    <a:pt x="221953" y="431637"/>
                  </a:cubicBezTo>
                  <a:lnTo>
                    <a:pt x="221953" y="459615"/>
                  </a:lnTo>
                  <a:close/>
                  <a:moveTo>
                    <a:pt x="235041" y="375748"/>
                  </a:moveTo>
                  <a:cubicBezTo>
                    <a:pt x="235041" y="406798"/>
                    <a:pt x="209801" y="432038"/>
                    <a:pt x="178751" y="432038"/>
                  </a:cubicBezTo>
                  <a:cubicBezTo>
                    <a:pt x="143896" y="432038"/>
                    <a:pt x="112445" y="412741"/>
                    <a:pt x="96620" y="381691"/>
                  </a:cubicBezTo>
                  <a:cubicBezTo>
                    <a:pt x="95953" y="380422"/>
                    <a:pt x="95886" y="379020"/>
                    <a:pt x="96287" y="377685"/>
                  </a:cubicBezTo>
                  <a:cubicBezTo>
                    <a:pt x="96754" y="376349"/>
                    <a:pt x="97689" y="375281"/>
                    <a:pt x="98890" y="374613"/>
                  </a:cubicBezTo>
                  <a:cubicBezTo>
                    <a:pt x="100159" y="373945"/>
                    <a:pt x="101561" y="373879"/>
                    <a:pt x="102897" y="374279"/>
                  </a:cubicBezTo>
                  <a:cubicBezTo>
                    <a:pt x="104233" y="374747"/>
                    <a:pt x="105301" y="375682"/>
                    <a:pt x="105969" y="376883"/>
                  </a:cubicBezTo>
                  <a:cubicBezTo>
                    <a:pt x="119991" y="404394"/>
                    <a:pt x="147835" y="421421"/>
                    <a:pt x="178685" y="421421"/>
                  </a:cubicBezTo>
                  <a:cubicBezTo>
                    <a:pt x="203925" y="421421"/>
                    <a:pt x="224424" y="400922"/>
                    <a:pt x="224424" y="375682"/>
                  </a:cubicBezTo>
                  <a:lnTo>
                    <a:pt x="224424" y="361526"/>
                  </a:lnTo>
                  <a:lnTo>
                    <a:pt x="234974" y="361526"/>
                  </a:lnTo>
                  <a:lnTo>
                    <a:pt x="234974" y="375682"/>
                  </a:lnTo>
                  <a:close/>
                  <a:moveTo>
                    <a:pt x="235842" y="347169"/>
                  </a:moveTo>
                  <a:lnTo>
                    <a:pt x="224223" y="347169"/>
                  </a:lnTo>
                  <a:cubicBezTo>
                    <a:pt x="212739" y="347169"/>
                    <a:pt x="203390" y="337821"/>
                    <a:pt x="203390" y="326336"/>
                  </a:cubicBezTo>
                  <a:lnTo>
                    <a:pt x="203390" y="299160"/>
                  </a:lnTo>
                  <a:cubicBezTo>
                    <a:pt x="203390" y="296222"/>
                    <a:pt x="205794" y="293818"/>
                    <a:pt x="208732" y="293818"/>
                  </a:cubicBezTo>
                  <a:lnTo>
                    <a:pt x="251467" y="293818"/>
                  </a:lnTo>
                  <a:cubicBezTo>
                    <a:pt x="254405" y="293818"/>
                    <a:pt x="256809" y="296222"/>
                    <a:pt x="256809" y="299160"/>
                  </a:cubicBezTo>
                  <a:lnTo>
                    <a:pt x="256809" y="326336"/>
                  </a:lnTo>
                  <a:cubicBezTo>
                    <a:pt x="256809" y="337821"/>
                    <a:pt x="247460" y="347169"/>
                    <a:pt x="235975" y="347169"/>
                  </a:cubicBezTo>
                  <a:lnTo>
                    <a:pt x="235975" y="347169"/>
                  </a:lnTo>
                  <a:close/>
                  <a:moveTo>
                    <a:pt x="248796" y="384629"/>
                  </a:moveTo>
                  <a:cubicBezTo>
                    <a:pt x="249196" y="381691"/>
                    <a:pt x="249397" y="378753"/>
                    <a:pt x="249397" y="375748"/>
                  </a:cubicBezTo>
                  <a:lnTo>
                    <a:pt x="249397" y="358855"/>
                  </a:lnTo>
                  <a:cubicBezTo>
                    <a:pt x="256875" y="355716"/>
                    <a:pt x="263086" y="350107"/>
                    <a:pt x="266891" y="343030"/>
                  </a:cubicBezTo>
                  <a:cubicBezTo>
                    <a:pt x="269161" y="341627"/>
                    <a:pt x="271299" y="340092"/>
                    <a:pt x="273235" y="338355"/>
                  </a:cubicBezTo>
                  <a:lnTo>
                    <a:pt x="279846" y="332546"/>
                  </a:lnTo>
                  <a:lnTo>
                    <a:pt x="279846" y="364397"/>
                  </a:lnTo>
                  <a:cubicBezTo>
                    <a:pt x="279846" y="366200"/>
                    <a:pt x="279979" y="367936"/>
                    <a:pt x="280313" y="369672"/>
                  </a:cubicBezTo>
                  <a:cubicBezTo>
                    <a:pt x="270964" y="376883"/>
                    <a:pt x="260214" y="381958"/>
                    <a:pt x="248796" y="384696"/>
                  </a:cubicBezTo>
                  <a:lnTo>
                    <a:pt x="248796" y="384696"/>
                  </a:lnTo>
                  <a:close/>
                  <a:moveTo>
                    <a:pt x="271098" y="321061"/>
                  </a:moveTo>
                  <a:lnTo>
                    <a:pt x="271098" y="299160"/>
                  </a:lnTo>
                  <a:cubicBezTo>
                    <a:pt x="271098" y="288276"/>
                    <a:pt x="262284" y="279462"/>
                    <a:pt x="251400" y="279462"/>
                  </a:cubicBezTo>
                  <a:lnTo>
                    <a:pt x="208666" y="279462"/>
                  </a:lnTo>
                  <a:cubicBezTo>
                    <a:pt x="197782" y="279462"/>
                    <a:pt x="188968" y="288276"/>
                    <a:pt x="188968" y="299160"/>
                  </a:cubicBezTo>
                  <a:lnTo>
                    <a:pt x="188968" y="321061"/>
                  </a:lnTo>
                  <a:lnTo>
                    <a:pt x="157718" y="293751"/>
                  </a:lnTo>
                  <a:cubicBezTo>
                    <a:pt x="145698" y="283268"/>
                    <a:pt x="138888" y="268043"/>
                    <a:pt x="138954" y="252085"/>
                  </a:cubicBezTo>
                  <a:lnTo>
                    <a:pt x="196713" y="252085"/>
                  </a:lnTo>
                  <a:cubicBezTo>
                    <a:pt x="197581" y="260498"/>
                    <a:pt x="204726" y="267175"/>
                    <a:pt x="213406" y="267175"/>
                  </a:cubicBezTo>
                  <a:lnTo>
                    <a:pt x="244790" y="267175"/>
                  </a:lnTo>
                  <a:cubicBezTo>
                    <a:pt x="253470" y="267175"/>
                    <a:pt x="260615" y="260565"/>
                    <a:pt x="261483" y="252085"/>
                  </a:cubicBezTo>
                  <a:lnTo>
                    <a:pt x="321111" y="252085"/>
                  </a:lnTo>
                  <a:cubicBezTo>
                    <a:pt x="321245" y="268043"/>
                    <a:pt x="314367" y="283268"/>
                    <a:pt x="302348" y="293751"/>
                  </a:cubicBezTo>
                  <a:lnTo>
                    <a:pt x="271098" y="321061"/>
                  </a:lnTo>
                  <a:close/>
                  <a:moveTo>
                    <a:pt x="404311" y="401189"/>
                  </a:moveTo>
                  <a:cubicBezTo>
                    <a:pt x="379070" y="395713"/>
                    <a:pt x="334065" y="387166"/>
                    <a:pt x="308625" y="381958"/>
                  </a:cubicBezTo>
                  <a:cubicBezTo>
                    <a:pt x="302148" y="380623"/>
                    <a:pt x="297073" y="375748"/>
                    <a:pt x="295136" y="369672"/>
                  </a:cubicBezTo>
                  <a:cubicBezTo>
                    <a:pt x="299744" y="343297"/>
                    <a:pt x="322313" y="324266"/>
                    <a:pt x="349223" y="324266"/>
                  </a:cubicBezTo>
                  <a:cubicBezTo>
                    <a:pt x="379604" y="324133"/>
                    <a:pt x="404377" y="348839"/>
                    <a:pt x="404377" y="379154"/>
                  </a:cubicBezTo>
                  <a:lnTo>
                    <a:pt x="404377" y="401122"/>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46"/>
            <p:cNvSpPr/>
            <p:nvPr/>
          </p:nvSpPr>
          <p:spPr>
            <a:xfrm>
              <a:off x="8336139" y="2697040"/>
              <a:ext cx="247192" cy="91211"/>
            </a:xfrm>
            <a:custGeom>
              <a:rect b="b" l="l" r="r" t="t"/>
              <a:pathLst>
                <a:path extrusionOk="0" h="91211" w="247192">
                  <a:moveTo>
                    <a:pt x="81730" y="91212"/>
                  </a:moveTo>
                  <a:cubicBezTo>
                    <a:pt x="83933" y="91212"/>
                    <a:pt x="86004" y="90210"/>
                    <a:pt x="87406" y="88474"/>
                  </a:cubicBezTo>
                  <a:lnTo>
                    <a:pt x="94083" y="79927"/>
                  </a:lnTo>
                  <a:cubicBezTo>
                    <a:pt x="101094" y="70980"/>
                    <a:pt x="111644" y="65838"/>
                    <a:pt x="122995" y="65838"/>
                  </a:cubicBezTo>
                  <a:cubicBezTo>
                    <a:pt x="134347" y="65838"/>
                    <a:pt x="144563" y="70779"/>
                    <a:pt x="151574" y="79460"/>
                  </a:cubicBezTo>
                  <a:lnTo>
                    <a:pt x="158919" y="88541"/>
                  </a:lnTo>
                  <a:cubicBezTo>
                    <a:pt x="160255" y="90210"/>
                    <a:pt x="162325" y="91212"/>
                    <a:pt x="164528" y="91212"/>
                  </a:cubicBezTo>
                  <a:lnTo>
                    <a:pt x="180754" y="91212"/>
                  </a:lnTo>
                  <a:cubicBezTo>
                    <a:pt x="184760" y="91212"/>
                    <a:pt x="187965" y="88007"/>
                    <a:pt x="187965" y="84000"/>
                  </a:cubicBezTo>
                  <a:cubicBezTo>
                    <a:pt x="187965" y="79994"/>
                    <a:pt x="184760" y="76789"/>
                    <a:pt x="180754" y="76789"/>
                  </a:cubicBezTo>
                  <a:lnTo>
                    <a:pt x="167933" y="76789"/>
                  </a:lnTo>
                  <a:lnTo>
                    <a:pt x="162726" y="70379"/>
                  </a:lnTo>
                  <a:cubicBezTo>
                    <a:pt x="152976" y="58360"/>
                    <a:pt x="138487" y="51415"/>
                    <a:pt x="122995" y="51415"/>
                  </a:cubicBezTo>
                  <a:cubicBezTo>
                    <a:pt x="107504" y="51415"/>
                    <a:pt x="92547" y="58560"/>
                    <a:pt x="82731" y="70980"/>
                  </a:cubicBezTo>
                  <a:lnTo>
                    <a:pt x="78191" y="76789"/>
                  </a:lnTo>
                  <a:lnTo>
                    <a:pt x="38127" y="76789"/>
                  </a:lnTo>
                  <a:cubicBezTo>
                    <a:pt x="25106" y="76789"/>
                    <a:pt x="14489" y="66172"/>
                    <a:pt x="14489" y="53151"/>
                  </a:cubicBezTo>
                  <a:lnTo>
                    <a:pt x="14489" y="14423"/>
                  </a:lnTo>
                  <a:lnTo>
                    <a:pt x="232837" y="14423"/>
                  </a:lnTo>
                  <a:lnTo>
                    <a:pt x="232837" y="53151"/>
                  </a:lnTo>
                  <a:cubicBezTo>
                    <a:pt x="232837" y="64770"/>
                    <a:pt x="224558" y="74519"/>
                    <a:pt x="213139" y="76455"/>
                  </a:cubicBezTo>
                  <a:cubicBezTo>
                    <a:pt x="209199" y="77123"/>
                    <a:pt x="206595" y="80795"/>
                    <a:pt x="207196" y="84735"/>
                  </a:cubicBezTo>
                  <a:cubicBezTo>
                    <a:pt x="207864" y="88675"/>
                    <a:pt x="211536" y="91279"/>
                    <a:pt x="215476" y="90678"/>
                  </a:cubicBezTo>
                  <a:cubicBezTo>
                    <a:pt x="233905" y="87606"/>
                    <a:pt x="247193" y="71848"/>
                    <a:pt x="247193" y="53151"/>
                  </a:cubicBezTo>
                  <a:lnTo>
                    <a:pt x="247193" y="7211"/>
                  </a:lnTo>
                  <a:cubicBezTo>
                    <a:pt x="247193" y="3205"/>
                    <a:pt x="243988" y="0"/>
                    <a:pt x="239982" y="0"/>
                  </a:cubicBezTo>
                  <a:lnTo>
                    <a:pt x="7211" y="0"/>
                  </a:lnTo>
                  <a:cubicBezTo>
                    <a:pt x="3205" y="0"/>
                    <a:pt x="0" y="3205"/>
                    <a:pt x="0" y="7211"/>
                  </a:cubicBezTo>
                  <a:lnTo>
                    <a:pt x="0" y="53151"/>
                  </a:lnTo>
                  <a:cubicBezTo>
                    <a:pt x="0" y="74118"/>
                    <a:pt x="17027" y="91145"/>
                    <a:pt x="37993" y="91145"/>
                  </a:cubicBezTo>
                  <a:lnTo>
                    <a:pt x="81596" y="91145"/>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46"/>
            <p:cNvSpPr/>
            <p:nvPr/>
          </p:nvSpPr>
          <p:spPr>
            <a:xfrm>
              <a:off x="8452657" y="2876926"/>
              <a:ext cx="14422" cy="14422"/>
            </a:xfrm>
            <a:custGeom>
              <a:rect b="b" l="l" r="r" t="t"/>
              <a:pathLst>
                <a:path extrusionOk="0" h="14422" w="14422">
                  <a:moveTo>
                    <a:pt x="14423" y="7211"/>
                  </a:moveTo>
                  <a:cubicBezTo>
                    <a:pt x="14423" y="11194"/>
                    <a:pt x="11195" y="14423"/>
                    <a:pt x="7212" y="14423"/>
                  </a:cubicBezTo>
                  <a:cubicBezTo>
                    <a:pt x="3229" y="14423"/>
                    <a:pt x="1" y="11194"/>
                    <a:pt x="1" y="7211"/>
                  </a:cubicBezTo>
                  <a:cubicBezTo>
                    <a:pt x="1" y="3229"/>
                    <a:pt x="3229" y="0"/>
                    <a:pt x="7212" y="0"/>
                  </a:cubicBezTo>
                  <a:cubicBezTo>
                    <a:pt x="11195" y="0"/>
                    <a:pt x="14423" y="3229"/>
                    <a:pt x="14423" y="721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0" name="Google Shape;320;p46"/>
          <p:cNvGrpSpPr/>
          <p:nvPr/>
        </p:nvGrpSpPr>
        <p:grpSpPr>
          <a:xfrm>
            <a:off x="8170371" y="4836755"/>
            <a:ext cx="276295" cy="292691"/>
            <a:chOff x="8846885" y="2518088"/>
            <a:chExt cx="508830" cy="539125"/>
          </a:xfrm>
        </p:grpSpPr>
        <p:sp>
          <p:nvSpPr>
            <p:cNvPr id="321" name="Google Shape;321;p46"/>
            <p:cNvSpPr/>
            <p:nvPr/>
          </p:nvSpPr>
          <p:spPr>
            <a:xfrm>
              <a:off x="8846885" y="2616696"/>
              <a:ext cx="99707" cy="440450"/>
            </a:xfrm>
            <a:custGeom>
              <a:rect b="b" l="l" r="r" t="t"/>
              <a:pathLst>
                <a:path extrusionOk="0" h="440450" w="99707">
                  <a:moveTo>
                    <a:pt x="48610" y="285470"/>
                  </a:moveTo>
                  <a:cubicBezTo>
                    <a:pt x="38461" y="262501"/>
                    <a:pt x="42801" y="239531"/>
                    <a:pt x="60629" y="222437"/>
                  </a:cubicBezTo>
                  <a:cubicBezTo>
                    <a:pt x="77055" y="206612"/>
                    <a:pt x="85736" y="189117"/>
                    <a:pt x="85736" y="171756"/>
                  </a:cubicBezTo>
                  <a:cubicBezTo>
                    <a:pt x="85736" y="154395"/>
                    <a:pt x="82865" y="144112"/>
                    <a:pt x="80127" y="133295"/>
                  </a:cubicBezTo>
                  <a:cubicBezTo>
                    <a:pt x="77523" y="123012"/>
                    <a:pt x="75053" y="113330"/>
                    <a:pt x="75053" y="98907"/>
                  </a:cubicBezTo>
                  <a:cubicBezTo>
                    <a:pt x="75053" y="69460"/>
                    <a:pt x="83199" y="39345"/>
                    <a:pt x="98690" y="11768"/>
                  </a:cubicBezTo>
                  <a:cubicBezTo>
                    <a:pt x="100827" y="7962"/>
                    <a:pt x="99491" y="3154"/>
                    <a:pt x="95685" y="1017"/>
                  </a:cubicBezTo>
                  <a:cubicBezTo>
                    <a:pt x="91880" y="-1119"/>
                    <a:pt x="87071" y="216"/>
                    <a:pt x="84935" y="4022"/>
                  </a:cubicBezTo>
                  <a:cubicBezTo>
                    <a:pt x="68175" y="33870"/>
                    <a:pt x="59294" y="66722"/>
                    <a:pt x="59294" y="98840"/>
                  </a:cubicBezTo>
                  <a:cubicBezTo>
                    <a:pt x="59294" y="115333"/>
                    <a:pt x="62165" y="126417"/>
                    <a:pt x="64903" y="137168"/>
                  </a:cubicBezTo>
                  <a:cubicBezTo>
                    <a:pt x="67507" y="147451"/>
                    <a:pt x="70045" y="157133"/>
                    <a:pt x="70045" y="171689"/>
                  </a:cubicBezTo>
                  <a:cubicBezTo>
                    <a:pt x="70045" y="184443"/>
                    <a:pt x="62833" y="198398"/>
                    <a:pt x="49745" y="211019"/>
                  </a:cubicBezTo>
                  <a:cubicBezTo>
                    <a:pt x="27176" y="232653"/>
                    <a:pt x="21367" y="262901"/>
                    <a:pt x="34254" y="291881"/>
                  </a:cubicBezTo>
                  <a:cubicBezTo>
                    <a:pt x="44403" y="314851"/>
                    <a:pt x="40064" y="337820"/>
                    <a:pt x="22235" y="354914"/>
                  </a:cubicBezTo>
                  <a:cubicBezTo>
                    <a:pt x="-334" y="376549"/>
                    <a:pt x="-6144" y="406797"/>
                    <a:pt x="6744" y="435776"/>
                  </a:cubicBezTo>
                  <a:cubicBezTo>
                    <a:pt x="8079" y="438714"/>
                    <a:pt x="10951" y="440451"/>
                    <a:pt x="13955" y="440451"/>
                  </a:cubicBezTo>
                  <a:cubicBezTo>
                    <a:pt x="15024" y="440451"/>
                    <a:pt x="16092" y="440250"/>
                    <a:pt x="17160" y="439783"/>
                  </a:cubicBezTo>
                  <a:cubicBezTo>
                    <a:pt x="21166" y="438047"/>
                    <a:pt x="22969" y="433373"/>
                    <a:pt x="21166" y="429366"/>
                  </a:cubicBezTo>
                  <a:cubicBezTo>
                    <a:pt x="11017" y="406396"/>
                    <a:pt x="15357" y="383426"/>
                    <a:pt x="33186" y="366333"/>
                  </a:cubicBezTo>
                  <a:cubicBezTo>
                    <a:pt x="55755" y="344698"/>
                    <a:pt x="61564" y="314450"/>
                    <a:pt x="48677" y="28547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46"/>
            <p:cNvSpPr/>
            <p:nvPr/>
          </p:nvSpPr>
          <p:spPr>
            <a:xfrm>
              <a:off x="9300386" y="2897556"/>
              <a:ext cx="55329" cy="159657"/>
            </a:xfrm>
            <a:custGeom>
              <a:rect b="b" l="l" r="r" t="t"/>
              <a:pathLst>
                <a:path extrusionOk="0" h="159657" w="55329">
                  <a:moveTo>
                    <a:pt x="33140" y="74121"/>
                  </a:moveTo>
                  <a:cubicBezTo>
                    <a:pt x="15312" y="57028"/>
                    <a:pt x="10971" y="34058"/>
                    <a:pt x="21121" y="11088"/>
                  </a:cubicBezTo>
                  <a:cubicBezTo>
                    <a:pt x="22857" y="7081"/>
                    <a:pt x="21121" y="2407"/>
                    <a:pt x="17115" y="671"/>
                  </a:cubicBezTo>
                  <a:cubicBezTo>
                    <a:pt x="13108" y="-1065"/>
                    <a:pt x="8434" y="671"/>
                    <a:pt x="6698" y="4678"/>
                  </a:cubicBezTo>
                  <a:cubicBezTo>
                    <a:pt x="-6122" y="33657"/>
                    <a:pt x="-313" y="63838"/>
                    <a:pt x="22189" y="85540"/>
                  </a:cubicBezTo>
                  <a:cubicBezTo>
                    <a:pt x="40017" y="102634"/>
                    <a:pt x="44358" y="125603"/>
                    <a:pt x="34208" y="148573"/>
                  </a:cubicBezTo>
                  <a:cubicBezTo>
                    <a:pt x="32472" y="152580"/>
                    <a:pt x="34208" y="157254"/>
                    <a:pt x="38215" y="158990"/>
                  </a:cubicBezTo>
                  <a:cubicBezTo>
                    <a:pt x="39283" y="159457"/>
                    <a:pt x="40352" y="159658"/>
                    <a:pt x="41420" y="159658"/>
                  </a:cubicBezTo>
                  <a:cubicBezTo>
                    <a:pt x="44425" y="159658"/>
                    <a:pt x="47363" y="157922"/>
                    <a:pt x="48631" y="154984"/>
                  </a:cubicBezTo>
                  <a:cubicBezTo>
                    <a:pt x="61452" y="126004"/>
                    <a:pt x="55643" y="95823"/>
                    <a:pt x="33140" y="7412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46"/>
            <p:cNvSpPr/>
            <p:nvPr/>
          </p:nvSpPr>
          <p:spPr>
            <a:xfrm>
              <a:off x="9180817" y="2604943"/>
              <a:ext cx="15758" cy="15775"/>
            </a:xfrm>
            <a:custGeom>
              <a:rect b="b" l="l" r="r" t="t"/>
              <a:pathLst>
                <a:path extrusionOk="0" h="15775" w="15758">
                  <a:moveTo>
                    <a:pt x="601" y="10901"/>
                  </a:moveTo>
                  <a:cubicBezTo>
                    <a:pt x="801" y="11368"/>
                    <a:pt x="1068" y="11836"/>
                    <a:pt x="1335" y="12236"/>
                  </a:cubicBezTo>
                  <a:cubicBezTo>
                    <a:pt x="1602" y="12704"/>
                    <a:pt x="1936" y="13104"/>
                    <a:pt x="2337" y="13438"/>
                  </a:cubicBezTo>
                  <a:cubicBezTo>
                    <a:pt x="2737" y="13772"/>
                    <a:pt x="3071" y="14106"/>
                    <a:pt x="3538" y="14440"/>
                  </a:cubicBezTo>
                  <a:cubicBezTo>
                    <a:pt x="3939" y="14707"/>
                    <a:pt x="4406" y="14974"/>
                    <a:pt x="4874" y="15174"/>
                  </a:cubicBezTo>
                  <a:cubicBezTo>
                    <a:pt x="5341" y="15374"/>
                    <a:pt x="5876" y="15508"/>
                    <a:pt x="6343" y="15642"/>
                  </a:cubicBezTo>
                  <a:cubicBezTo>
                    <a:pt x="6877" y="15775"/>
                    <a:pt x="7345" y="15775"/>
                    <a:pt x="7879" y="15775"/>
                  </a:cubicBezTo>
                  <a:cubicBezTo>
                    <a:pt x="8413" y="15775"/>
                    <a:pt x="8881" y="15775"/>
                    <a:pt x="9414" y="15642"/>
                  </a:cubicBezTo>
                  <a:cubicBezTo>
                    <a:pt x="9882" y="15508"/>
                    <a:pt x="10416" y="15374"/>
                    <a:pt x="10884" y="15174"/>
                  </a:cubicBezTo>
                  <a:cubicBezTo>
                    <a:pt x="11351" y="14974"/>
                    <a:pt x="11818" y="14707"/>
                    <a:pt x="12219" y="14440"/>
                  </a:cubicBezTo>
                  <a:cubicBezTo>
                    <a:pt x="12686" y="14173"/>
                    <a:pt x="13087" y="13839"/>
                    <a:pt x="13421" y="13438"/>
                  </a:cubicBezTo>
                  <a:cubicBezTo>
                    <a:pt x="13822" y="13104"/>
                    <a:pt x="14089" y="12704"/>
                    <a:pt x="14422" y="12236"/>
                  </a:cubicBezTo>
                  <a:cubicBezTo>
                    <a:pt x="14690" y="11836"/>
                    <a:pt x="14957" y="11368"/>
                    <a:pt x="15157" y="10901"/>
                  </a:cubicBezTo>
                  <a:cubicBezTo>
                    <a:pt x="15357" y="10433"/>
                    <a:pt x="15491" y="9899"/>
                    <a:pt x="15625" y="9432"/>
                  </a:cubicBezTo>
                  <a:cubicBezTo>
                    <a:pt x="15758" y="8898"/>
                    <a:pt x="15758" y="8430"/>
                    <a:pt x="15758" y="7896"/>
                  </a:cubicBezTo>
                  <a:cubicBezTo>
                    <a:pt x="15758" y="7362"/>
                    <a:pt x="15758" y="6894"/>
                    <a:pt x="15625" y="6360"/>
                  </a:cubicBezTo>
                  <a:cubicBezTo>
                    <a:pt x="15491" y="5893"/>
                    <a:pt x="15357" y="5359"/>
                    <a:pt x="15157" y="4891"/>
                  </a:cubicBezTo>
                  <a:cubicBezTo>
                    <a:pt x="14957" y="4424"/>
                    <a:pt x="14690" y="3956"/>
                    <a:pt x="14422" y="3556"/>
                  </a:cubicBezTo>
                  <a:cubicBezTo>
                    <a:pt x="14156" y="3088"/>
                    <a:pt x="13822" y="2688"/>
                    <a:pt x="13421" y="2354"/>
                  </a:cubicBezTo>
                  <a:cubicBezTo>
                    <a:pt x="13087" y="1953"/>
                    <a:pt x="12686" y="1686"/>
                    <a:pt x="12219" y="1352"/>
                  </a:cubicBezTo>
                  <a:cubicBezTo>
                    <a:pt x="11818" y="1085"/>
                    <a:pt x="11351" y="818"/>
                    <a:pt x="10884" y="618"/>
                  </a:cubicBezTo>
                  <a:cubicBezTo>
                    <a:pt x="10416" y="417"/>
                    <a:pt x="9882" y="284"/>
                    <a:pt x="9414" y="150"/>
                  </a:cubicBezTo>
                  <a:cubicBezTo>
                    <a:pt x="8413" y="-50"/>
                    <a:pt x="7345" y="-50"/>
                    <a:pt x="6343" y="150"/>
                  </a:cubicBezTo>
                  <a:cubicBezTo>
                    <a:pt x="5809" y="284"/>
                    <a:pt x="5341" y="417"/>
                    <a:pt x="4874" y="618"/>
                  </a:cubicBezTo>
                  <a:cubicBezTo>
                    <a:pt x="4406" y="818"/>
                    <a:pt x="3939" y="1085"/>
                    <a:pt x="3538" y="1352"/>
                  </a:cubicBezTo>
                  <a:cubicBezTo>
                    <a:pt x="3071" y="1619"/>
                    <a:pt x="2670" y="1953"/>
                    <a:pt x="2337" y="2354"/>
                  </a:cubicBezTo>
                  <a:cubicBezTo>
                    <a:pt x="2003" y="2688"/>
                    <a:pt x="1669" y="3088"/>
                    <a:pt x="1335" y="3556"/>
                  </a:cubicBezTo>
                  <a:cubicBezTo>
                    <a:pt x="1068" y="3956"/>
                    <a:pt x="801" y="4424"/>
                    <a:pt x="601" y="4891"/>
                  </a:cubicBezTo>
                  <a:cubicBezTo>
                    <a:pt x="400" y="5359"/>
                    <a:pt x="267" y="5893"/>
                    <a:pt x="133" y="6360"/>
                  </a:cubicBezTo>
                  <a:cubicBezTo>
                    <a:pt x="0" y="6894"/>
                    <a:pt x="0" y="7362"/>
                    <a:pt x="0" y="7896"/>
                  </a:cubicBezTo>
                  <a:cubicBezTo>
                    <a:pt x="0" y="8430"/>
                    <a:pt x="0" y="8898"/>
                    <a:pt x="133" y="9432"/>
                  </a:cubicBezTo>
                  <a:cubicBezTo>
                    <a:pt x="267" y="9966"/>
                    <a:pt x="400" y="10433"/>
                    <a:pt x="601" y="1090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46"/>
            <p:cNvSpPr/>
            <p:nvPr/>
          </p:nvSpPr>
          <p:spPr>
            <a:xfrm>
              <a:off x="9023498" y="2682043"/>
              <a:ext cx="61433" cy="22944"/>
            </a:xfrm>
            <a:custGeom>
              <a:rect b="b" l="l" r="r" t="t"/>
              <a:pathLst>
                <a:path extrusionOk="0" h="22944" w="61433">
                  <a:moveTo>
                    <a:pt x="49012" y="21541"/>
                  </a:moveTo>
                  <a:cubicBezTo>
                    <a:pt x="52618" y="24011"/>
                    <a:pt x="57493" y="23143"/>
                    <a:pt x="60030" y="19538"/>
                  </a:cubicBezTo>
                  <a:cubicBezTo>
                    <a:pt x="62501" y="15932"/>
                    <a:pt x="61633" y="11058"/>
                    <a:pt x="58027" y="8520"/>
                  </a:cubicBezTo>
                  <a:cubicBezTo>
                    <a:pt x="31051" y="-10243"/>
                    <a:pt x="4542" y="7719"/>
                    <a:pt x="3407" y="8520"/>
                  </a:cubicBezTo>
                  <a:cubicBezTo>
                    <a:pt x="-199" y="10991"/>
                    <a:pt x="-1067" y="15932"/>
                    <a:pt x="1403" y="19538"/>
                  </a:cubicBezTo>
                  <a:cubicBezTo>
                    <a:pt x="2940" y="21741"/>
                    <a:pt x="5410" y="22943"/>
                    <a:pt x="7881" y="22943"/>
                  </a:cubicBezTo>
                  <a:cubicBezTo>
                    <a:pt x="9416" y="22943"/>
                    <a:pt x="11019" y="22476"/>
                    <a:pt x="12354" y="21541"/>
                  </a:cubicBezTo>
                  <a:cubicBezTo>
                    <a:pt x="13088" y="21007"/>
                    <a:pt x="31118" y="9121"/>
                    <a:pt x="48946" y="2154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46"/>
            <p:cNvSpPr/>
            <p:nvPr/>
          </p:nvSpPr>
          <p:spPr>
            <a:xfrm>
              <a:off x="9117582" y="2682043"/>
              <a:ext cx="61432" cy="22944"/>
            </a:xfrm>
            <a:custGeom>
              <a:rect b="b" l="l" r="r" t="t"/>
              <a:pathLst>
                <a:path extrusionOk="0" h="22944" w="61432">
                  <a:moveTo>
                    <a:pt x="7947" y="22943"/>
                  </a:moveTo>
                  <a:cubicBezTo>
                    <a:pt x="9483" y="22943"/>
                    <a:pt x="11085" y="22476"/>
                    <a:pt x="12420" y="21541"/>
                  </a:cubicBezTo>
                  <a:cubicBezTo>
                    <a:pt x="13155" y="21007"/>
                    <a:pt x="31184" y="9121"/>
                    <a:pt x="49012" y="21541"/>
                  </a:cubicBezTo>
                  <a:cubicBezTo>
                    <a:pt x="52618" y="24011"/>
                    <a:pt x="57492" y="23143"/>
                    <a:pt x="60029" y="19538"/>
                  </a:cubicBezTo>
                  <a:cubicBezTo>
                    <a:pt x="62500" y="15932"/>
                    <a:pt x="61632" y="11058"/>
                    <a:pt x="58027" y="8520"/>
                  </a:cubicBezTo>
                  <a:cubicBezTo>
                    <a:pt x="31050" y="-10243"/>
                    <a:pt x="4541" y="7719"/>
                    <a:pt x="3406" y="8520"/>
                  </a:cubicBezTo>
                  <a:cubicBezTo>
                    <a:pt x="-199" y="10991"/>
                    <a:pt x="-1067" y="15932"/>
                    <a:pt x="1403" y="19538"/>
                  </a:cubicBezTo>
                  <a:cubicBezTo>
                    <a:pt x="2939" y="21741"/>
                    <a:pt x="5409" y="22943"/>
                    <a:pt x="7880" y="2294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46"/>
            <p:cNvSpPr/>
            <p:nvPr/>
          </p:nvSpPr>
          <p:spPr>
            <a:xfrm>
              <a:off x="9057092" y="2799955"/>
              <a:ext cx="88450" cy="27960"/>
            </a:xfrm>
            <a:custGeom>
              <a:rect b="b" l="l" r="r" t="t"/>
              <a:pathLst>
                <a:path extrusionOk="0" h="27960" w="88450">
                  <a:moveTo>
                    <a:pt x="86532" y="2787"/>
                  </a:moveTo>
                  <a:cubicBezTo>
                    <a:pt x="83727" y="-552"/>
                    <a:pt x="78719" y="-952"/>
                    <a:pt x="75380" y="1919"/>
                  </a:cubicBezTo>
                  <a:cubicBezTo>
                    <a:pt x="70573" y="5992"/>
                    <a:pt x="58287" y="12135"/>
                    <a:pt x="44198" y="12135"/>
                  </a:cubicBezTo>
                  <a:cubicBezTo>
                    <a:pt x="30109" y="12135"/>
                    <a:pt x="17822" y="6059"/>
                    <a:pt x="13014" y="1919"/>
                  </a:cubicBezTo>
                  <a:cubicBezTo>
                    <a:pt x="9676" y="-886"/>
                    <a:pt x="4735" y="-485"/>
                    <a:pt x="1864" y="2854"/>
                  </a:cubicBezTo>
                  <a:cubicBezTo>
                    <a:pt x="-941" y="6192"/>
                    <a:pt x="-541" y="11134"/>
                    <a:pt x="2798" y="14005"/>
                  </a:cubicBezTo>
                  <a:cubicBezTo>
                    <a:pt x="11012" y="20949"/>
                    <a:pt x="26970" y="27960"/>
                    <a:pt x="44198" y="27960"/>
                  </a:cubicBezTo>
                  <a:cubicBezTo>
                    <a:pt x="61425" y="27960"/>
                    <a:pt x="77451" y="20949"/>
                    <a:pt x="85663" y="14005"/>
                  </a:cubicBezTo>
                  <a:cubicBezTo>
                    <a:pt x="89002" y="11200"/>
                    <a:pt x="89403" y="6192"/>
                    <a:pt x="86532" y="285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46"/>
            <p:cNvSpPr/>
            <p:nvPr/>
          </p:nvSpPr>
          <p:spPr>
            <a:xfrm>
              <a:off x="9052012" y="2712999"/>
              <a:ext cx="15758" cy="35256"/>
            </a:xfrm>
            <a:custGeom>
              <a:rect b="b" l="l" r="r" t="t"/>
              <a:pathLst>
                <a:path extrusionOk="0" h="35256" w="15758">
                  <a:moveTo>
                    <a:pt x="15758" y="27377"/>
                  </a:moveTo>
                  <a:lnTo>
                    <a:pt x="15758" y="7879"/>
                  </a:lnTo>
                  <a:cubicBezTo>
                    <a:pt x="15758" y="3539"/>
                    <a:pt x="12219" y="0"/>
                    <a:pt x="7879" y="0"/>
                  </a:cubicBezTo>
                  <a:cubicBezTo>
                    <a:pt x="3539" y="0"/>
                    <a:pt x="0" y="3539"/>
                    <a:pt x="0" y="7879"/>
                  </a:cubicBezTo>
                  <a:lnTo>
                    <a:pt x="0" y="27377"/>
                  </a:lnTo>
                  <a:cubicBezTo>
                    <a:pt x="0" y="31717"/>
                    <a:pt x="3539" y="35256"/>
                    <a:pt x="7879" y="35256"/>
                  </a:cubicBezTo>
                  <a:cubicBezTo>
                    <a:pt x="12219" y="35256"/>
                    <a:pt x="15758" y="31717"/>
                    <a:pt x="15758" y="27377"/>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46"/>
            <p:cNvSpPr/>
            <p:nvPr/>
          </p:nvSpPr>
          <p:spPr>
            <a:xfrm>
              <a:off x="9134810" y="2712999"/>
              <a:ext cx="15758" cy="35256"/>
            </a:xfrm>
            <a:custGeom>
              <a:rect b="b" l="l" r="r" t="t"/>
              <a:pathLst>
                <a:path extrusionOk="0" h="35256" w="15758">
                  <a:moveTo>
                    <a:pt x="7879" y="0"/>
                  </a:moveTo>
                  <a:cubicBezTo>
                    <a:pt x="3538" y="0"/>
                    <a:pt x="0" y="3539"/>
                    <a:pt x="0" y="7879"/>
                  </a:cubicBezTo>
                  <a:lnTo>
                    <a:pt x="0" y="27377"/>
                  </a:lnTo>
                  <a:cubicBezTo>
                    <a:pt x="0" y="31717"/>
                    <a:pt x="3538" y="35256"/>
                    <a:pt x="7879" y="35256"/>
                  </a:cubicBezTo>
                  <a:cubicBezTo>
                    <a:pt x="12219" y="35256"/>
                    <a:pt x="15758" y="31717"/>
                    <a:pt x="15758" y="27377"/>
                  </a:cubicBezTo>
                  <a:lnTo>
                    <a:pt x="15758" y="7879"/>
                  </a:lnTo>
                  <a:cubicBezTo>
                    <a:pt x="15758" y="3539"/>
                    <a:pt x="12219" y="0"/>
                    <a:pt x="787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46"/>
            <p:cNvSpPr/>
            <p:nvPr/>
          </p:nvSpPr>
          <p:spPr>
            <a:xfrm>
              <a:off x="9071910" y="2744582"/>
              <a:ext cx="58760" cy="51281"/>
            </a:xfrm>
            <a:custGeom>
              <a:rect b="b" l="l" r="r" t="t"/>
              <a:pathLst>
                <a:path extrusionOk="0" h="51281" w="58760">
                  <a:moveTo>
                    <a:pt x="0" y="30916"/>
                  </a:moveTo>
                  <a:cubicBezTo>
                    <a:pt x="0" y="40732"/>
                    <a:pt x="9215" y="51282"/>
                    <a:pt x="29380" y="51282"/>
                  </a:cubicBezTo>
                  <a:cubicBezTo>
                    <a:pt x="49546" y="51282"/>
                    <a:pt x="58761" y="40732"/>
                    <a:pt x="58761" y="30916"/>
                  </a:cubicBezTo>
                  <a:cubicBezTo>
                    <a:pt x="58761" y="16894"/>
                    <a:pt x="45672" y="0"/>
                    <a:pt x="29380" y="0"/>
                  </a:cubicBezTo>
                  <a:cubicBezTo>
                    <a:pt x="13087" y="0"/>
                    <a:pt x="0" y="16894"/>
                    <a:pt x="0" y="30916"/>
                  </a:cubicBezTo>
                  <a:close/>
                  <a:moveTo>
                    <a:pt x="29380" y="15825"/>
                  </a:moveTo>
                  <a:cubicBezTo>
                    <a:pt x="36591" y="15825"/>
                    <a:pt x="43002" y="25240"/>
                    <a:pt x="43002" y="30916"/>
                  </a:cubicBezTo>
                  <a:cubicBezTo>
                    <a:pt x="43002" y="32251"/>
                    <a:pt x="38928" y="35523"/>
                    <a:pt x="29380" y="35523"/>
                  </a:cubicBezTo>
                  <a:cubicBezTo>
                    <a:pt x="19831" y="35523"/>
                    <a:pt x="15758" y="32251"/>
                    <a:pt x="15758" y="30916"/>
                  </a:cubicBezTo>
                  <a:cubicBezTo>
                    <a:pt x="15758" y="25240"/>
                    <a:pt x="22102" y="15825"/>
                    <a:pt x="29380" y="15825"/>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46"/>
            <p:cNvSpPr/>
            <p:nvPr/>
          </p:nvSpPr>
          <p:spPr>
            <a:xfrm>
              <a:off x="8899160" y="2518088"/>
              <a:ext cx="428725" cy="538924"/>
            </a:xfrm>
            <a:custGeom>
              <a:rect b="b" l="l" r="r" t="t"/>
              <a:pathLst>
                <a:path extrusionOk="0" h="538924" w="428725">
                  <a:moveTo>
                    <a:pt x="372067" y="413058"/>
                  </a:moveTo>
                  <a:cubicBezTo>
                    <a:pt x="354173" y="397700"/>
                    <a:pt x="333273" y="391490"/>
                    <a:pt x="311104" y="384880"/>
                  </a:cubicBezTo>
                  <a:cubicBezTo>
                    <a:pt x="294144" y="379805"/>
                    <a:pt x="276649" y="374596"/>
                    <a:pt x="260089" y="364848"/>
                  </a:cubicBezTo>
                  <a:lnTo>
                    <a:pt x="260089" y="340409"/>
                  </a:lnTo>
                  <a:cubicBezTo>
                    <a:pt x="268369" y="335267"/>
                    <a:pt x="276048" y="329057"/>
                    <a:pt x="282993" y="321712"/>
                  </a:cubicBezTo>
                  <a:cubicBezTo>
                    <a:pt x="295412" y="308558"/>
                    <a:pt x="304627" y="292599"/>
                    <a:pt x="310169" y="275038"/>
                  </a:cubicBezTo>
                  <a:cubicBezTo>
                    <a:pt x="319517" y="274571"/>
                    <a:pt x="328732" y="270497"/>
                    <a:pt x="335676" y="263620"/>
                  </a:cubicBezTo>
                  <a:cubicBezTo>
                    <a:pt x="342220" y="257210"/>
                    <a:pt x="349966" y="245124"/>
                    <a:pt x="349966" y="223823"/>
                  </a:cubicBezTo>
                  <a:cubicBezTo>
                    <a:pt x="349966" y="211804"/>
                    <a:pt x="346627" y="201254"/>
                    <a:pt x="340217" y="193308"/>
                  </a:cubicBezTo>
                  <a:cubicBezTo>
                    <a:pt x="333940" y="185495"/>
                    <a:pt x="325260" y="181022"/>
                    <a:pt x="316245" y="181022"/>
                  </a:cubicBezTo>
                  <a:lnTo>
                    <a:pt x="316245" y="150039"/>
                  </a:lnTo>
                  <a:cubicBezTo>
                    <a:pt x="316245" y="149171"/>
                    <a:pt x="316245" y="148236"/>
                    <a:pt x="316245" y="147368"/>
                  </a:cubicBezTo>
                  <a:cubicBezTo>
                    <a:pt x="320853" y="142894"/>
                    <a:pt x="323991" y="137085"/>
                    <a:pt x="325126" y="130608"/>
                  </a:cubicBezTo>
                  <a:cubicBezTo>
                    <a:pt x="337880" y="128471"/>
                    <a:pt x="348297" y="118389"/>
                    <a:pt x="350500" y="105034"/>
                  </a:cubicBezTo>
                  <a:lnTo>
                    <a:pt x="350500" y="105034"/>
                  </a:lnTo>
                  <a:cubicBezTo>
                    <a:pt x="350767" y="103231"/>
                    <a:pt x="350901" y="101361"/>
                    <a:pt x="350901" y="99559"/>
                  </a:cubicBezTo>
                  <a:cubicBezTo>
                    <a:pt x="370532" y="129606"/>
                    <a:pt x="381483" y="164262"/>
                    <a:pt x="381483" y="197448"/>
                  </a:cubicBezTo>
                  <a:cubicBezTo>
                    <a:pt x="381483" y="211937"/>
                    <a:pt x="379012" y="221620"/>
                    <a:pt x="376408" y="231836"/>
                  </a:cubicBezTo>
                  <a:cubicBezTo>
                    <a:pt x="373670" y="242586"/>
                    <a:pt x="370799" y="253737"/>
                    <a:pt x="370799" y="270297"/>
                  </a:cubicBezTo>
                  <a:cubicBezTo>
                    <a:pt x="370799" y="287658"/>
                    <a:pt x="379479" y="305219"/>
                    <a:pt x="395906" y="320978"/>
                  </a:cubicBezTo>
                  <a:cubicBezTo>
                    <a:pt x="405788" y="330460"/>
                    <a:pt x="411731" y="342145"/>
                    <a:pt x="412999" y="354631"/>
                  </a:cubicBezTo>
                  <a:cubicBezTo>
                    <a:pt x="413400" y="358705"/>
                    <a:pt x="416873" y="361709"/>
                    <a:pt x="420812" y="361709"/>
                  </a:cubicBezTo>
                  <a:cubicBezTo>
                    <a:pt x="421079" y="361709"/>
                    <a:pt x="421346" y="361709"/>
                    <a:pt x="421613" y="361709"/>
                  </a:cubicBezTo>
                  <a:cubicBezTo>
                    <a:pt x="425954" y="361242"/>
                    <a:pt x="429092" y="357369"/>
                    <a:pt x="428691" y="353029"/>
                  </a:cubicBezTo>
                  <a:cubicBezTo>
                    <a:pt x="427021" y="336736"/>
                    <a:pt x="419476" y="321779"/>
                    <a:pt x="406857" y="309626"/>
                  </a:cubicBezTo>
                  <a:cubicBezTo>
                    <a:pt x="393769" y="297073"/>
                    <a:pt x="386557" y="283117"/>
                    <a:pt x="386557" y="270297"/>
                  </a:cubicBezTo>
                  <a:cubicBezTo>
                    <a:pt x="386557" y="255741"/>
                    <a:pt x="389028" y="246058"/>
                    <a:pt x="391699" y="235775"/>
                  </a:cubicBezTo>
                  <a:cubicBezTo>
                    <a:pt x="394436" y="225025"/>
                    <a:pt x="397308" y="213874"/>
                    <a:pt x="397308" y="197448"/>
                  </a:cubicBezTo>
                  <a:cubicBezTo>
                    <a:pt x="397308" y="149104"/>
                    <a:pt x="377209" y="99826"/>
                    <a:pt x="342220" y="62232"/>
                  </a:cubicBezTo>
                  <a:cubicBezTo>
                    <a:pt x="337145" y="56824"/>
                    <a:pt x="331870" y="51749"/>
                    <a:pt x="326462" y="47008"/>
                  </a:cubicBezTo>
                  <a:cubicBezTo>
                    <a:pt x="324792" y="45272"/>
                    <a:pt x="322989" y="43736"/>
                    <a:pt x="320920" y="42334"/>
                  </a:cubicBezTo>
                  <a:cubicBezTo>
                    <a:pt x="286865" y="14890"/>
                    <a:pt x="245600" y="0"/>
                    <a:pt x="202197" y="0"/>
                  </a:cubicBezTo>
                  <a:cubicBezTo>
                    <a:pt x="172951" y="0"/>
                    <a:pt x="144839" y="6611"/>
                    <a:pt x="118664" y="19698"/>
                  </a:cubicBezTo>
                  <a:cubicBezTo>
                    <a:pt x="94292" y="31917"/>
                    <a:pt x="72724" y="49011"/>
                    <a:pt x="54695" y="70646"/>
                  </a:cubicBezTo>
                  <a:cubicBezTo>
                    <a:pt x="51891" y="73984"/>
                    <a:pt x="52358" y="78992"/>
                    <a:pt x="55697" y="81797"/>
                  </a:cubicBezTo>
                  <a:cubicBezTo>
                    <a:pt x="59036" y="84601"/>
                    <a:pt x="64044" y="84134"/>
                    <a:pt x="66848" y="80795"/>
                  </a:cubicBezTo>
                  <a:cubicBezTo>
                    <a:pt x="101904" y="38862"/>
                    <a:pt x="149980" y="15758"/>
                    <a:pt x="202264" y="15758"/>
                  </a:cubicBezTo>
                  <a:cubicBezTo>
                    <a:pt x="235183" y="15758"/>
                    <a:pt x="264964" y="25040"/>
                    <a:pt x="290404" y="40398"/>
                  </a:cubicBezTo>
                  <a:cubicBezTo>
                    <a:pt x="287533" y="41800"/>
                    <a:pt x="284862" y="43670"/>
                    <a:pt x="282525" y="45873"/>
                  </a:cubicBezTo>
                  <a:cubicBezTo>
                    <a:pt x="270973" y="40131"/>
                    <a:pt x="256618" y="42134"/>
                    <a:pt x="247002" y="51616"/>
                  </a:cubicBezTo>
                  <a:cubicBezTo>
                    <a:pt x="243997" y="54620"/>
                    <a:pt x="241660" y="58093"/>
                    <a:pt x="240191" y="61832"/>
                  </a:cubicBezTo>
                  <a:cubicBezTo>
                    <a:pt x="228706" y="58426"/>
                    <a:pt x="216820" y="56557"/>
                    <a:pt x="204601" y="56356"/>
                  </a:cubicBezTo>
                  <a:cubicBezTo>
                    <a:pt x="201396" y="56356"/>
                    <a:pt x="198525" y="58159"/>
                    <a:pt x="197256" y="61031"/>
                  </a:cubicBezTo>
                  <a:cubicBezTo>
                    <a:pt x="188442" y="80795"/>
                    <a:pt x="160798" y="128605"/>
                    <a:pt x="94091" y="145164"/>
                  </a:cubicBezTo>
                  <a:cubicBezTo>
                    <a:pt x="90553" y="146033"/>
                    <a:pt x="88082" y="149171"/>
                    <a:pt x="88082" y="152843"/>
                  </a:cubicBezTo>
                  <a:lnTo>
                    <a:pt x="88082" y="180821"/>
                  </a:lnTo>
                  <a:cubicBezTo>
                    <a:pt x="79134" y="180821"/>
                    <a:pt x="70388" y="185362"/>
                    <a:pt x="64110" y="193107"/>
                  </a:cubicBezTo>
                  <a:cubicBezTo>
                    <a:pt x="57701" y="201053"/>
                    <a:pt x="54362" y="211604"/>
                    <a:pt x="54362" y="223623"/>
                  </a:cubicBezTo>
                  <a:cubicBezTo>
                    <a:pt x="54362" y="244923"/>
                    <a:pt x="62108" y="257009"/>
                    <a:pt x="68651" y="263419"/>
                  </a:cubicBezTo>
                  <a:cubicBezTo>
                    <a:pt x="75595" y="270230"/>
                    <a:pt x="84810" y="274370"/>
                    <a:pt x="94158" y="274838"/>
                  </a:cubicBezTo>
                  <a:cubicBezTo>
                    <a:pt x="99701" y="292399"/>
                    <a:pt x="108916" y="308291"/>
                    <a:pt x="121335" y="321512"/>
                  </a:cubicBezTo>
                  <a:cubicBezTo>
                    <a:pt x="128279" y="328857"/>
                    <a:pt x="135958" y="335067"/>
                    <a:pt x="144238" y="340208"/>
                  </a:cubicBezTo>
                  <a:lnTo>
                    <a:pt x="144238" y="364647"/>
                  </a:lnTo>
                  <a:cubicBezTo>
                    <a:pt x="127678" y="374396"/>
                    <a:pt x="110184" y="379604"/>
                    <a:pt x="93223" y="384679"/>
                  </a:cubicBezTo>
                  <a:cubicBezTo>
                    <a:pt x="71055" y="391290"/>
                    <a:pt x="50155" y="397500"/>
                    <a:pt x="32260" y="412857"/>
                  </a:cubicBezTo>
                  <a:cubicBezTo>
                    <a:pt x="9290" y="432555"/>
                    <a:pt x="2079" y="487576"/>
                    <a:pt x="9" y="530244"/>
                  </a:cubicBezTo>
                  <a:cubicBezTo>
                    <a:pt x="-192" y="534585"/>
                    <a:pt x="3147" y="538324"/>
                    <a:pt x="7487" y="538524"/>
                  </a:cubicBezTo>
                  <a:cubicBezTo>
                    <a:pt x="7621" y="538524"/>
                    <a:pt x="7754" y="538524"/>
                    <a:pt x="7888" y="538524"/>
                  </a:cubicBezTo>
                  <a:cubicBezTo>
                    <a:pt x="12095" y="538524"/>
                    <a:pt x="15566" y="535252"/>
                    <a:pt x="15767" y="530979"/>
                  </a:cubicBezTo>
                  <a:cubicBezTo>
                    <a:pt x="18371" y="475824"/>
                    <a:pt x="28120" y="437096"/>
                    <a:pt x="42543" y="424810"/>
                  </a:cubicBezTo>
                  <a:cubicBezTo>
                    <a:pt x="57834" y="411655"/>
                    <a:pt x="77199" y="405846"/>
                    <a:pt x="97697" y="399770"/>
                  </a:cubicBezTo>
                  <a:cubicBezTo>
                    <a:pt x="100101" y="399035"/>
                    <a:pt x="102572" y="398301"/>
                    <a:pt x="104976" y="397566"/>
                  </a:cubicBezTo>
                  <a:cubicBezTo>
                    <a:pt x="105176" y="417865"/>
                    <a:pt x="105377" y="445776"/>
                    <a:pt x="105176" y="456527"/>
                  </a:cubicBezTo>
                  <a:cubicBezTo>
                    <a:pt x="82207" y="467344"/>
                    <a:pt x="66648" y="488244"/>
                    <a:pt x="66648" y="512216"/>
                  </a:cubicBezTo>
                  <a:lnTo>
                    <a:pt x="66648" y="530979"/>
                  </a:lnTo>
                  <a:cubicBezTo>
                    <a:pt x="66648" y="535319"/>
                    <a:pt x="70187" y="538858"/>
                    <a:pt x="74527" y="538858"/>
                  </a:cubicBezTo>
                  <a:cubicBezTo>
                    <a:pt x="78868" y="538858"/>
                    <a:pt x="82406" y="535319"/>
                    <a:pt x="82406" y="530979"/>
                  </a:cubicBezTo>
                  <a:lnTo>
                    <a:pt x="82406" y="512216"/>
                  </a:lnTo>
                  <a:cubicBezTo>
                    <a:pt x="82406" y="493586"/>
                    <a:pt x="95561" y="477427"/>
                    <a:pt x="114658" y="469548"/>
                  </a:cubicBezTo>
                  <a:cubicBezTo>
                    <a:pt x="114991" y="469481"/>
                    <a:pt x="115326" y="469347"/>
                    <a:pt x="115659" y="469214"/>
                  </a:cubicBezTo>
                  <a:cubicBezTo>
                    <a:pt x="116060" y="469080"/>
                    <a:pt x="116394" y="468880"/>
                    <a:pt x="116728" y="468746"/>
                  </a:cubicBezTo>
                  <a:cubicBezTo>
                    <a:pt x="124139" y="466009"/>
                    <a:pt x="132286" y="464473"/>
                    <a:pt x="140966" y="464473"/>
                  </a:cubicBezTo>
                  <a:cubicBezTo>
                    <a:pt x="164805" y="464473"/>
                    <a:pt x="186038" y="476091"/>
                    <a:pt x="195119" y="494120"/>
                  </a:cubicBezTo>
                  <a:cubicBezTo>
                    <a:pt x="196455" y="496791"/>
                    <a:pt x="199192" y="498460"/>
                    <a:pt x="202197" y="498460"/>
                  </a:cubicBezTo>
                  <a:cubicBezTo>
                    <a:pt x="205202" y="498460"/>
                    <a:pt x="207873" y="496791"/>
                    <a:pt x="209275" y="494120"/>
                  </a:cubicBezTo>
                  <a:cubicBezTo>
                    <a:pt x="218356" y="476091"/>
                    <a:pt x="239657" y="464473"/>
                    <a:pt x="263428" y="464473"/>
                  </a:cubicBezTo>
                  <a:cubicBezTo>
                    <a:pt x="295680" y="464473"/>
                    <a:pt x="321921" y="485907"/>
                    <a:pt x="321921" y="512216"/>
                  </a:cubicBezTo>
                  <a:lnTo>
                    <a:pt x="321921" y="530979"/>
                  </a:lnTo>
                  <a:cubicBezTo>
                    <a:pt x="321921" y="535319"/>
                    <a:pt x="325460" y="538858"/>
                    <a:pt x="329800" y="538858"/>
                  </a:cubicBezTo>
                  <a:cubicBezTo>
                    <a:pt x="334141" y="538858"/>
                    <a:pt x="337679" y="535319"/>
                    <a:pt x="337679" y="530979"/>
                  </a:cubicBezTo>
                  <a:lnTo>
                    <a:pt x="337679" y="512216"/>
                  </a:lnTo>
                  <a:cubicBezTo>
                    <a:pt x="337679" y="488244"/>
                    <a:pt x="322055" y="467344"/>
                    <a:pt x="299085" y="456527"/>
                  </a:cubicBezTo>
                  <a:lnTo>
                    <a:pt x="299085" y="397500"/>
                  </a:lnTo>
                  <a:cubicBezTo>
                    <a:pt x="301622" y="398301"/>
                    <a:pt x="304160" y="399035"/>
                    <a:pt x="306697" y="399770"/>
                  </a:cubicBezTo>
                  <a:cubicBezTo>
                    <a:pt x="327196" y="405913"/>
                    <a:pt x="346561" y="411655"/>
                    <a:pt x="361851" y="424810"/>
                  </a:cubicBezTo>
                  <a:cubicBezTo>
                    <a:pt x="376274" y="437163"/>
                    <a:pt x="386024" y="476025"/>
                    <a:pt x="388627" y="531379"/>
                  </a:cubicBezTo>
                  <a:cubicBezTo>
                    <a:pt x="388828" y="535586"/>
                    <a:pt x="392300" y="538925"/>
                    <a:pt x="396507" y="538925"/>
                  </a:cubicBezTo>
                  <a:cubicBezTo>
                    <a:pt x="396640" y="538925"/>
                    <a:pt x="396774" y="538925"/>
                    <a:pt x="396907" y="538925"/>
                  </a:cubicBezTo>
                  <a:cubicBezTo>
                    <a:pt x="401247" y="538725"/>
                    <a:pt x="404653" y="535052"/>
                    <a:pt x="404452" y="530645"/>
                  </a:cubicBezTo>
                  <a:cubicBezTo>
                    <a:pt x="402449" y="487843"/>
                    <a:pt x="395171" y="432622"/>
                    <a:pt x="372201" y="412857"/>
                  </a:cubicBezTo>
                  <a:close/>
                  <a:moveTo>
                    <a:pt x="334208" y="223823"/>
                  </a:moveTo>
                  <a:cubicBezTo>
                    <a:pt x="334208" y="246659"/>
                    <a:pt x="323390" y="255807"/>
                    <a:pt x="314243" y="258411"/>
                  </a:cubicBezTo>
                  <a:cubicBezTo>
                    <a:pt x="315578" y="250666"/>
                    <a:pt x="316312" y="242653"/>
                    <a:pt x="316312" y="234574"/>
                  </a:cubicBezTo>
                  <a:lnTo>
                    <a:pt x="316312" y="196780"/>
                  </a:lnTo>
                  <a:cubicBezTo>
                    <a:pt x="325126" y="196780"/>
                    <a:pt x="334208" y="206929"/>
                    <a:pt x="334208" y="223823"/>
                  </a:cubicBezTo>
                  <a:close/>
                  <a:moveTo>
                    <a:pt x="255415" y="95819"/>
                  </a:moveTo>
                  <a:cubicBezTo>
                    <a:pt x="257486" y="94617"/>
                    <a:pt x="258888" y="92614"/>
                    <a:pt x="259288" y="90277"/>
                  </a:cubicBezTo>
                  <a:cubicBezTo>
                    <a:pt x="259689" y="87940"/>
                    <a:pt x="258954" y="85536"/>
                    <a:pt x="257419" y="83800"/>
                  </a:cubicBezTo>
                  <a:cubicBezTo>
                    <a:pt x="252077" y="77791"/>
                    <a:pt x="252411" y="68709"/>
                    <a:pt x="258086" y="63034"/>
                  </a:cubicBezTo>
                  <a:cubicBezTo>
                    <a:pt x="263762" y="57358"/>
                    <a:pt x="272910" y="57158"/>
                    <a:pt x="278853" y="62500"/>
                  </a:cubicBezTo>
                  <a:cubicBezTo>
                    <a:pt x="280589" y="64102"/>
                    <a:pt x="282993" y="64770"/>
                    <a:pt x="285329" y="64436"/>
                  </a:cubicBezTo>
                  <a:cubicBezTo>
                    <a:pt x="287666" y="64102"/>
                    <a:pt x="289737" y="62700"/>
                    <a:pt x="290938" y="60630"/>
                  </a:cubicBezTo>
                  <a:cubicBezTo>
                    <a:pt x="294878" y="53886"/>
                    <a:pt x="303359" y="51348"/>
                    <a:pt x="310436" y="54620"/>
                  </a:cubicBezTo>
                  <a:cubicBezTo>
                    <a:pt x="312440" y="56223"/>
                    <a:pt x="314442" y="57892"/>
                    <a:pt x="316379" y="59628"/>
                  </a:cubicBezTo>
                  <a:cubicBezTo>
                    <a:pt x="319317" y="63835"/>
                    <a:pt x="320052" y="69444"/>
                    <a:pt x="317781" y="74452"/>
                  </a:cubicBezTo>
                  <a:cubicBezTo>
                    <a:pt x="316846" y="76589"/>
                    <a:pt x="316846" y="79126"/>
                    <a:pt x="317915" y="81196"/>
                  </a:cubicBezTo>
                  <a:cubicBezTo>
                    <a:pt x="318983" y="83266"/>
                    <a:pt x="320920" y="84868"/>
                    <a:pt x="323257" y="85336"/>
                  </a:cubicBezTo>
                  <a:cubicBezTo>
                    <a:pt x="331069" y="87072"/>
                    <a:pt x="336210" y="94617"/>
                    <a:pt x="334942" y="102497"/>
                  </a:cubicBezTo>
                  <a:lnTo>
                    <a:pt x="334942" y="102497"/>
                  </a:lnTo>
                  <a:cubicBezTo>
                    <a:pt x="333673" y="110376"/>
                    <a:pt x="326395" y="115985"/>
                    <a:pt x="318449" y="115117"/>
                  </a:cubicBezTo>
                  <a:cubicBezTo>
                    <a:pt x="316112" y="114850"/>
                    <a:pt x="313775" y="115718"/>
                    <a:pt x="312039" y="117387"/>
                  </a:cubicBezTo>
                  <a:cubicBezTo>
                    <a:pt x="310369" y="119056"/>
                    <a:pt x="309501" y="121393"/>
                    <a:pt x="309769" y="123730"/>
                  </a:cubicBezTo>
                  <a:cubicBezTo>
                    <a:pt x="310236" y="128805"/>
                    <a:pt x="308166" y="133546"/>
                    <a:pt x="304560" y="136684"/>
                  </a:cubicBezTo>
                  <a:cubicBezTo>
                    <a:pt x="303826" y="137085"/>
                    <a:pt x="303158" y="137552"/>
                    <a:pt x="302557" y="138153"/>
                  </a:cubicBezTo>
                  <a:cubicBezTo>
                    <a:pt x="300888" y="139155"/>
                    <a:pt x="299018" y="139823"/>
                    <a:pt x="297015" y="140157"/>
                  </a:cubicBezTo>
                  <a:cubicBezTo>
                    <a:pt x="289069" y="141358"/>
                    <a:pt x="281591" y="136217"/>
                    <a:pt x="279921" y="128404"/>
                  </a:cubicBezTo>
                  <a:cubicBezTo>
                    <a:pt x="279453" y="126067"/>
                    <a:pt x="277918" y="124131"/>
                    <a:pt x="275781" y="122996"/>
                  </a:cubicBezTo>
                  <a:cubicBezTo>
                    <a:pt x="274646" y="122395"/>
                    <a:pt x="273444" y="122128"/>
                    <a:pt x="272175" y="122128"/>
                  </a:cubicBezTo>
                  <a:cubicBezTo>
                    <a:pt x="271107" y="122128"/>
                    <a:pt x="270038" y="122328"/>
                    <a:pt x="269037" y="122796"/>
                  </a:cubicBezTo>
                  <a:cubicBezTo>
                    <a:pt x="261691" y="126001"/>
                    <a:pt x="253145" y="122862"/>
                    <a:pt x="249472" y="115718"/>
                  </a:cubicBezTo>
                  <a:cubicBezTo>
                    <a:pt x="245866" y="108573"/>
                    <a:pt x="248471" y="99826"/>
                    <a:pt x="255415" y="95819"/>
                  </a:cubicBezTo>
                  <a:close/>
                  <a:moveTo>
                    <a:pt x="70120" y="223823"/>
                  </a:moveTo>
                  <a:cubicBezTo>
                    <a:pt x="70120" y="206929"/>
                    <a:pt x="79201" y="196847"/>
                    <a:pt x="88016" y="196780"/>
                  </a:cubicBezTo>
                  <a:lnTo>
                    <a:pt x="88016" y="234574"/>
                  </a:lnTo>
                  <a:cubicBezTo>
                    <a:pt x="88016" y="242720"/>
                    <a:pt x="88750" y="250666"/>
                    <a:pt x="90085" y="258411"/>
                  </a:cubicBezTo>
                  <a:cubicBezTo>
                    <a:pt x="80937" y="255807"/>
                    <a:pt x="70120" y="246659"/>
                    <a:pt x="70120" y="223823"/>
                  </a:cubicBezTo>
                  <a:close/>
                  <a:moveTo>
                    <a:pt x="103841" y="234574"/>
                  </a:moveTo>
                  <a:lnTo>
                    <a:pt x="103841" y="191305"/>
                  </a:lnTo>
                  <a:cubicBezTo>
                    <a:pt x="103841" y="191305"/>
                    <a:pt x="103841" y="191104"/>
                    <a:pt x="103841" y="191038"/>
                  </a:cubicBezTo>
                  <a:lnTo>
                    <a:pt x="103841" y="159053"/>
                  </a:lnTo>
                  <a:cubicBezTo>
                    <a:pt x="133287" y="150707"/>
                    <a:pt x="158661" y="135816"/>
                    <a:pt x="179294" y="114716"/>
                  </a:cubicBezTo>
                  <a:cubicBezTo>
                    <a:pt x="194786" y="98891"/>
                    <a:pt x="204267" y="82865"/>
                    <a:pt x="209342" y="72515"/>
                  </a:cubicBezTo>
                  <a:cubicBezTo>
                    <a:pt x="219024" y="73116"/>
                    <a:pt x="228506" y="74853"/>
                    <a:pt x="237587" y="77724"/>
                  </a:cubicBezTo>
                  <a:cubicBezTo>
                    <a:pt x="237720" y="77724"/>
                    <a:pt x="237921" y="77791"/>
                    <a:pt x="238054" y="77857"/>
                  </a:cubicBezTo>
                  <a:cubicBezTo>
                    <a:pt x="238455" y="81062"/>
                    <a:pt x="239456" y="84268"/>
                    <a:pt x="240858" y="87272"/>
                  </a:cubicBezTo>
                  <a:cubicBezTo>
                    <a:pt x="231844" y="96487"/>
                    <a:pt x="229240" y="110776"/>
                    <a:pt x="235383" y="122862"/>
                  </a:cubicBezTo>
                  <a:cubicBezTo>
                    <a:pt x="241460" y="134948"/>
                    <a:pt x="254480" y="141358"/>
                    <a:pt x="267301" y="139556"/>
                  </a:cubicBezTo>
                  <a:cubicBezTo>
                    <a:pt x="272576" y="149638"/>
                    <a:pt x="283126" y="156182"/>
                    <a:pt x="294678" y="156182"/>
                  </a:cubicBezTo>
                  <a:cubicBezTo>
                    <a:pt x="296213" y="156182"/>
                    <a:pt x="297816" y="156048"/>
                    <a:pt x="299418" y="155848"/>
                  </a:cubicBezTo>
                  <a:cubicBezTo>
                    <a:pt x="299819" y="155848"/>
                    <a:pt x="300153" y="155715"/>
                    <a:pt x="300554" y="155648"/>
                  </a:cubicBezTo>
                  <a:lnTo>
                    <a:pt x="300554" y="234640"/>
                  </a:lnTo>
                  <a:cubicBezTo>
                    <a:pt x="300554" y="294269"/>
                    <a:pt x="257352" y="341010"/>
                    <a:pt x="202197" y="341010"/>
                  </a:cubicBezTo>
                  <a:cubicBezTo>
                    <a:pt x="147043" y="341010"/>
                    <a:pt x="103841" y="294269"/>
                    <a:pt x="103841" y="234640"/>
                  </a:cubicBezTo>
                  <a:close/>
                  <a:moveTo>
                    <a:pt x="283327" y="392892"/>
                  </a:moveTo>
                  <a:lnTo>
                    <a:pt x="283327" y="451252"/>
                  </a:lnTo>
                  <a:cubicBezTo>
                    <a:pt x="276983" y="449716"/>
                    <a:pt x="270305" y="448915"/>
                    <a:pt x="263428" y="448915"/>
                  </a:cubicBezTo>
                  <a:cubicBezTo>
                    <a:pt x="238655" y="448915"/>
                    <a:pt x="215885" y="459398"/>
                    <a:pt x="202197" y="476358"/>
                  </a:cubicBezTo>
                  <a:cubicBezTo>
                    <a:pt x="188509" y="459398"/>
                    <a:pt x="165739" y="448915"/>
                    <a:pt x="140966" y="448915"/>
                  </a:cubicBezTo>
                  <a:cubicBezTo>
                    <a:pt x="134088" y="448915"/>
                    <a:pt x="127411" y="449716"/>
                    <a:pt x="121068" y="451252"/>
                  </a:cubicBezTo>
                  <a:cubicBezTo>
                    <a:pt x="121068" y="445509"/>
                    <a:pt x="121068" y="437497"/>
                    <a:pt x="121068" y="427481"/>
                  </a:cubicBezTo>
                  <a:cubicBezTo>
                    <a:pt x="121001" y="410387"/>
                    <a:pt x="120801" y="393159"/>
                    <a:pt x="120801" y="393026"/>
                  </a:cubicBezTo>
                  <a:cubicBezTo>
                    <a:pt x="120801" y="392959"/>
                    <a:pt x="120801" y="392892"/>
                    <a:pt x="120801" y="392825"/>
                  </a:cubicBezTo>
                  <a:cubicBezTo>
                    <a:pt x="132686" y="388686"/>
                    <a:pt x="144572" y="383544"/>
                    <a:pt x="156391" y="376065"/>
                  </a:cubicBezTo>
                  <a:cubicBezTo>
                    <a:pt x="158661" y="374596"/>
                    <a:pt x="160063" y="372126"/>
                    <a:pt x="160063" y="369388"/>
                  </a:cubicBezTo>
                  <a:lnTo>
                    <a:pt x="160063" y="348555"/>
                  </a:lnTo>
                  <a:cubicBezTo>
                    <a:pt x="173284" y="354030"/>
                    <a:pt x="187507" y="356835"/>
                    <a:pt x="202264" y="356835"/>
                  </a:cubicBezTo>
                  <a:cubicBezTo>
                    <a:pt x="217021" y="356835"/>
                    <a:pt x="231243" y="353964"/>
                    <a:pt x="244464" y="348555"/>
                  </a:cubicBezTo>
                  <a:lnTo>
                    <a:pt x="244464" y="369388"/>
                  </a:lnTo>
                  <a:cubicBezTo>
                    <a:pt x="244464" y="372059"/>
                    <a:pt x="245866" y="374596"/>
                    <a:pt x="248137" y="376065"/>
                  </a:cubicBezTo>
                  <a:cubicBezTo>
                    <a:pt x="259822" y="383477"/>
                    <a:pt x="271641" y="388619"/>
                    <a:pt x="283393" y="392759"/>
                  </a:cubicBezTo>
                  <a:cubicBezTo>
                    <a:pt x="283393" y="392825"/>
                    <a:pt x="283393" y="392959"/>
                    <a:pt x="283393" y="393026"/>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1" name="Google Shape;331;p46"/>
          <p:cNvGrpSpPr/>
          <p:nvPr/>
        </p:nvGrpSpPr>
        <p:grpSpPr>
          <a:xfrm>
            <a:off x="3899225" y="4852352"/>
            <a:ext cx="198251" cy="285543"/>
            <a:chOff x="9513060" y="2479961"/>
            <a:chExt cx="395868" cy="570174"/>
          </a:xfrm>
        </p:grpSpPr>
        <p:sp>
          <p:nvSpPr>
            <p:cNvPr id="332" name="Google Shape;332;p46"/>
            <p:cNvSpPr/>
            <p:nvPr/>
          </p:nvSpPr>
          <p:spPr>
            <a:xfrm>
              <a:off x="9751992" y="2703717"/>
              <a:ext cx="16826" cy="16693"/>
            </a:xfrm>
            <a:custGeom>
              <a:rect b="b" l="l" r="r" t="t"/>
              <a:pathLst>
                <a:path extrusionOk="0" h="16693" w="16826">
                  <a:moveTo>
                    <a:pt x="8347" y="16693"/>
                  </a:moveTo>
                  <a:lnTo>
                    <a:pt x="8480" y="16693"/>
                  </a:lnTo>
                  <a:cubicBezTo>
                    <a:pt x="13088" y="16693"/>
                    <a:pt x="16827" y="12954"/>
                    <a:pt x="16827" y="8347"/>
                  </a:cubicBezTo>
                  <a:cubicBezTo>
                    <a:pt x="16827" y="3739"/>
                    <a:pt x="13088" y="0"/>
                    <a:pt x="8480" y="0"/>
                  </a:cubicBezTo>
                  <a:lnTo>
                    <a:pt x="8347" y="0"/>
                  </a:lnTo>
                  <a:cubicBezTo>
                    <a:pt x="3740" y="0"/>
                    <a:pt x="0" y="3739"/>
                    <a:pt x="0" y="8347"/>
                  </a:cubicBezTo>
                  <a:cubicBezTo>
                    <a:pt x="0" y="12954"/>
                    <a:pt x="3740" y="16693"/>
                    <a:pt x="8347" y="1669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46"/>
            <p:cNvSpPr/>
            <p:nvPr/>
          </p:nvSpPr>
          <p:spPr>
            <a:xfrm>
              <a:off x="9653236" y="2703717"/>
              <a:ext cx="16826" cy="16693"/>
            </a:xfrm>
            <a:custGeom>
              <a:rect b="b" l="l" r="r" t="t"/>
              <a:pathLst>
                <a:path extrusionOk="0" h="16693" w="16826">
                  <a:moveTo>
                    <a:pt x="8347" y="0"/>
                  </a:moveTo>
                  <a:cubicBezTo>
                    <a:pt x="3739" y="0"/>
                    <a:pt x="0" y="3739"/>
                    <a:pt x="0" y="8347"/>
                  </a:cubicBezTo>
                  <a:cubicBezTo>
                    <a:pt x="0" y="12954"/>
                    <a:pt x="3739" y="16693"/>
                    <a:pt x="8347" y="16693"/>
                  </a:cubicBezTo>
                  <a:lnTo>
                    <a:pt x="8479" y="16693"/>
                  </a:lnTo>
                  <a:cubicBezTo>
                    <a:pt x="13087" y="16693"/>
                    <a:pt x="16826" y="12954"/>
                    <a:pt x="16826" y="8347"/>
                  </a:cubicBezTo>
                  <a:cubicBezTo>
                    <a:pt x="16826" y="3739"/>
                    <a:pt x="13087" y="0"/>
                    <a:pt x="8479" y="0"/>
                  </a:cubicBezTo>
                  <a:lnTo>
                    <a:pt x="8347"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46"/>
            <p:cNvSpPr/>
            <p:nvPr/>
          </p:nvSpPr>
          <p:spPr>
            <a:xfrm>
              <a:off x="9513060" y="2479961"/>
              <a:ext cx="395868" cy="570174"/>
            </a:xfrm>
            <a:custGeom>
              <a:rect b="b" l="l" r="r" t="t"/>
              <a:pathLst>
                <a:path extrusionOk="0" h="570174" w="395868">
                  <a:moveTo>
                    <a:pt x="394380" y="397767"/>
                  </a:moveTo>
                  <a:cubicBezTo>
                    <a:pt x="389105" y="380472"/>
                    <a:pt x="384097" y="361976"/>
                    <a:pt x="379490" y="342946"/>
                  </a:cubicBezTo>
                  <a:cubicBezTo>
                    <a:pt x="378955" y="340676"/>
                    <a:pt x="377553" y="338806"/>
                    <a:pt x="375551" y="337604"/>
                  </a:cubicBezTo>
                  <a:cubicBezTo>
                    <a:pt x="373547" y="336469"/>
                    <a:pt x="371210" y="336202"/>
                    <a:pt x="369006" y="336870"/>
                  </a:cubicBezTo>
                  <a:lnTo>
                    <a:pt x="368806" y="336870"/>
                  </a:lnTo>
                  <a:cubicBezTo>
                    <a:pt x="364399" y="338205"/>
                    <a:pt x="361862" y="342879"/>
                    <a:pt x="363197" y="347286"/>
                  </a:cubicBezTo>
                  <a:cubicBezTo>
                    <a:pt x="363331" y="347754"/>
                    <a:pt x="363531" y="348154"/>
                    <a:pt x="363732" y="348555"/>
                  </a:cubicBezTo>
                  <a:cubicBezTo>
                    <a:pt x="368272" y="367318"/>
                    <a:pt x="373213" y="385480"/>
                    <a:pt x="378488" y="402574"/>
                  </a:cubicBezTo>
                  <a:cubicBezTo>
                    <a:pt x="380091" y="407849"/>
                    <a:pt x="378488" y="413592"/>
                    <a:pt x="374415" y="417198"/>
                  </a:cubicBezTo>
                  <a:lnTo>
                    <a:pt x="309311" y="474889"/>
                  </a:lnTo>
                  <a:cubicBezTo>
                    <a:pt x="308109" y="475958"/>
                    <a:pt x="306908" y="475624"/>
                    <a:pt x="306307" y="475357"/>
                  </a:cubicBezTo>
                  <a:cubicBezTo>
                    <a:pt x="305705" y="475090"/>
                    <a:pt x="304638" y="474355"/>
                    <a:pt x="304638" y="472820"/>
                  </a:cubicBezTo>
                  <a:lnTo>
                    <a:pt x="304638" y="268695"/>
                  </a:lnTo>
                  <a:cubicBezTo>
                    <a:pt x="304771" y="266558"/>
                    <a:pt x="304837" y="264421"/>
                    <a:pt x="304837" y="262284"/>
                  </a:cubicBezTo>
                  <a:cubicBezTo>
                    <a:pt x="304837" y="261683"/>
                    <a:pt x="304771" y="261082"/>
                    <a:pt x="304638" y="260481"/>
                  </a:cubicBezTo>
                  <a:lnTo>
                    <a:pt x="304638" y="244256"/>
                  </a:lnTo>
                  <a:cubicBezTo>
                    <a:pt x="304904" y="243054"/>
                    <a:pt x="304904" y="241852"/>
                    <a:pt x="304638" y="240783"/>
                  </a:cubicBezTo>
                  <a:lnTo>
                    <a:pt x="304638" y="179285"/>
                  </a:lnTo>
                  <a:cubicBezTo>
                    <a:pt x="304638" y="174678"/>
                    <a:pt x="300898" y="170939"/>
                    <a:pt x="296291" y="170939"/>
                  </a:cubicBezTo>
                  <a:lnTo>
                    <a:pt x="179638" y="170939"/>
                  </a:lnTo>
                  <a:cubicBezTo>
                    <a:pt x="175031" y="170939"/>
                    <a:pt x="171291" y="174678"/>
                    <a:pt x="171291" y="179285"/>
                  </a:cubicBezTo>
                  <a:cubicBezTo>
                    <a:pt x="171291" y="183893"/>
                    <a:pt x="175031" y="187632"/>
                    <a:pt x="179638" y="187632"/>
                  </a:cubicBezTo>
                  <a:lnTo>
                    <a:pt x="287944" y="187632"/>
                  </a:lnTo>
                  <a:lnTo>
                    <a:pt x="287944" y="242186"/>
                  </a:lnTo>
                  <a:cubicBezTo>
                    <a:pt x="283404" y="258745"/>
                    <a:pt x="272653" y="284052"/>
                    <a:pt x="249149" y="286389"/>
                  </a:cubicBezTo>
                  <a:lnTo>
                    <a:pt x="239334" y="275372"/>
                  </a:lnTo>
                  <a:cubicBezTo>
                    <a:pt x="233858" y="269229"/>
                    <a:pt x="225912" y="265690"/>
                    <a:pt x="217699" y="265690"/>
                  </a:cubicBezTo>
                  <a:lnTo>
                    <a:pt x="197801" y="265690"/>
                  </a:lnTo>
                  <a:cubicBezTo>
                    <a:pt x="195396" y="264955"/>
                    <a:pt x="193794" y="262551"/>
                    <a:pt x="194195" y="259947"/>
                  </a:cubicBezTo>
                  <a:lnTo>
                    <a:pt x="199337" y="225759"/>
                  </a:lnTo>
                  <a:cubicBezTo>
                    <a:pt x="200004" y="221219"/>
                    <a:pt x="196866" y="216945"/>
                    <a:pt x="192325" y="216278"/>
                  </a:cubicBezTo>
                  <a:cubicBezTo>
                    <a:pt x="187785" y="215610"/>
                    <a:pt x="183511" y="218748"/>
                    <a:pt x="182843" y="223289"/>
                  </a:cubicBezTo>
                  <a:lnTo>
                    <a:pt x="177702" y="257477"/>
                  </a:lnTo>
                  <a:cubicBezTo>
                    <a:pt x="177301" y="260281"/>
                    <a:pt x="177435" y="263086"/>
                    <a:pt x="178036" y="265690"/>
                  </a:cubicBezTo>
                  <a:cubicBezTo>
                    <a:pt x="169756" y="265690"/>
                    <a:pt x="161877" y="269229"/>
                    <a:pt x="156401" y="275372"/>
                  </a:cubicBezTo>
                  <a:lnTo>
                    <a:pt x="146586" y="286389"/>
                  </a:lnTo>
                  <a:cubicBezTo>
                    <a:pt x="124083" y="284186"/>
                    <a:pt x="113132" y="261483"/>
                    <a:pt x="107790" y="242119"/>
                  </a:cubicBezTo>
                  <a:lnTo>
                    <a:pt x="107790" y="187632"/>
                  </a:lnTo>
                  <a:lnTo>
                    <a:pt x="142580" y="187632"/>
                  </a:lnTo>
                  <a:cubicBezTo>
                    <a:pt x="147186" y="187632"/>
                    <a:pt x="150926" y="183893"/>
                    <a:pt x="150926" y="179285"/>
                  </a:cubicBezTo>
                  <a:cubicBezTo>
                    <a:pt x="150926" y="174678"/>
                    <a:pt x="147186" y="170939"/>
                    <a:pt x="142580" y="170939"/>
                  </a:cubicBezTo>
                  <a:lnTo>
                    <a:pt x="99444" y="170939"/>
                  </a:lnTo>
                  <a:cubicBezTo>
                    <a:pt x="94837" y="170939"/>
                    <a:pt x="91097" y="174678"/>
                    <a:pt x="91097" y="179285"/>
                  </a:cubicBezTo>
                  <a:lnTo>
                    <a:pt x="91097" y="472886"/>
                  </a:lnTo>
                  <a:cubicBezTo>
                    <a:pt x="91097" y="474489"/>
                    <a:pt x="90029" y="475157"/>
                    <a:pt x="89428" y="475424"/>
                  </a:cubicBezTo>
                  <a:cubicBezTo>
                    <a:pt x="88827" y="475691"/>
                    <a:pt x="87625" y="476025"/>
                    <a:pt x="86423" y="474956"/>
                  </a:cubicBezTo>
                  <a:lnTo>
                    <a:pt x="21320" y="417264"/>
                  </a:lnTo>
                  <a:cubicBezTo>
                    <a:pt x="17247" y="413659"/>
                    <a:pt x="15644" y="407916"/>
                    <a:pt x="17247" y="402641"/>
                  </a:cubicBezTo>
                  <a:cubicBezTo>
                    <a:pt x="50098" y="295470"/>
                    <a:pt x="61116" y="182491"/>
                    <a:pt x="64655" y="132277"/>
                  </a:cubicBezTo>
                  <a:lnTo>
                    <a:pt x="331213" y="132277"/>
                  </a:lnTo>
                  <a:cubicBezTo>
                    <a:pt x="333817" y="169403"/>
                    <a:pt x="340161" y="236310"/>
                    <a:pt x="355385" y="310494"/>
                  </a:cubicBezTo>
                  <a:cubicBezTo>
                    <a:pt x="356186" y="314434"/>
                    <a:pt x="359659" y="317172"/>
                    <a:pt x="363531" y="317172"/>
                  </a:cubicBezTo>
                  <a:cubicBezTo>
                    <a:pt x="364065" y="317172"/>
                    <a:pt x="364667" y="317172"/>
                    <a:pt x="365200" y="316971"/>
                  </a:cubicBezTo>
                  <a:cubicBezTo>
                    <a:pt x="369741" y="316037"/>
                    <a:pt x="372612" y="311630"/>
                    <a:pt x="371677" y="307089"/>
                  </a:cubicBezTo>
                  <a:cubicBezTo>
                    <a:pt x="356253" y="231969"/>
                    <a:pt x="350043" y="164395"/>
                    <a:pt x="347639" y="128271"/>
                  </a:cubicBezTo>
                  <a:cubicBezTo>
                    <a:pt x="356854" y="123063"/>
                    <a:pt x="363064" y="113180"/>
                    <a:pt x="363064" y="101896"/>
                  </a:cubicBezTo>
                  <a:cubicBezTo>
                    <a:pt x="363064" y="87005"/>
                    <a:pt x="352246" y="74585"/>
                    <a:pt x="338024" y="72048"/>
                  </a:cubicBezTo>
                  <a:cubicBezTo>
                    <a:pt x="322399" y="50280"/>
                    <a:pt x="301699" y="32185"/>
                    <a:pt x="278061" y="19765"/>
                  </a:cubicBezTo>
                  <a:cubicBezTo>
                    <a:pt x="253556" y="6878"/>
                    <a:pt x="225845" y="0"/>
                    <a:pt x="197934" y="0"/>
                  </a:cubicBezTo>
                  <a:cubicBezTo>
                    <a:pt x="170023" y="0"/>
                    <a:pt x="142312" y="6811"/>
                    <a:pt x="117806" y="19765"/>
                  </a:cubicBezTo>
                  <a:cubicBezTo>
                    <a:pt x="94169" y="32185"/>
                    <a:pt x="73469" y="50280"/>
                    <a:pt x="57844" y="72048"/>
                  </a:cubicBezTo>
                  <a:cubicBezTo>
                    <a:pt x="43622" y="74519"/>
                    <a:pt x="32804" y="86938"/>
                    <a:pt x="32804" y="101896"/>
                  </a:cubicBezTo>
                  <a:cubicBezTo>
                    <a:pt x="32804" y="113180"/>
                    <a:pt x="39015" y="123063"/>
                    <a:pt x="48229" y="128271"/>
                  </a:cubicBezTo>
                  <a:cubicBezTo>
                    <a:pt x="45024" y="176347"/>
                    <a:pt x="34273" y="290062"/>
                    <a:pt x="1355" y="397633"/>
                  </a:cubicBezTo>
                  <a:cubicBezTo>
                    <a:pt x="-2185" y="409118"/>
                    <a:pt x="1355" y="421671"/>
                    <a:pt x="10302" y="429617"/>
                  </a:cubicBezTo>
                  <a:lnTo>
                    <a:pt x="28397" y="445643"/>
                  </a:lnTo>
                  <a:cubicBezTo>
                    <a:pt x="18782" y="468346"/>
                    <a:pt x="13908" y="492451"/>
                    <a:pt x="13908" y="517357"/>
                  </a:cubicBezTo>
                  <a:lnTo>
                    <a:pt x="13908" y="561828"/>
                  </a:lnTo>
                  <a:cubicBezTo>
                    <a:pt x="13908" y="566435"/>
                    <a:pt x="17647" y="570175"/>
                    <a:pt x="22254" y="570175"/>
                  </a:cubicBezTo>
                  <a:cubicBezTo>
                    <a:pt x="26861" y="570175"/>
                    <a:pt x="30601" y="566435"/>
                    <a:pt x="30601" y="561828"/>
                  </a:cubicBezTo>
                  <a:lnTo>
                    <a:pt x="30601" y="517357"/>
                  </a:lnTo>
                  <a:cubicBezTo>
                    <a:pt x="30601" y="496591"/>
                    <a:pt x="34340" y="476492"/>
                    <a:pt x="41686" y="457328"/>
                  </a:cubicBezTo>
                  <a:lnTo>
                    <a:pt x="75406" y="487176"/>
                  </a:lnTo>
                  <a:cubicBezTo>
                    <a:pt x="79078" y="490448"/>
                    <a:pt x="83618" y="492117"/>
                    <a:pt x="88293" y="492117"/>
                  </a:cubicBezTo>
                  <a:cubicBezTo>
                    <a:pt x="91030" y="492117"/>
                    <a:pt x="93768" y="491516"/>
                    <a:pt x="96372" y="490381"/>
                  </a:cubicBezTo>
                  <a:cubicBezTo>
                    <a:pt x="103451" y="487176"/>
                    <a:pt x="107857" y="480365"/>
                    <a:pt x="107857" y="472619"/>
                  </a:cubicBezTo>
                  <a:lnTo>
                    <a:pt x="107857" y="376266"/>
                  </a:lnTo>
                  <a:cubicBezTo>
                    <a:pt x="108993" y="375531"/>
                    <a:pt x="110194" y="374797"/>
                    <a:pt x="111329" y="374062"/>
                  </a:cubicBezTo>
                  <a:cubicBezTo>
                    <a:pt x="128958" y="388018"/>
                    <a:pt x="149724" y="397500"/>
                    <a:pt x="171692" y="401706"/>
                  </a:cubicBezTo>
                  <a:lnTo>
                    <a:pt x="171692" y="477227"/>
                  </a:lnTo>
                  <a:cubicBezTo>
                    <a:pt x="171692" y="491716"/>
                    <a:pt x="183445" y="503468"/>
                    <a:pt x="197934" y="503468"/>
                  </a:cubicBezTo>
                  <a:cubicBezTo>
                    <a:pt x="212424" y="503468"/>
                    <a:pt x="224176" y="491716"/>
                    <a:pt x="224176" y="477227"/>
                  </a:cubicBezTo>
                  <a:lnTo>
                    <a:pt x="224176" y="401706"/>
                  </a:lnTo>
                  <a:cubicBezTo>
                    <a:pt x="246144" y="397500"/>
                    <a:pt x="266978" y="388085"/>
                    <a:pt x="284606" y="374129"/>
                  </a:cubicBezTo>
                  <a:cubicBezTo>
                    <a:pt x="285740" y="374797"/>
                    <a:pt x="286876" y="375531"/>
                    <a:pt x="288010" y="376266"/>
                  </a:cubicBezTo>
                  <a:lnTo>
                    <a:pt x="288010" y="472552"/>
                  </a:lnTo>
                  <a:cubicBezTo>
                    <a:pt x="288010" y="480365"/>
                    <a:pt x="292418" y="487176"/>
                    <a:pt x="299496" y="490314"/>
                  </a:cubicBezTo>
                  <a:cubicBezTo>
                    <a:pt x="302100" y="491516"/>
                    <a:pt x="304837" y="492050"/>
                    <a:pt x="307575" y="492050"/>
                  </a:cubicBezTo>
                  <a:cubicBezTo>
                    <a:pt x="312182" y="492050"/>
                    <a:pt x="316790" y="490381"/>
                    <a:pt x="320463" y="487109"/>
                  </a:cubicBezTo>
                  <a:lnTo>
                    <a:pt x="354183" y="457261"/>
                  </a:lnTo>
                  <a:cubicBezTo>
                    <a:pt x="361528" y="476359"/>
                    <a:pt x="365267" y="496524"/>
                    <a:pt x="365267" y="517290"/>
                  </a:cubicBezTo>
                  <a:lnTo>
                    <a:pt x="365267" y="561761"/>
                  </a:lnTo>
                  <a:cubicBezTo>
                    <a:pt x="365267" y="566369"/>
                    <a:pt x="369006" y="570108"/>
                    <a:pt x="373614" y="570108"/>
                  </a:cubicBezTo>
                  <a:cubicBezTo>
                    <a:pt x="378221" y="570108"/>
                    <a:pt x="381961" y="566369"/>
                    <a:pt x="381961" y="561761"/>
                  </a:cubicBezTo>
                  <a:lnTo>
                    <a:pt x="381961" y="517290"/>
                  </a:lnTo>
                  <a:cubicBezTo>
                    <a:pt x="381961" y="492384"/>
                    <a:pt x="377086" y="468279"/>
                    <a:pt x="367470" y="445576"/>
                  </a:cubicBezTo>
                  <a:lnTo>
                    <a:pt x="385567" y="429551"/>
                  </a:lnTo>
                  <a:cubicBezTo>
                    <a:pt x="394514" y="421605"/>
                    <a:pt x="398053" y="409051"/>
                    <a:pt x="394514" y="397566"/>
                  </a:cubicBezTo>
                  <a:close/>
                  <a:moveTo>
                    <a:pt x="62852" y="88407"/>
                  </a:moveTo>
                  <a:lnTo>
                    <a:pt x="240869" y="88407"/>
                  </a:lnTo>
                  <a:cubicBezTo>
                    <a:pt x="245476" y="88407"/>
                    <a:pt x="249216" y="84668"/>
                    <a:pt x="249216" y="80061"/>
                  </a:cubicBezTo>
                  <a:cubicBezTo>
                    <a:pt x="249216" y="75453"/>
                    <a:pt x="245476" y="71714"/>
                    <a:pt x="240869" y="71714"/>
                  </a:cubicBezTo>
                  <a:lnTo>
                    <a:pt x="79145" y="71714"/>
                  </a:lnTo>
                  <a:cubicBezTo>
                    <a:pt x="108591" y="37126"/>
                    <a:pt x="151994" y="16827"/>
                    <a:pt x="197734" y="16827"/>
                  </a:cubicBezTo>
                  <a:cubicBezTo>
                    <a:pt x="243473" y="16827"/>
                    <a:pt x="286876" y="37126"/>
                    <a:pt x="316323" y="71714"/>
                  </a:cubicBezTo>
                  <a:lnTo>
                    <a:pt x="278061" y="71714"/>
                  </a:lnTo>
                  <a:cubicBezTo>
                    <a:pt x="273454" y="71714"/>
                    <a:pt x="269715" y="75453"/>
                    <a:pt x="269715" y="80061"/>
                  </a:cubicBezTo>
                  <a:cubicBezTo>
                    <a:pt x="269715" y="84668"/>
                    <a:pt x="273454" y="88407"/>
                    <a:pt x="278061" y="88407"/>
                  </a:cubicBezTo>
                  <a:lnTo>
                    <a:pt x="332615" y="88407"/>
                  </a:lnTo>
                  <a:cubicBezTo>
                    <a:pt x="340094" y="88407"/>
                    <a:pt x="346170" y="94484"/>
                    <a:pt x="346170" y="101962"/>
                  </a:cubicBezTo>
                  <a:cubicBezTo>
                    <a:pt x="346170" y="109441"/>
                    <a:pt x="340094" y="115517"/>
                    <a:pt x="332615" y="115517"/>
                  </a:cubicBezTo>
                  <a:lnTo>
                    <a:pt x="62852" y="115517"/>
                  </a:lnTo>
                  <a:cubicBezTo>
                    <a:pt x="55374" y="115517"/>
                    <a:pt x="49297" y="109441"/>
                    <a:pt x="49297" y="101962"/>
                  </a:cubicBezTo>
                  <a:cubicBezTo>
                    <a:pt x="49297" y="94484"/>
                    <a:pt x="55374" y="88407"/>
                    <a:pt x="62852" y="88407"/>
                  </a:cubicBezTo>
                  <a:close/>
                  <a:moveTo>
                    <a:pt x="287811" y="356968"/>
                  </a:moveTo>
                  <a:cubicBezTo>
                    <a:pt x="280465" y="352828"/>
                    <a:pt x="272854" y="349223"/>
                    <a:pt x="264974" y="346151"/>
                  </a:cubicBezTo>
                  <a:cubicBezTo>
                    <a:pt x="273855" y="338873"/>
                    <a:pt x="281601" y="330192"/>
                    <a:pt x="287811" y="320377"/>
                  </a:cubicBezTo>
                  <a:lnTo>
                    <a:pt x="287811" y="356968"/>
                  </a:lnTo>
                  <a:close/>
                  <a:moveTo>
                    <a:pt x="149991" y="303149"/>
                  </a:moveTo>
                  <a:cubicBezTo>
                    <a:pt x="152395" y="303149"/>
                    <a:pt x="154665" y="302148"/>
                    <a:pt x="156201" y="300345"/>
                  </a:cubicBezTo>
                  <a:lnTo>
                    <a:pt x="168687" y="286389"/>
                  </a:lnTo>
                  <a:cubicBezTo>
                    <a:pt x="171025" y="283785"/>
                    <a:pt x="174364" y="282249"/>
                    <a:pt x="177835" y="282249"/>
                  </a:cubicBezTo>
                  <a:lnTo>
                    <a:pt x="196599" y="282249"/>
                  </a:lnTo>
                  <a:cubicBezTo>
                    <a:pt x="196599" y="282249"/>
                    <a:pt x="196665" y="282249"/>
                    <a:pt x="196732" y="282249"/>
                  </a:cubicBezTo>
                  <a:cubicBezTo>
                    <a:pt x="196732" y="282249"/>
                    <a:pt x="196799" y="282249"/>
                    <a:pt x="196866" y="282249"/>
                  </a:cubicBezTo>
                  <a:lnTo>
                    <a:pt x="217565" y="282249"/>
                  </a:lnTo>
                  <a:cubicBezTo>
                    <a:pt x="221038" y="282249"/>
                    <a:pt x="224443" y="283718"/>
                    <a:pt x="226713" y="286389"/>
                  </a:cubicBezTo>
                  <a:lnTo>
                    <a:pt x="239200" y="300345"/>
                  </a:lnTo>
                  <a:cubicBezTo>
                    <a:pt x="240802" y="302148"/>
                    <a:pt x="243072" y="303149"/>
                    <a:pt x="245409" y="303149"/>
                  </a:cubicBezTo>
                  <a:cubicBezTo>
                    <a:pt x="260968" y="303149"/>
                    <a:pt x="274723" y="296539"/>
                    <a:pt x="285340" y="284052"/>
                  </a:cubicBezTo>
                  <a:cubicBezTo>
                    <a:pt x="275658" y="323582"/>
                    <a:pt x="240401" y="353229"/>
                    <a:pt x="198535" y="353563"/>
                  </a:cubicBezTo>
                  <a:cubicBezTo>
                    <a:pt x="174297" y="353697"/>
                    <a:pt x="151527" y="344482"/>
                    <a:pt x="134367" y="327388"/>
                  </a:cubicBezTo>
                  <a:cubicBezTo>
                    <a:pt x="122280" y="315369"/>
                    <a:pt x="114000" y="300545"/>
                    <a:pt x="110194" y="284386"/>
                  </a:cubicBezTo>
                  <a:cubicBezTo>
                    <a:pt x="120745" y="296672"/>
                    <a:pt x="134233" y="303149"/>
                    <a:pt x="149924" y="303149"/>
                  </a:cubicBezTo>
                  <a:close/>
                  <a:moveTo>
                    <a:pt x="107591" y="356968"/>
                  </a:moveTo>
                  <a:lnTo>
                    <a:pt x="107591" y="320577"/>
                  </a:lnTo>
                  <a:cubicBezTo>
                    <a:pt x="111863" y="327254"/>
                    <a:pt x="116871" y="333531"/>
                    <a:pt x="122614" y="339274"/>
                  </a:cubicBezTo>
                  <a:cubicBezTo>
                    <a:pt x="125085" y="341744"/>
                    <a:pt x="127622" y="344014"/>
                    <a:pt x="130293" y="346218"/>
                  </a:cubicBezTo>
                  <a:cubicBezTo>
                    <a:pt x="122481" y="349290"/>
                    <a:pt x="114869" y="352895"/>
                    <a:pt x="107591" y="357035"/>
                  </a:cubicBezTo>
                  <a:close/>
                  <a:moveTo>
                    <a:pt x="207215" y="477427"/>
                  </a:moveTo>
                  <a:cubicBezTo>
                    <a:pt x="207215" y="482702"/>
                    <a:pt x="202942" y="486975"/>
                    <a:pt x="197667" y="486975"/>
                  </a:cubicBezTo>
                  <a:cubicBezTo>
                    <a:pt x="192392" y="486975"/>
                    <a:pt x="188118" y="482702"/>
                    <a:pt x="188118" y="477427"/>
                  </a:cubicBezTo>
                  <a:lnTo>
                    <a:pt x="188118" y="404110"/>
                  </a:lnTo>
                  <a:cubicBezTo>
                    <a:pt x="191323" y="404310"/>
                    <a:pt x="194528" y="404444"/>
                    <a:pt x="197734" y="404444"/>
                  </a:cubicBezTo>
                  <a:cubicBezTo>
                    <a:pt x="200939" y="404444"/>
                    <a:pt x="204077" y="404310"/>
                    <a:pt x="207215" y="404110"/>
                  </a:cubicBezTo>
                  <a:lnTo>
                    <a:pt x="207215" y="477427"/>
                  </a:lnTo>
                  <a:close/>
                  <a:moveTo>
                    <a:pt x="197734" y="387684"/>
                  </a:moveTo>
                  <a:cubicBezTo>
                    <a:pt x="172561" y="387684"/>
                    <a:pt x="147921" y="379872"/>
                    <a:pt x="127355" y="365582"/>
                  </a:cubicBezTo>
                  <a:cubicBezTo>
                    <a:pt x="133899" y="362511"/>
                    <a:pt x="140710" y="359906"/>
                    <a:pt x="147588" y="357770"/>
                  </a:cubicBezTo>
                  <a:cubicBezTo>
                    <a:pt x="162878" y="365916"/>
                    <a:pt x="180039" y="370256"/>
                    <a:pt x="197801" y="370256"/>
                  </a:cubicBezTo>
                  <a:cubicBezTo>
                    <a:pt x="198067" y="370256"/>
                    <a:pt x="198335" y="370256"/>
                    <a:pt x="198602" y="370256"/>
                  </a:cubicBezTo>
                  <a:cubicBezTo>
                    <a:pt x="216296" y="370123"/>
                    <a:pt x="232990" y="365582"/>
                    <a:pt x="247680" y="357636"/>
                  </a:cubicBezTo>
                  <a:cubicBezTo>
                    <a:pt x="248014" y="357836"/>
                    <a:pt x="248415" y="357970"/>
                    <a:pt x="248815" y="358104"/>
                  </a:cubicBezTo>
                  <a:cubicBezTo>
                    <a:pt x="255359" y="360173"/>
                    <a:pt x="261702" y="362711"/>
                    <a:pt x="267979" y="365582"/>
                  </a:cubicBezTo>
                  <a:cubicBezTo>
                    <a:pt x="247480" y="379872"/>
                    <a:pt x="222841" y="387617"/>
                    <a:pt x="197667" y="387617"/>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46"/>
            <p:cNvSpPr/>
            <p:nvPr/>
          </p:nvSpPr>
          <p:spPr>
            <a:xfrm>
              <a:off x="9684098" y="2784237"/>
              <a:ext cx="51410" cy="22711"/>
            </a:xfrm>
            <a:custGeom>
              <a:rect b="b" l="l" r="r" t="t"/>
              <a:pathLst>
                <a:path extrusionOk="0" h="22711" w="51410">
                  <a:moveTo>
                    <a:pt x="2925" y="14699"/>
                  </a:moveTo>
                  <a:cubicBezTo>
                    <a:pt x="9001" y="19907"/>
                    <a:pt x="17080" y="22712"/>
                    <a:pt x="25694" y="22712"/>
                  </a:cubicBezTo>
                  <a:cubicBezTo>
                    <a:pt x="34308" y="22712"/>
                    <a:pt x="42321" y="19840"/>
                    <a:pt x="48464" y="14699"/>
                  </a:cubicBezTo>
                  <a:cubicBezTo>
                    <a:pt x="52003" y="11694"/>
                    <a:pt x="52404" y="6419"/>
                    <a:pt x="49398" y="2947"/>
                  </a:cubicBezTo>
                  <a:cubicBezTo>
                    <a:pt x="46394" y="-592"/>
                    <a:pt x="41119" y="-993"/>
                    <a:pt x="37646" y="2012"/>
                  </a:cubicBezTo>
                  <a:cubicBezTo>
                    <a:pt x="34575" y="4616"/>
                    <a:pt x="30235" y="6085"/>
                    <a:pt x="25694" y="6085"/>
                  </a:cubicBezTo>
                  <a:cubicBezTo>
                    <a:pt x="21154" y="6085"/>
                    <a:pt x="16813" y="4616"/>
                    <a:pt x="13742" y="2012"/>
                  </a:cubicBezTo>
                  <a:cubicBezTo>
                    <a:pt x="10203" y="-993"/>
                    <a:pt x="4928" y="-525"/>
                    <a:pt x="1990" y="2947"/>
                  </a:cubicBezTo>
                  <a:cubicBezTo>
                    <a:pt x="-1015" y="6486"/>
                    <a:pt x="-548" y="11761"/>
                    <a:pt x="2925" y="14699"/>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46"/>
            <p:cNvSpPr/>
            <p:nvPr/>
          </p:nvSpPr>
          <p:spPr>
            <a:xfrm>
              <a:off x="9554444" y="2879029"/>
              <a:ext cx="29181" cy="21601"/>
            </a:xfrm>
            <a:custGeom>
              <a:rect b="b" l="l" r="r" t="t"/>
              <a:pathLst>
                <a:path extrusionOk="0" h="21601" w="29181">
                  <a:moveTo>
                    <a:pt x="23872" y="5443"/>
                  </a:moveTo>
                  <a:lnTo>
                    <a:pt x="11385" y="568"/>
                  </a:lnTo>
                  <a:cubicBezTo>
                    <a:pt x="7112" y="-1101"/>
                    <a:pt x="2237" y="1036"/>
                    <a:pt x="568" y="5309"/>
                  </a:cubicBezTo>
                  <a:cubicBezTo>
                    <a:pt x="-1101" y="9582"/>
                    <a:pt x="1036" y="14457"/>
                    <a:pt x="5310" y="16126"/>
                  </a:cubicBezTo>
                  <a:lnTo>
                    <a:pt x="17796" y="21001"/>
                  </a:lnTo>
                  <a:cubicBezTo>
                    <a:pt x="18797" y="21401"/>
                    <a:pt x="19799" y="21602"/>
                    <a:pt x="20800" y="21602"/>
                  </a:cubicBezTo>
                  <a:cubicBezTo>
                    <a:pt x="24139" y="21602"/>
                    <a:pt x="27277" y="19598"/>
                    <a:pt x="28613" y="16260"/>
                  </a:cubicBezTo>
                  <a:cubicBezTo>
                    <a:pt x="30283" y="11986"/>
                    <a:pt x="28145" y="7112"/>
                    <a:pt x="23872" y="544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46"/>
            <p:cNvSpPr/>
            <p:nvPr/>
          </p:nvSpPr>
          <p:spPr>
            <a:xfrm>
              <a:off x="9554444" y="2837630"/>
              <a:ext cx="29181" cy="21601"/>
            </a:xfrm>
            <a:custGeom>
              <a:rect b="b" l="l" r="r" t="t"/>
              <a:pathLst>
                <a:path extrusionOk="0" h="21601" w="29181">
                  <a:moveTo>
                    <a:pt x="23872" y="5443"/>
                  </a:moveTo>
                  <a:lnTo>
                    <a:pt x="11385" y="568"/>
                  </a:lnTo>
                  <a:cubicBezTo>
                    <a:pt x="7112" y="-1101"/>
                    <a:pt x="2237" y="1036"/>
                    <a:pt x="568" y="5309"/>
                  </a:cubicBezTo>
                  <a:cubicBezTo>
                    <a:pt x="-1101" y="9582"/>
                    <a:pt x="1036" y="14457"/>
                    <a:pt x="5310" y="16126"/>
                  </a:cubicBezTo>
                  <a:lnTo>
                    <a:pt x="17796" y="21001"/>
                  </a:lnTo>
                  <a:cubicBezTo>
                    <a:pt x="18797" y="21401"/>
                    <a:pt x="19799" y="21602"/>
                    <a:pt x="20800" y="21602"/>
                  </a:cubicBezTo>
                  <a:cubicBezTo>
                    <a:pt x="24139" y="21602"/>
                    <a:pt x="27277" y="19598"/>
                    <a:pt x="28613" y="16260"/>
                  </a:cubicBezTo>
                  <a:cubicBezTo>
                    <a:pt x="30283" y="11986"/>
                    <a:pt x="28145" y="7112"/>
                    <a:pt x="23872" y="544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46"/>
            <p:cNvSpPr/>
            <p:nvPr/>
          </p:nvSpPr>
          <p:spPr>
            <a:xfrm>
              <a:off x="9560054" y="2796297"/>
              <a:ext cx="29180" cy="21601"/>
            </a:xfrm>
            <a:custGeom>
              <a:rect b="b" l="l" r="r" t="t"/>
              <a:pathLst>
                <a:path extrusionOk="0" h="21601" w="29180">
                  <a:moveTo>
                    <a:pt x="28613" y="16260"/>
                  </a:moveTo>
                  <a:cubicBezTo>
                    <a:pt x="30282" y="11986"/>
                    <a:pt x="28145" y="7112"/>
                    <a:pt x="23872" y="5443"/>
                  </a:cubicBezTo>
                  <a:lnTo>
                    <a:pt x="11385" y="568"/>
                  </a:lnTo>
                  <a:cubicBezTo>
                    <a:pt x="7112" y="-1101"/>
                    <a:pt x="2238" y="1036"/>
                    <a:pt x="568" y="5309"/>
                  </a:cubicBezTo>
                  <a:cubicBezTo>
                    <a:pt x="-1101" y="9583"/>
                    <a:pt x="1035" y="14457"/>
                    <a:pt x="5309" y="16126"/>
                  </a:cubicBezTo>
                  <a:lnTo>
                    <a:pt x="17795" y="21001"/>
                  </a:lnTo>
                  <a:cubicBezTo>
                    <a:pt x="18797" y="21401"/>
                    <a:pt x="19798" y="21602"/>
                    <a:pt x="20800" y="21602"/>
                  </a:cubicBezTo>
                  <a:cubicBezTo>
                    <a:pt x="24138" y="21602"/>
                    <a:pt x="27277" y="19598"/>
                    <a:pt x="28613" y="1626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46"/>
            <p:cNvSpPr/>
            <p:nvPr/>
          </p:nvSpPr>
          <p:spPr>
            <a:xfrm>
              <a:off x="9565595" y="2754898"/>
              <a:ext cx="29180" cy="21601"/>
            </a:xfrm>
            <a:custGeom>
              <a:rect b="b" l="l" r="r" t="t"/>
              <a:pathLst>
                <a:path extrusionOk="0" h="21601" w="29180">
                  <a:moveTo>
                    <a:pt x="28613" y="16260"/>
                  </a:moveTo>
                  <a:cubicBezTo>
                    <a:pt x="30282" y="11986"/>
                    <a:pt x="28145" y="7112"/>
                    <a:pt x="23872" y="5443"/>
                  </a:cubicBezTo>
                  <a:lnTo>
                    <a:pt x="11385" y="568"/>
                  </a:lnTo>
                  <a:cubicBezTo>
                    <a:pt x="7112" y="-1101"/>
                    <a:pt x="2238" y="1036"/>
                    <a:pt x="568" y="5309"/>
                  </a:cubicBezTo>
                  <a:cubicBezTo>
                    <a:pt x="-1101" y="9582"/>
                    <a:pt x="1035" y="14457"/>
                    <a:pt x="5309" y="16126"/>
                  </a:cubicBezTo>
                  <a:lnTo>
                    <a:pt x="17795" y="21001"/>
                  </a:lnTo>
                  <a:cubicBezTo>
                    <a:pt x="18797" y="21401"/>
                    <a:pt x="19799" y="21602"/>
                    <a:pt x="20801" y="21602"/>
                  </a:cubicBezTo>
                  <a:cubicBezTo>
                    <a:pt x="24139" y="21602"/>
                    <a:pt x="27277" y="19598"/>
                    <a:pt x="28613" y="1626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46"/>
            <p:cNvSpPr/>
            <p:nvPr/>
          </p:nvSpPr>
          <p:spPr>
            <a:xfrm>
              <a:off x="9838029" y="2879029"/>
              <a:ext cx="29181" cy="21601"/>
            </a:xfrm>
            <a:custGeom>
              <a:rect b="b" l="l" r="r" t="t"/>
              <a:pathLst>
                <a:path extrusionOk="0" h="21601" w="29181">
                  <a:moveTo>
                    <a:pt x="17796" y="568"/>
                  </a:moveTo>
                  <a:lnTo>
                    <a:pt x="5310" y="5443"/>
                  </a:lnTo>
                  <a:cubicBezTo>
                    <a:pt x="1036" y="7112"/>
                    <a:pt x="-1101" y="11920"/>
                    <a:pt x="568" y="16260"/>
                  </a:cubicBezTo>
                  <a:cubicBezTo>
                    <a:pt x="1837" y="19598"/>
                    <a:pt x="5042" y="21602"/>
                    <a:pt x="8381" y="21602"/>
                  </a:cubicBezTo>
                  <a:cubicBezTo>
                    <a:pt x="9383" y="21602"/>
                    <a:pt x="10384" y="21401"/>
                    <a:pt x="11386" y="21001"/>
                  </a:cubicBezTo>
                  <a:lnTo>
                    <a:pt x="23873" y="16126"/>
                  </a:lnTo>
                  <a:cubicBezTo>
                    <a:pt x="28145" y="14457"/>
                    <a:pt x="30283" y="9649"/>
                    <a:pt x="28613" y="5309"/>
                  </a:cubicBezTo>
                  <a:cubicBezTo>
                    <a:pt x="26944" y="1036"/>
                    <a:pt x="22136" y="-1101"/>
                    <a:pt x="17796" y="568"/>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46"/>
            <p:cNvSpPr/>
            <p:nvPr/>
          </p:nvSpPr>
          <p:spPr>
            <a:xfrm>
              <a:off x="9838029" y="2837697"/>
              <a:ext cx="29181" cy="21601"/>
            </a:xfrm>
            <a:custGeom>
              <a:rect b="b" l="l" r="r" t="t"/>
              <a:pathLst>
                <a:path extrusionOk="0" h="21601" w="29181">
                  <a:moveTo>
                    <a:pt x="28613" y="5309"/>
                  </a:moveTo>
                  <a:cubicBezTo>
                    <a:pt x="26944" y="1036"/>
                    <a:pt x="22136" y="-1101"/>
                    <a:pt x="17796" y="568"/>
                  </a:cubicBezTo>
                  <a:lnTo>
                    <a:pt x="5310" y="5443"/>
                  </a:lnTo>
                  <a:cubicBezTo>
                    <a:pt x="1036" y="7112"/>
                    <a:pt x="-1101" y="11920"/>
                    <a:pt x="568" y="16260"/>
                  </a:cubicBezTo>
                  <a:cubicBezTo>
                    <a:pt x="1837" y="19598"/>
                    <a:pt x="5042" y="21602"/>
                    <a:pt x="8381" y="21602"/>
                  </a:cubicBezTo>
                  <a:cubicBezTo>
                    <a:pt x="9383" y="21602"/>
                    <a:pt x="10384" y="21401"/>
                    <a:pt x="11386" y="21001"/>
                  </a:cubicBezTo>
                  <a:lnTo>
                    <a:pt x="23873" y="16126"/>
                  </a:lnTo>
                  <a:cubicBezTo>
                    <a:pt x="28145" y="14457"/>
                    <a:pt x="30283" y="9649"/>
                    <a:pt x="28613" y="5309"/>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46"/>
            <p:cNvSpPr/>
            <p:nvPr/>
          </p:nvSpPr>
          <p:spPr>
            <a:xfrm>
              <a:off x="9832353" y="2796289"/>
              <a:ext cx="29181" cy="21609"/>
            </a:xfrm>
            <a:custGeom>
              <a:rect b="b" l="l" r="r" t="t"/>
              <a:pathLst>
                <a:path extrusionOk="0" h="21609" w="29181">
                  <a:moveTo>
                    <a:pt x="8381" y="21610"/>
                  </a:moveTo>
                  <a:cubicBezTo>
                    <a:pt x="9383" y="21610"/>
                    <a:pt x="10384" y="21410"/>
                    <a:pt x="11385" y="21009"/>
                  </a:cubicBezTo>
                  <a:lnTo>
                    <a:pt x="23872" y="16135"/>
                  </a:lnTo>
                  <a:cubicBezTo>
                    <a:pt x="28145" y="14465"/>
                    <a:pt x="30283" y="9658"/>
                    <a:pt x="28613" y="5317"/>
                  </a:cubicBezTo>
                  <a:cubicBezTo>
                    <a:pt x="26944" y="977"/>
                    <a:pt x="22070" y="-1093"/>
                    <a:pt x="17796" y="576"/>
                  </a:cubicBezTo>
                  <a:lnTo>
                    <a:pt x="5310" y="5451"/>
                  </a:lnTo>
                  <a:cubicBezTo>
                    <a:pt x="1036" y="7120"/>
                    <a:pt x="-1101" y="11928"/>
                    <a:pt x="568" y="16268"/>
                  </a:cubicBezTo>
                  <a:cubicBezTo>
                    <a:pt x="1837" y="19607"/>
                    <a:pt x="5042" y="21610"/>
                    <a:pt x="8381" y="2161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46"/>
            <p:cNvSpPr/>
            <p:nvPr/>
          </p:nvSpPr>
          <p:spPr>
            <a:xfrm>
              <a:off x="9826811" y="2754965"/>
              <a:ext cx="29180" cy="21601"/>
            </a:xfrm>
            <a:custGeom>
              <a:rect b="b" l="l" r="r" t="t"/>
              <a:pathLst>
                <a:path extrusionOk="0" h="21601" w="29180">
                  <a:moveTo>
                    <a:pt x="11385" y="21001"/>
                  </a:moveTo>
                  <a:lnTo>
                    <a:pt x="23872" y="16126"/>
                  </a:lnTo>
                  <a:cubicBezTo>
                    <a:pt x="28145" y="14457"/>
                    <a:pt x="30282" y="9649"/>
                    <a:pt x="28613" y="5309"/>
                  </a:cubicBezTo>
                  <a:cubicBezTo>
                    <a:pt x="26943" y="1036"/>
                    <a:pt x="22069" y="-1101"/>
                    <a:pt x="17795" y="568"/>
                  </a:cubicBezTo>
                  <a:lnTo>
                    <a:pt x="5309" y="5443"/>
                  </a:lnTo>
                  <a:cubicBezTo>
                    <a:pt x="1035" y="7112"/>
                    <a:pt x="-1101" y="11920"/>
                    <a:pt x="568" y="16260"/>
                  </a:cubicBezTo>
                  <a:cubicBezTo>
                    <a:pt x="1836" y="19598"/>
                    <a:pt x="5042" y="21602"/>
                    <a:pt x="8381" y="21602"/>
                  </a:cubicBezTo>
                  <a:cubicBezTo>
                    <a:pt x="9382" y="21602"/>
                    <a:pt x="10384" y="21401"/>
                    <a:pt x="11385" y="2100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4" name="Google Shape;344;p46"/>
          <p:cNvGrpSpPr/>
          <p:nvPr/>
        </p:nvGrpSpPr>
        <p:grpSpPr>
          <a:xfrm>
            <a:off x="6506382" y="4851288"/>
            <a:ext cx="228267" cy="287671"/>
            <a:chOff x="604393" y="3489301"/>
            <a:chExt cx="396504" cy="499862"/>
          </a:xfrm>
        </p:grpSpPr>
        <p:sp>
          <p:nvSpPr>
            <p:cNvPr id="345" name="Google Shape;345;p46"/>
            <p:cNvSpPr/>
            <p:nvPr/>
          </p:nvSpPr>
          <p:spPr>
            <a:xfrm>
              <a:off x="604393" y="3489301"/>
              <a:ext cx="396504" cy="499862"/>
            </a:xfrm>
            <a:custGeom>
              <a:rect b="b" l="l" r="r" t="t"/>
              <a:pathLst>
                <a:path extrusionOk="0" h="499862" w="396504">
                  <a:moveTo>
                    <a:pt x="396066" y="491115"/>
                  </a:moveTo>
                  <a:lnTo>
                    <a:pt x="390991" y="462069"/>
                  </a:lnTo>
                  <a:cubicBezTo>
                    <a:pt x="389189" y="451719"/>
                    <a:pt x="385316" y="441970"/>
                    <a:pt x="379506" y="433223"/>
                  </a:cubicBezTo>
                  <a:cubicBezTo>
                    <a:pt x="371227" y="420803"/>
                    <a:pt x="359742" y="411255"/>
                    <a:pt x="346120" y="405512"/>
                  </a:cubicBezTo>
                  <a:cubicBezTo>
                    <a:pt x="344050" y="393560"/>
                    <a:pt x="333967" y="384212"/>
                    <a:pt x="321547" y="383344"/>
                  </a:cubicBezTo>
                  <a:lnTo>
                    <a:pt x="314136" y="382810"/>
                  </a:lnTo>
                  <a:cubicBezTo>
                    <a:pt x="317140" y="371258"/>
                    <a:pt x="317942" y="359105"/>
                    <a:pt x="316339" y="346819"/>
                  </a:cubicBezTo>
                  <a:cubicBezTo>
                    <a:pt x="313668" y="326854"/>
                    <a:pt x="310062" y="309626"/>
                    <a:pt x="305255" y="294202"/>
                  </a:cubicBezTo>
                  <a:cubicBezTo>
                    <a:pt x="312466" y="282517"/>
                    <a:pt x="316673" y="271432"/>
                    <a:pt x="319077" y="258745"/>
                  </a:cubicBezTo>
                  <a:cubicBezTo>
                    <a:pt x="340845" y="254806"/>
                    <a:pt x="357137" y="235842"/>
                    <a:pt x="357137" y="213139"/>
                  </a:cubicBezTo>
                  <a:cubicBezTo>
                    <a:pt x="357137" y="197648"/>
                    <a:pt x="347188" y="184427"/>
                    <a:pt x="333299" y="179553"/>
                  </a:cubicBezTo>
                  <a:cubicBezTo>
                    <a:pt x="334234" y="177282"/>
                    <a:pt x="334702" y="174812"/>
                    <a:pt x="334702" y="172207"/>
                  </a:cubicBezTo>
                  <a:lnTo>
                    <a:pt x="334702" y="127336"/>
                  </a:lnTo>
                  <a:cubicBezTo>
                    <a:pt x="334702" y="113113"/>
                    <a:pt x="323551" y="101428"/>
                    <a:pt x="309528" y="100560"/>
                  </a:cubicBezTo>
                  <a:cubicBezTo>
                    <a:pt x="307325" y="95352"/>
                    <a:pt x="304854" y="90277"/>
                    <a:pt x="302050" y="85403"/>
                  </a:cubicBezTo>
                  <a:cubicBezTo>
                    <a:pt x="314269" y="77256"/>
                    <a:pt x="324552" y="66773"/>
                    <a:pt x="331897" y="54687"/>
                  </a:cubicBezTo>
                  <a:cubicBezTo>
                    <a:pt x="336037" y="48077"/>
                    <a:pt x="341112" y="36191"/>
                    <a:pt x="342915" y="27577"/>
                  </a:cubicBezTo>
                  <a:cubicBezTo>
                    <a:pt x="345252" y="18296"/>
                    <a:pt x="341379" y="8681"/>
                    <a:pt x="333366" y="3539"/>
                  </a:cubicBezTo>
                  <a:cubicBezTo>
                    <a:pt x="324218" y="-2537"/>
                    <a:pt x="309128" y="-401"/>
                    <a:pt x="302584" y="10483"/>
                  </a:cubicBezTo>
                  <a:cubicBezTo>
                    <a:pt x="299846" y="15224"/>
                    <a:pt x="295439" y="20032"/>
                    <a:pt x="292501" y="22302"/>
                  </a:cubicBezTo>
                  <a:cubicBezTo>
                    <a:pt x="282285" y="30515"/>
                    <a:pt x="267728" y="31984"/>
                    <a:pt x="254574" y="36057"/>
                  </a:cubicBezTo>
                  <a:cubicBezTo>
                    <a:pt x="251102" y="33987"/>
                    <a:pt x="247563" y="32051"/>
                    <a:pt x="244024" y="30315"/>
                  </a:cubicBezTo>
                  <a:lnTo>
                    <a:pt x="244024" y="26843"/>
                  </a:lnTo>
                  <a:cubicBezTo>
                    <a:pt x="244024" y="12019"/>
                    <a:pt x="232005" y="0"/>
                    <a:pt x="217181" y="0"/>
                  </a:cubicBezTo>
                  <a:lnTo>
                    <a:pt x="179121" y="0"/>
                  </a:lnTo>
                  <a:cubicBezTo>
                    <a:pt x="164297" y="0"/>
                    <a:pt x="152278" y="12019"/>
                    <a:pt x="152278" y="26843"/>
                  </a:cubicBezTo>
                  <a:lnTo>
                    <a:pt x="152278" y="30448"/>
                  </a:lnTo>
                  <a:cubicBezTo>
                    <a:pt x="148739" y="32185"/>
                    <a:pt x="145267" y="34054"/>
                    <a:pt x="141861" y="36191"/>
                  </a:cubicBezTo>
                  <a:cubicBezTo>
                    <a:pt x="129775" y="32318"/>
                    <a:pt x="115019" y="31049"/>
                    <a:pt x="103734" y="22369"/>
                  </a:cubicBezTo>
                  <a:cubicBezTo>
                    <a:pt x="100796" y="20099"/>
                    <a:pt x="96389" y="15291"/>
                    <a:pt x="93651" y="10550"/>
                  </a:cubicBezTo>
                  <a:cubicBezTo>
                    <a:pt x="88042" y="1068"/>
                    <a:pt x="73553" y="-3405"/>
                    <a:pt x="62869" y="3606"/>
                  </a:cubicBezTo>
                  <a:cubicBezTo>
                    <a:pt x="54856" y="8747"/>
                    <a:pt x="51050" y="18429"/>
                    <a:pt x="53320" y="27577"/>
                  </a:cubicBezTo>
                  <a:cubicBezTo>
                    <a:pt x="54255" y="31450"/>
                    <a:pt x="55657" y="36792"/>
                    <a:pt x="58328" y="43069"/>
                  </a:cubicBezTo>
                  <a:cubicBezTo>
                    <a:pt x="59931" y="46808"/>
                    <a:pt x="64204" y="48544"/>
                    <a:pt x="67944" y="46941"/>
                  </a:cubicBezTo>
                  <a:cubicBezTo>
                    <a:pt x="71683" y="45339"/>
                    <a:pt x="73419" y="41065"/>
                    <a:pt x="71816" y="37326"/>
                  </a:cubicBezTo>
                  <a:cubicBezTo>
                    <a:pt x="70214" y="33453"/>
                    <a:pt x="68545" y="28445"/>
                    <a:pt x="67543" y="24038"/>
                  </a:cubicBezTo>
                  <a:cubicBezTo>
                    <a:pt x="66742" y="20900"/>
                    <a:pt x="68077" y="17628"/>
                    <a:pt x="70748" y="15892"/>
                  </a:cubicBezTo>
                  <a:cubicBezTo>
                    <a:pt x="73352" y="14289"/>
                    <a:pt x="78093" y="14022"/>
                    <a:pt x="81031" y="18029"/>
                  </a:cubicBezTo>
                  <a:cubicBezTo>
                    <a:pt x="85171" y="25040"/>
                    <a:pt x="90914" y="30916"/>
                    <a:pt x="94586" y="33854"/>
                  </a:cubicBezTo>
                  <a:cubicBezTo>
                    <a:pt x="104535" y="41867"/>
                    <a:pt x="115753" y="44471"/>
                    <a:pt x="126504" y="47209"/>
                  </a:cubicBezTo>
                  <a:cubicBezTo>
                    <a:pt x="117489" y="54754"/>
                    <a:pt x="109343" y="63635"/>
                    <a:pt x="102465" y="73384"/>
                  </a:cubicBezTo>
                  <a:cubicBezTo>
                    <a:pt x="97591" y="70178"/>
                    <a:pt x="93050" y="66506"/>
                    <a:pt x="88977" y="62500"/>
                  </a:cubicBezTo>
                  <a:cubicBezTo>
                    <a:pt x="86106" y="59628"/>
                    <a:pt x="81499" y="59695"/>
                    <a:pt x="78627" y="62500"/>
                  </a:cubicBezTo>
                  <a:cubicBezTo>
                    <a:pt x="75756" y="65371"/>
                    <a:pt x="75823" y="69978"/>
                    <a:pt x="78627" y="72849"/>
                  </a:cubicBezTo>
                  <a:cubicBezTo>
                    <a:pt x="83435" y="77590"/>
                    <a:pt x="88777" y="81930"/>
                    <a:pt x="94586" y="85736"/>
                  </a:cubicBezTo>
                  <a:cubicBezTo>
                    <a:pt x="91915" y="90544"/>
                    <a:pt x="89511" y="95485"/>
                    <a:pt x="87375" y="100560"/>
                  </a:cubicBezTo>
                  <a:cubicBezTo>
                    <a:pt x="72952" y="101028"/>
                    <a:pt x="61400" y="112846"/>
                    <a:pt x="61400" y="127336"/>
                  </a:cubicBezTo>
                  <a:lnTo>
                    <a:pt x="61400" y="172207"/>
                  </a:lnTo>
                  <a:cubicBezTo>
                    <a:pt x="61400" y="174812"/>
                    <a:pt x="61934" y="177282"/>
                    <a:pt x="62802" y="179553"/>
                  </a:cubicBezTo>
                  <a:cubicBezTo>
                    <a:pt x="48913" y="184427"/>
                    <a:pt x="38964" y="197648"/>
                    <a:pt x="38964" y="213139"/>
                  </a:cubicBezTo>
                  <a:cubicBezTo>
                    <a:pt x="38964" y="235642"/>
                    <a:pt x="55324" y="254806"/>
                    <a:pt x="77025" y="258745"/>
                  </a:cubicBezTo>
                  <a:cubicBezTo>
                    <a:pt x="79429" y="271432"/>
                    <a:pt x="83569" y="282517"/>
                    <a:pt x="90847" y="294202"/>
                  </a:cubicBezTo>
                  <a:cubicBezTo>
                    <a:pt x="87375" y="305420"/>
                    <a:pt x="84437" y="317973"/>
                    <a:pt x="82100" y="331461"/>
                  </a:cubicBezTo>
                  <a:cubicBezTo>
                    <a:pt x="81432" y="335468"/>
                    <a:pt x="84103" y="339207"/>
                    <a:pt x="88042" y="339941"/>
                  </a:cubicBezTo>
                  <a:cubicBezTo>
                    <a:pt x="92049" y="340609"/>
                    <a:pt x="95788" y="337938"/>
                    <a:pt x="96523" y="333999"/>
                  </a:cubicBezTo>
                  <a:cubicBezTo>
                    <a:pt x="98192" y="324383"/>
                    <a:pt x="100128" y="315302"/>
                    <a:pt x="102465" y="306889"/>
                  </a:cubicBezTo>
                  <a:lnTo>
                    <a:pt x="117022" y="321045"/>
                  </a:lnTo>
                  <a:cubicBezTo>
                    <a:pt x="122030" y="326053"/>
                    <a:pt x="130577" y="329525"/>
                    <a:pt x="138523" y="329057"/>
                  </a:cubicBezTo>
                  <a:cubicBezTo>
                    <a:pt x="150675" y="329057"/>
                    <a:pt x="161493" y="321312"/>
                    <a:pt x="165432" y="309827"/>
                  </a:cubicBezTo>
                  <a:cubicBezTo>
                    <a:pt x="167369" y="304218"/>
                    <a:pt x="172577" y="300478"/>
                    <a:pt x="178453" y="300478"/>
                  </a:cubicBezTo>
                  <a:lnTo>
                    <a:pt x="217515" y="300478"/>
                  </a:lnTo>
                  <a:cubicBezTo>
                    <a:pt x="223391" y="300478"/>
                    <a:pt x="228666" y="304218"/>
                    <a:pt x="230536" y="309827"/>
                  </a:cubicBezTo>
                  <a:cubicBezTo>
                    <a:pt x="234475" y="321312"/>
                    <a:pt x="245293" y="329057"/>
                    <a:pt x="257445" y="329057"/>
                  </a:cubicBezTo>
                  <a:cubicBezTo>
                    <a:pt x="264256" y="329458"/>
                    <a:pt x="273204" y="326520"/>
                    <a:pt x="278746" y="321111"/>
                  </a:cubicBezTo>
                  <a:lnTo>
                    <a:pt x="293570" y="306822"/>
                  </a:lnTo>
                  <a:cubicBezTo>
                    <a:pt x="296975" y="319375"/>
                    <a:pt x="299646" y="333197"/>
                    <a:pt x="301716" y="348822"/>
                  </a:cubicBezTo>
                  <a:cubicBezTo>
                    <a:pt x="306457" y="384479"/>
                    <a:pt x="286625" y="419201"/>
                    <a:pt x="253439" y="433357"/>
                  </a:cubicBezTo>
                  <a:lnTo>
                    <a:pt x="202758" y="454924"/>
                  </a:lnTo>
                  <a:cubicBezTo>
                    <a:pt x="199754" y="456193"/>
                    <a:pt x="196215" y="456193"/>
                    <a:pt x="193210" y="454924"/>
                  </a:cubicBezTo>
                  <a:lnTo>
                    <a:pt x="142529" y="433357"/>
                  </a:lnTo>
                  <a:cubicBezTo>
                    <a:pt x="115686" y="422005"/>
                    <a:pt x="97190" y="396832"/>
                    <a:pt x="93985" y="367852"/>
                  </a:cubicBezTo>
                  <a:cubicBezTo>
                    <a:pt x="93585" y="363846"/>
                    <a:pt x="89979" y="360908"/>
                    <a:pt x="85972" y="361375"/>
                  </a:cubicBezTo>
                  <a:cubicBezTo>
                    <a:pt x="81966" y="361776"/>
                    <a:pt x="79028" y="365382"/>
                    <a:pt x="79495" y="369388"/>
                  </a:cubicBezTo>
                  <a:cubicBezTo>
                    <a:pt x="79963" y="373995"/>
                    <a:pt x="80831" y="378536"/>
                    <a:pt x="81966" y="382943"/>
                  </a:cubicBezTo>
                  <a:lnTo>
                    <a:pt x="74554" y="383477"/>
                  </a:lnTo>
                  <a:cubicBezTo>
                    <a:pt x="62068" y="384345"/>
                    <a:pt x="51985" y="393760"/>
                    <a:pt x="49982" y="405713"/>
                  </a:cubicBezTo>
                  <a:cubicBezTo>
                    <a:pt x="36560" y="411455"/>
                    <a:pt x="24808" y="421137"/>
                    <a:pt x="16662" y="433290"/>
                  </a:cubicBezTo>
                  <a:cubicBezTo>
                    <a:pt x="10786" y="442104"/>
                    <a:pt x="6913" y="451853"/>
                    <a:pt x="5110" y="462269"/>
                  </a:cubicBezTo>
                  <a:lnTo>
                    <a:pt x="102" y="491182"/>
                  </a:lnTo>
                  <a:cubicBezTo>
                    <a:pt x="-565" y="495189"/>
                    <a:pt x="2106" y="498928"/>
                    <a:pt x="6045" y="499662"/>
                  </a:cubicBezTo>
                  <a:cubicBezTo>
                    <a:pt x="6446" y="499729"/>
                    <a:pt x="6913" y="499796"/>
                    <a:pt x="7314" y="499796"/>
                  </a:cubicBezTo>
                  <a:cubicBezTo>
                    <a:pt x="10786" y="499796"/>
                    <a:pt x="13924" y="497258"/>
                    <a:pt x="14525" y="493719"/>
                  </a:cubicBezTo>
                  <a:lnTo>
                    <a:pt x="19533" y="464807"/>
                  </a:lnTo>
                  <a:cubicBezTo>
                    <a:pt x="21002" y="456393"/>
                    <a:pt x="24141" y="448514"/>
                    <a:pt x="28881" y="441436"/>
                  </a:cubicBezTo>
                  <a:cubicBezTo>
                    <a:pt x="34157" y="433490"/>
                    <a:pt x="41368" y="426880"/>
                    <a:pt x="49648" y="422206"/>
                  </a:cubicBezTo>
                  <a:lnTo>
                    <a:pt x="49648" y="492250"/>
                  </a:lnTo>
                  <a:cubicBezTo>
                    <a:pt x="49648" y="496324"/>
                    <a:pt x="52920" y="499596"/>
                    <a:pt x="56993" y="499596"/>
                  </a:cubicBezTo>
                  <a:cubicBezTo>
                    <a:pt x="61066" y="499596"/>
                    <a:pt x="64338" y="496324"/>
                    <a:pt x="64338" y="492250"/>
                  </a:cubicBezTo>
                  <a:lnTo>
                    <a:pt x="64338" y="410187"/>
                  </a:lnTo>
                  <a:cubicBezTo>
                    <a:pt x="64338" y="403776"/>
                    <a:pt x="69346" y="398434"/>
                    <a:pt x="75689" y="398034"/>
                  </a:cubicBezTo>
                  <a:lnTo>
                    <a:pt x="86974" y="397233"/>
                  </a:lnTo>
                  <a:cubicBezTo>
                    <a:pt x="89111" y="402174"/>
                    <a:pt x="91715" y="406915"/>
                    <a:pt x="94653" y="411388"/>
                  </a:cubicBezTo>
                  <a:lnTo>
                    <a:pt x="85839" y="411989"/>
                  </a:lnTo>
                  <a:cubicBezTo>
                    <a:pt x="82033" y="412256"/>
                    <a:pt x="79028" y="415462"/>
                    <a:pt x="79028" y="419268"/>
                  </a:cubicBezTo>
                  <a:lnTo>
                    <a:pt x="79028" y="492184"/>
                  </a:lnTo>
                  <a:cubicBezTo>
                    <a:pt x="79028" y="496257"/>
                    <a:pt x="82300" y="499529"/>
                    <a:pt x="86373" y="499529"/>
                  </a:cubicBezTo>
                  <a:cubicBezTo>
                    <a:pt x="90446" y="499529"/>
                    <a:pt x="93718" y="496257"/>
                    <a:pt x="93718" y="492184"/>
                  </a:cubicBezTo>
                  <a:lnTo>
                    <a:pt x="93718" y="426078"/>
                  </a:lnTo>
                  <a:lnTo>
                    <a:pt x="105804" y="425210"/>
                  </a:lnTo>
                  <a:cubicBezTo>
                    <a:pt x="112882" y="432555"/>
                    <a:pt x="121162" y="438832"/>
                    <a:pt x="130443" y="443640"/>
                  </a:cubicBezTo>
                  <a:cubicBezTo>
                    <a:pt x="128373" y="459198"/>
                    <a:pt x="127238" y="475557"/>
                    <a:pt x="126971" y="492317"/>
                  </a:cubicBezTo>
                  <a:cubicBezTo>
                    <a:pt x="126971" y="496390"/>
                    <a:pt x="130109" y="499662"/>
                    <a:pt x="134182" y="499729"/>
                  </a:cubicBezTo>
                  <a:cubicBezTo>
                    <a:pt x="134182" y="499729"/>
                    <a:pt x="134249" y="499729"/>
                    <a:pt x="134316" y="499729"/>
                  </a:cubicBezTo>
                  <a:cubicBezTo>
                    <a:pt x="138322" y="499729"/>
                    <a:pt x="141594" y="496524"/>
                    <a:pt x="141661" y="492518"/>
                  </a:cubicBezTo>
                  <a:cubicBezTo>
                    <a:pt x="141861" y="477894"/>
                    <a:pt x="142863" y="463605"/>
                    <a:pt x="144466" y="449916"/>
                  </a:cubicBezTo>
                  <a:lnTo>
                    <a:pt x="187801" y="468346"/>
                  </a:lnTo>
                  <a:cubicBezTo>
                    <a:pt x="191140" y="469748"/>
                    <a:pt x="194746" y="470483"/>
                    <a:pt x="198285" y="470483"/>
                  </a:cubicBezTo>
                  <a:cubicBezTo>
                    <a:pt x="201823" y="470483"/>
                    <a:pt x="205429" y="469748"/>
                    <a:pt x="208768" y="468346"/>
                  </a:cubicBezTo>
                  <a:lnTo>
                    <a:pt x="252104" y="449916"/>
                  </a:lnTo>
                  <a:cubicBezTo>
                    <a:pt x="253706" y="463605"/>
                    <a:pt x="254708" y="477894"/>
                    <a:pt x="254908" y="492518"/>
                  </a:cubicBezTo>
                  <a:cubicBezTo>
                    <a:pt x="254908" y="496524"/>
                    <a:pt x="258247" y="499729"/>
                    <a:pt x="262253" y="499729"/>
                  </a:cubicBezTo>
                  <a:cubicBezTo>
                    <a:pt x="262253" y="499729"/>
                    <a:pt x="262320" y="499729"/>
                    <a:pt x="262387" y="499729"/>
                  </a:cubicBezTo>
                  <a:cubicBezTo>
                    <a:pt x="266460" y="499729"/>
                    <a:pt x="269665" y="496324"/>
                    <a:pt x="269598" y="492317"/>
                  </a:cubicBezTo>
                  <a:cubicBezTo>
                    <a:pt x="269331" y="475557"/>
                    <a:pt x="268129" y="459265"/>
                    <a:pt x="266126" y="443640"/>
                  </a:cubicBezTo>
                  <a:cubicBezTo>
                    <a:pt x="275407" y="438832"/>
                    <a:pt x="283687" y="432555"/>
                    <a:pt x="290698" y="425210"/>
                  </a:cubicBezTo>
                  <a:lnTo>
                    <a:pt x="302851" y="426078"/>
                  </a:lnTo>
                  <a:lnTo>
                    <a:pt x="302851" y="492184"/>
                  </a:lnTo>
                  <a:cubicBezTo>
                    <a:pt x="302851" y="496257"/>
                    <a:pt x="306123" y="499529"/>
                    <a:pt x="310196" y="499529"/>
                  </a:cubicBezTo>
                  <a:cubicBezTo>
                    <a:pt x="314269" y="499529"/>
                    <a:pt x="317541" y="496257"/>
                    <a:pt x="317541" y="492184"/>
                  </a:cubicBezTo>
                  <a:lnTo>
                    <a:pt x="317541" y="419268"/>
                  </a:lnTo>
                  <a:cubicBezTo>
                    <a:pt x="317541" y="415395"/>
                    <a:pt x="314536" y="412256"/>
                    <a:pt x="310730" y="411989"/>
                  </a:cubicBezTo>
                  <a:lnTo>
                    <a:pt x="301783" y="411388"/>
                  </a:lnTo>
                  <a:cubicBezTo>
                    <a:pt x="304721" y="406915"/>
                    <a:pt x="307258" y="402174"/>
                    <a:pt x="309462" y="397233"/>
                  </a:cubicBezTo>
                  <a:lnTo>
                    <a:pt x="320813" y="398034"/>
                  </a:lnTo>
                  <a:cubicBezTo>
                    <a:pt x="327156" y="398501"/>
                    <a:pt x="332164" y="403843"/>
                    <a:pt x="332164" y="410187"/>
                  </a:cubicBezTo>
                  <a:lnTo>
                    <a:pt x="332164" y="437497"/>
                  </a:lnTo>
                  <a:cubicBezTo>
                    <a:pt x="332164" y="441570"/>
                    <a:pt x="335436" y="444842"/>
                    <a:pt x="339509" y="444842"/>
                  </a:cubicBezTo>
                  <a:cubicBezTo>
                    <a:pt x="343583" y="444842"/>
                    <a:pt x="346854" y="441570"/>
                    <a:pt x="346854" y="437497"/>
                  </a:cubicBezTo>
                  <a:lnTo>
                    <a:pt x="346854" y="422072"/>
                  </a:lnTo>
                  <a:cubicBezTo>
                    <a:pt x="355201" y="426746"/>
                    <a:pt x="362279" y="433290"/>
                    <a:pt x="367621" y="441436"/>
                  </a:cubicBezTo>
                  <a:cubicBezTo>
                    <a:pt x="372295" y="448514"/>
                    <a:pt x="375433" y="456327"/>
                    <a:pt x="376902" y="464740"/>
                  </a:cubicBezTo>
                  <a:lnTo>
                    <a:pt x="381977" y="493786"/>
                  </a:lnTo>
                  <a:cubicBezTo>
                    <a:pt x="382578" y="497325"/>
                    <a:pt x="385716" y="499863"/>
                    <a:pt x="389189" y="499863"/>
                  </a:cubicBezTo>
                  <a:cubicBezTo>
                    <a:pt x="389589" y="499863"/>
                    <a:pt x="390056" y="499863"/>
                    <a:pt x="390457" y="499729"/>
                  </a:cubicBezTo>
                  <a:cubicBezTo>
                    <a:pt x="394464" y="499061"/>
                    <a:pt x="397068" y="495255"/>
                    <a:pt x="396400" y="491249"/>
                  </a:cubicBezTo>
                  <a:lnTo>
                    <a:pt x="396400" y="491249"/>
                  </a:lnTo>
                  <a:close/>
                  <a:moveTo>
                    <a:pt x="342447" y="213139"/>
                  </a:moveTo>
                  <a:cubicBezTo>
                    <a:pt x="342447" y="226961"/>
                    <a:pt x="333567" y="238847"/>
                    <a:pt x="321080" y="243120"/>
                  </a:cubicBezTo>
                  <a:cubicBezTo>
                    <a:pt x="322148" y="230901"/>
                    <a:pt x="322215" y="216945"/>
                    <a:pt x="322215" y="199918"/>
                  </a:cubicBezTo>
                  <a:cubicBezTo>
                    <a:pt x="322215" y="197314"/>
                    <a:pt x="322215" y="194777"/>
                    <a:pt x="322082" y="192239"/>
                  </a:cubicBezTo>
                  <a:cubicBezTo>
                    <a:pt x="333366" y="192573"/>
                    <a:pt x="342381" y="201855"/>
                    <a:pt x="342381" y="213206"/>
                  </a:cubicBezTo>
                  <a:lnTo>
                    <a:pt x="342381" y="213206"/>
                  </a:lnTo>
                  <a:close/>
                  <a:moveTo>
                    <a:pt x="273003" y="46274"/>
                  </a:moveTo>
                  <a:cubicBezTo>
                    <a:pt x="282018" y="44003"/>
                    <a:pt x="292234" y="41399"/>
                    <a:pt x="301516" y="33787"/>
                  </a:cubicBezTo>
                  <a:cubicBezTo>
                    <a:pt x="305255" y="30849"/>
                    <a:pt x="310997" y="25040"/>
                    <a:pt x="315070" y="17962"/>
                  </a:cubicBezTo>
                  <a:cubicBezTo>
                    <a:pt x="316807" y="15425"/>
                    <a:pt x="321013" y="13288"/>
                    <a:pt x="325354" y="15825"/>
                  </a:cubicBezTo>
                  <a:cubicBezTo>
                    <a:pt x="328091" y="17561"/>
                    <a:pt x="329360" y="20833"/>
                    <a:pt x="328559" y="24038"/>
                  </a:cubicBezTo>
                  <a:cubicBezTo>
                    <a:pt x="327223" y="30315"/>
                    <a:pt x="323885" y="39596"/>
                    <a:pt x="319277" y="47075"/>
                  </a:cubicBezTo>
                  <a:cubicBezTo>
                    <a:pt x="313067" y="57225"/>
                    <a:pt x="304387" y="66105"/>
                    <a:pt x="294037" y="73050"/>
                  </a:cubicBezTo>
                  <a:cubicBezTo>
                    <a:pt x="287026" y="63368"/>
                    <a:pt x="278880" y="54554"/>
                    <a:pt x="269865" y="47075"/>
                  </a:cubicBezTo>
                  <a:cubicBezTo>
                    <a:pt x="270867" y="46808"/>
                    <a:pt x="271935" y="46541"/>
                    <a:pt x="273003" y="46274"/>
                  </a:cubicBezTo>
                  <a:lnTo>
                    <a:pt x="273003" y="46274"/>
                  </a:lnTo>
                  <a:close/>
                  <a:moveTo>
                    <a:pt x="293436" y="100493"/>
                  </a:moveTo>
                  <a:lnTo>
                    <a:pt x="243957" y="100493"/>
                  </a:lnTo>
                  <a:lnTo>
                    <a:pt x="243957" y="46808"/>
                  </a:lnTo>
                  <a:cubicBezTo>
                    <a:pt x="264857" y="58627"/>
                    <a:pt x="282552" y="77790"/>
                    <a:pt x="293436" y="100493"/>
                  </a:cubicBezTo>
                  <a:close/>
                  <a:moveTo>
                    <a:pt x="179054" y="14623"/>
                  </a:moveTo>
                  <a:lnTo>
                    <a:pt x="217115" y="14623"/>
                  </a:lnTo>
                  <a:cubicBezTo>
                    <a:pt x="223859" y="14623"/>
                    <a:pt x="229334" y="20099"/>
                    <a:pt x="229334" y="26843"/>
                  </a:cubicBezTo>
                  <a:lnTo>
                    <a:pt x="229334" y="100493"/>
                  </a:lnTo>
                  <a:lnTo>
                    <a:pt x="166901" y="100493"/>
                  </a:lnTo>
                  <a:lnTo>
                    <a:pt x="166901" y="26843"/>
                  </a:lnTo>
                  <a:cubicBezTo>
                    <a:pt x="166901" y="20099"/>
                    <a:pt x="172377" y="14623"/>
                    <a:pt x="179121" y="14623"/>
                  </a:cubicBezTo>
                  <a:close/>
                  <a:moveTo>
                    <a:pt x="152211" y="46941"/>
                  </a:moveTo>
                  <a:lnTo>
                    <a:pt x="152211" y="100493"/>
                  </a:lnTo>
                  <a:lnTo>
                    <a:pt x="103534" y="100493"/>
                  </a:lnTo>
                  <a:cubicBezTo>
                    <a:pt x="114217" y="77857"/>
                    <a:pt x="131645" y="58760"/>
                    <a:pt x="152211" y="46941"/>
                  </a:cubicBezTo>
                  <a:close/>
                  <a:moveTo>
                    <a:pt x="53654" y="213139"/>
                  </a:moveTo>
                  <a:cubicBezTo>
                    <a:pt x="53654" y="201788"/>
                    <a:pt x="62735" y="192573"/>
                    <a:pt x="73953" y="192173"/>
                  </a:cubicBezTo>
                  <a:cubicBezTo>
                    <a:pt x="73886" y="194710"/>
                    <a:pt x="73820" y="197314"/>
                    <a:pt x="73820" y="199852"/>
                  </a:cubicBezTo>
                  <a:cubicBezTo>
                    <a:pt x="73820" y="216879"/>
                    <a:pt x="73953" y="230834"/>
                    <a:pt x="74955" y="243054"/>
                  </a:cubicBezTo>
                  <a:cubicBezTo>
                    <a:pt x="62535" y="238713"/>
                    <a:pt x="53588" y="226828"/>
                    <a:pt x="53588" y="213073"/>
                  </a:cubicBezTo>
                  <a:close/>
                  <a:moveTo>
                    <a:pt x="268597" y="310494"/>
                  </a:moveTo>
                  <a:cubicBezTo>
                    <a:pt x="266660" y="312364"/>
                    <a:pt x="262186" y="314634"/>
                    <a:pt x="257445" y="314367"/>
                  </a:cubicBezTo>
                  <a:cubicBezTo>
                    <a:pt x="251569" y="314367"/>
                    <a:pt x="246294" y="310628"/>
                    <a:pt x="244425" y="305019"/>
                  </a:cubicBezTo>
                  <a:cubicBezTo>
                    <a:pt x="240485" y="293534"/>
                    <a:pt x="229668" y="285788"/>
                    <a:pt x="217515" y="285788"/>
                  </a:cubicBezTo>
                  <a:lnTo>
                    <a:pt x="178453" y="285788"/>
                  </a:lnTo>
                  <a:cubicBezTo>
                    <a:pt x="166300" y="285788"/>
                    <a:pt x="155483" y="293534"/>
                    <a:pt x="151543" y="305019"/>
                  </a:cubicBezTo>
                  <a:cubicBezTo>
                    <a:pt x="149607" y="310628"/>
                    <a:pt x="144399" y="314367"/>
                    <a:pt x="138523" y="314367"/>
                  </a:cubicBezTo>
                  <a:cubicBezTo>
                    <a:pt x="135251" y="314568"/>
                    <a:pt x="131111" y="313833"/>
                    <a:pt x="127238" y="310494"/>
                  </a:cubicBezTo>
                  <a:lnTo>
                    <a:pt x="104602" y="288459"/>
                  </a:lnTo>
                  <a:cubicBezTo>
                    <a:pt x="89111" y="264621"/>
                    <a:pt x="88510" y="245124"/>
                    <a:pt x="88510" y="199918"/>
                  </a:cubicBezTo>
                  <a:cubicBezTo>
                    <a:pt x="88510" y="197314"/>
                    <a:pt x="88510" y="194710"/>
                    <a:pt x="88643" y="192173"/>
                  </a:cubicBezTo>
                  <a:lnTo>
                    <a:pt x="212240" y="192173"/>
                  </a:lnTo>
                  <a:cubicBezTo>
                    <a:pt x="216313" y="192173"/>
                    <a:pt x="219585" y="188901"/>
                    <a:pt x="219585" y="184828"/>
                  </a:cubicBezTo>
                  <a:cubicBezTo>
                    <a:pt x="219585" y="180755"/>
                    <a:pt x="216313" y="177483"/>
                    <a:pt x="212240" y="177483"/>
                  </a:cubicBezTo>
                  <a:lnTo>
                    <a:pt x="81499" y="177483"/>
                  </a:lnTo>
                  <a:cubicBezTo>
                    <a:pt x="78561" y="177483"/>
                    <a:pt x="76157" y="175079"/>
                    <a:pt x="76157" y="172141"/>
                  </a:cubicBezTo>
                  <a:lnTo>
                    <a:pt x="76157" y="127269"/>
                  </a:lnTo>
                  <a:cubicBezTo>
                    <a:pt x="76157" y="120525"/>
                    <a:pt x="81632" y="115050"/>
                    <a:pt x="88376" y="115050"/>
                  </a:cubicBezTo>
                  <a:lnTo>
                    <a:pt x="307859" y="115050"/>
                  </a:lnTo>
                  <a:cubicBezTo>
                    <a:pt x="314603" y="115050"/>
                    <a:pt x="320078" y="120525"/>
                    <a:pt x="320078" y="127269"/>
                  </a:cubicBezTo>
                  <a:lnTo>
                    <a:pt x="320078" y="172141"/>
                  </a:lnTo>
                  <a:cubicBezTo>
                    <a:pt x="320078" y="175079"/>
                    <a:pt x="317675" y="177483"/>
                    <a:pt x="314737" y="177483"/>
                  </a:cubicBezTo>
                  <a:lnTo>
                    <a:pt x="246829" y="177483"/>
                  </a:lnTo>
                  <a:cubicBezTo>
                    <a:pt x="242755" y="177483"/>
                    <a:pt x="239483" y="180755"/>
                    <a:pt x="239483" y="184828"/>
                  </a:cubicBezTo>
                  <a:cubicBezTo>
                    <a:pt x="239483" y="188901"/>
                    <a:pt x="242755" y="192173"/>
                    <a:pt x="246829" y="192173"/>
                  </a:cubicBezTo>
                  <a:lnTo>
                    <a:pt x="307592" y="192173"/>
                  </a:lnTo>
                  <a:cubicBezTo>
                    <a:pt x="307659" y="194710"/>
                    <a:pt x="307726" y="197314"/>
                    <a:pt x="307726" y="199918"/>
                  </a:cubicBezTo>
                  <a:cubicBezTo>
                    <a:pt x="307726" y="221419"/>
                    <a:pt x="307592" y="237111"/>
                    <a:pt x="305789" y="250265"/>
                  </a:cubicBezTo>
                  <a:cubicBezTo>
                    <a:pt x="304120" y="263353"/>
                    <a:pt x="299579" y="276507"/>
                    <a:pt x="291633" y="288459"/>
                  </a:cubicBezTo>
                  <a:lnTo>
                    <a:pt x="268797" y="310494"/>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46"/>
            <p:cNvSpPr/>
            <p:nvPr/>
          </p:nvSpPr>
          <p:spPr>
            <a:xfrm>
              <a:off x="782061" y="3747329"/>
              <a:ext cx="41899" cy="17878"/>
            </a:xfrm>
            <a:custGeom>
              <a:rect b="b" l="l" r="r" t="t"/>
              <a:pathLst>
                <a:path extrusionOk="0" h="17878" w="41899">
                  <a:moveTo>
                    <a:pt x="31300" y="784"/>
                  </a:moveTo>
                  <a:cubicBezTo>
                    <a:pt x="24823" y="4056"/>
                    <a:pt x="17077" y="4056"/>
                    <a:pt x="10600" y="784"/>
                  </a:cubicBezTo>
                  <a:cubicBezTo>
                    <a:pt x="6994" y="-1018"/>
                    <a:pt x="2587" y="384"/>
                    <a:pt x="784" y="3990"/>
                  </a:cubicBezTo>
                  <a:cubicBezTo>
                    <a:pt x="-1018" y="7595"/>
                    <a:pt x="384" y="12002"/>
                    <a:pt x="3990" y="13805"/>
                  </a:cubicBezTo>
                  <a:cubicBezTo>
                    <a:pt x="9331" y="16543"/>
                    <a:pt x="15141" y="17878"/>
                    <a:pt x="20950" y="17878"/>
                  </a:cubicBezTo>
                  <a:cubicBezTo>
                    <a:pt x="26759" y="17878"/>
                    <a:pt x="32635" y="16543"/>
                    <a:pt x="37910" y="13805"/>
                  </a:cubicBezTo>
                  <a:cubicBezTo>
                    <a:pt x="41516" y="12002"/>
                    <a:pt x="42918" y="7595"/>
                    <a:pt x="41115" y="3990"/>
                  </a:cubicBezTo>
                  <a:cubicBezTo>
                    <a:pt x="39313" y="384"/>
                    <a:pt x="34905" y="-1018"/>
                    <a:pt x="31300" y="78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46"/>
            <p:cNvSpPr/>
            <p:nvPr/>
          </p:nvSpPr>
          <p:spPr>
            <a:xfrm>
              <a:off x="780509" y="3613633"/>
              <a:ext cx="43936" cy="43936"/>
            </a:xfrm>
            <a:custGeom>
              <a:rect b="b" l="l" r="r" t="t"/>
              <a:pathLst>
                <a:path extrusionOk="0" h="43936" w="43936">
                  <a:moveTo>
                    <a:pt x="21968" y="0"/>
                  </a:moveTo>
                  <a:cubicBezTo>
                    <a:pt x="9882" y="0"/>
                    <a:pt x="0" y="9816"/>
                    <a:pt x="0" y="21968"/>
                  </a:cubicBezTo>
                  <a:cubicBezTo>
                    <a:pt x="0" y="34121"/>
                    <a:pt x="9816" y="43937"/>
                    <a:pt x="21968" y="43937"/>
                  </a:cubicBezTo>
                  <a:cubicBezTo>
                    <a:pt x="34121" y="43937"/>
                    <a:pt x="43937" y="34121"/>
                    <a:pt x="43937" y="21968"/>
                  </a:cubicBezTo>
                  <a:cubicBezTo>
                    <a:pt x="43937" y="9816"/>
                    <a:pt x="34121" y="0"/>
                    <a:pt x="21968" y="0"/>
                  </a:cubicBezTo>
                  <a:close/>
                  <a:moveTo>
                    <a:pt x="21968" y="29247"/>
                  </a:moveTo>
                  <a:cubicBezTo>
                    <a:pt x="17962" y="29247"/>
                    <a:pt x="14623" y="25975"/>
                    <a:pt x="14623" y="21902"/>
                  </a:cubicBezTo>
                  <a:cubicBezTo>
                    <a:pt x="14623" y="17828"/>
                    <a:pt x="17895" y="14557"/>
                    <a:pt x="21968" y="14557"/>
                  </a:cubicBezTo>
                  <a:cubicBezTo>
                    <a:pt x="26041" y="14557"/>
                    <a:pt x="29313" y="17828"/>
                    <a:pt x="29313" y="21902"/>
                  </a:cubicBezTo>
                  <a:cubicBezTo>
                    <a:pt x="29313" y="25975"/>
                    <a:pt x="26041" y="29247"/>
                    <a:pt x="21968" y="29247"/>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46"/>
            <p:cNvSpPr/>
            <p:nvPr/>
          </p:nvSpPr>
          <p:spPr>
            <a:xfrm>
              <a:off x="781043" y="3526294"/>
              <a:ext cx="43936" cy="43936"/>
            </a:xfrm>
            <a:custGeom>
              <a:rect b="b" l="l" r="r" t="t"/>
              <a:pathLst>
                <a:path extrusionOk="0" h="43936" w="43936">
                  <a:moveTo>
                    <a:pt x="21968" y="43937"/>
                  </a:moveTo>
                  <a:cubicBezTo>
                    <a:pt x="34054" y="43937"/>
                    <a:pt x="43937" y="34121"/>
                    <a:pt x="43937" y="21968"/>
                  </a:cubicBezTo>
                  <a:cubicBezTo>
                    <a:pt x="43937" y="9816"/>
                    <a:pt x="34121" y="0"/>
                    <a:pt x="21968" y="0"/>
                  </a:cubicBezTo>
                  <a:cubicBezTo>
                    <a:pt x="9816" y="0"/>
                    <a:pt x="0" y="9816"/>
                    <a:pt x="0" y="21968"/>
                  </a:cubicBezTo>
                  <a:cubicBezTo>
                    <a:pt x="0" y="34121"/>
                    <a:pt x="9816" y="43937"/>
                    <a:pt x="21968" y="43937"/>
                  </a:cubicBezTo>
                  <a:close/>
                  <a:moveTo>
                    <a:pt x="21968" y="14690"/>
                  </a:moveTo>
                  <a:cubicBezTo>
                    <a:pt x="25975" y="14690"/>
                    <a:pt x="29313" y="17962"/>
                    <a:pt x="29313" y="22035"/>
                  </a:cubicBezTo>
                  <a:cubicBezTo>
                    <a:pt x="29313" y="26108"/>
                    <a:pt x="26041" y="29380"/>
                    <a:pt x="21968" y="29380"/>
                  </a:cubicBezTo>
                  <a:cubicBezTo>
                    <a:pt x="17895" y="29380"/>
                    <a:pt x="14623" y="26108"/>
                    <a:pt x="14623" y="22035"/>
                  </a:cubicBezTo>
                  <a:cubicBezTo>
                    <a:pt x="14623" y="17962"/>
                    <a:pt x="17895" y="14690"/>
                    <a:pt x="21968" y="1469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46"/>
            <p:cNvSpPr/>
            <p:nvPr/>
          </p:nvSpPr>
          <p:spPr>
            <a:xfrm>
              <a:off x="936290" y="3954175"/>
              <a:ext cx="14690" cy="34655"/>
            </a:xfrm>
            <a:custGeom>
              <a:rect b="b" l="l" r="r" t="t"/>
              <a:pathLst>
                <a:path extrusionOk="0" h="34655" w="14690">
                  <a:moveTo>
                    <a:pt x="7345" y="0"/>
                  </a:moveTo>
                  <a:cubicBezTo>
                    <a:pt x="3272" y="0"/>
                    <a:pt x="0" y="3272"/>
                    <a:pt x="0" y="7345"/>
                  </a:cubicBezTo>
                  <a:lnTo>
                    <a:pt x="0" y="27310"/>
                  </a:lnTo>
                  <a:cubicBezTo>
                    <a:pt x="0" y="31383"/>
                    <a:pt x="3272" y="34655"/>
                    <a:pt x="7345" y="34655"/>
                  </a:cubicBezTo>
                  <a:cubicBezTo>
                    <a:pt x="11418" y="34655"/>
                    <a:pt x="14690" y="31383"/>
                    <a:pt x="14690" y="27310"/>
                  </a:cubicBezTo>
                  <a:lnTo>
                    <a:pt x="14690" y="7345"/>
                  </a:lnTo>
                  <a:cubicBezTo>
                    <a:pt x="14690" y="3272"/>
                    <a:pt x="11418" y="0"/>
                    <a:pt x="7345" y="0"/>
                  </a:cubicBezTo>
                  <a:lnTo>
                    <a:pt x="7345"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46"/>
            <p:cNvSpPr/>
            <p:nvPr/>
          </p:nvSpPr>
          <p:spPr>
            <a:xfrm>
              <a:off x="862239" y="3614100"/>
              <a:ext cx="43936" cy="43936"/>
            </a:xfrm>
            <a:custGeom>
              <a:rect b="b" l="l" r="r" t="t"/>
              <a:pathLst>
                <a:path extrusionOk="0" h="43936" w="43936">
                  <a:moveTo>
                    <a:pt x="21968" y="43937"/>
                  </a:moveTo>
                  <a:cubicBezTo>
                    <a:pt x="34054" y="43937"/>
                    <a:pt x="43937" y="34121"/>
                    <a:pt x="43937" y="21968"/>
                  </a:cubicBezTo>
                  <a:cubicBezTo>
                    <a:pt x="43937" y="9816"/>
                    <a:pt x="34121" y="0"/>
                    <a:pt x="21968" y="0"/>
                  </a:cubicBezTo>
                  <a:cubicBezTo>
                    <a:pt x="9816" y="0"/>
                    <a:pt x="0" y="9816"/>
                    <a:pt x="0" y="21968"/>
                  </a:cubicBezTo>
                  <a:cubicBezTo>
                    <a:pt x="0" y="34121"/>
                    <a:pt x="9816" y="43937"/>
                    <a:pt x="21968" y="43937"/>
                  </a:cubicBezTo>
                  <a:close/>
                  <a:moveTo>
                    <a:pt x="21968" y="14690"/>
                  </a:moveTo>
                  <a:cubicBezTo>
                    <a:pt x="25975" y="14690"/>
                    <a:pt x="29313" y="17962"/>
                    <a:pt x="29313" y="22035"/>
                  </a:cubicBezTo>
                  <a:cubicBezTo>
                    <a:pt x="29313" y="26108"/>
                    <a:pt x="26041" y="29380"/>
                    <a:pt x="21968" y="29380"/>
                  </a:cubicBezTo>
                  <a:cubicBezTo>
                    <a:pt x="17895" y="29380"/>
                    <a:pt x="14623" y="26108"/>
                    <a:pt x="14623" y="22035"/>
                  </a:cubicBezTo>
                  <a:cubicBezTo>
                    <a:pt x="14623" y="17962"/>
                    <a:pt x="17895" y="14690"/>
                    <a:pt x="21968" y="1469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46"/>
            <p:cNvSpPr/>
            <p:nvPr/>
          </p:nvSpPr>
          <p:spPr>
            <a:xfrm>
              <a:off x="698846" y="3614167"/>
              <a:ext cx="43936" cy="43936"/>
            </a:xfrm>
            <a:custGeom>
              <a:rect b="b" l="l" r="r" t="t"/>
              <a:pathLst>
                <a:path extrusionOk="0" h="43936" w="43936">
                  <a:moveTo>
                    <a:pt x="21968" y="0"/>
                  </a:moveTo>
                  <a:cubicBezTo>
                    <a:pt x="9882" y="0"/>
                    <a:pt x="0" y="9816"/>
                    <a:pt x="0" y="21968"/>
                  </a:cubicBezTo>
                  <a:cubicBezTo>
                    <a:pt x="0" y="34121"/>
                    <a:pt x="9816" y="43937"/>
                    <a:pt x="21968" y="43937"/>
                  </a:cubicBezTo>
                  <a:cubicBezTo>
                    <a:pt x="34121" y="43937"/>
                    <a:pt x="43937" y="34121"/>
                    <a:pt x="43937" y="21968"/>
                  </a:cubicBezTo>
                  <a:cubicBezTo>
                    <a:pt x="43937" y="9816"/>
                    <a:pt x="34121" y="0"/>
                    <a:pt x="21968" y="0"/>
                  </a:cubicBezTo>
                  <a:close/>
                  <a:moveTo>
                    <a:pt x="21968" y="29247"/>
                  </a:moveTo>
                  <a:cubicBezTo>
                    <a:pt x="17962" y="29247"/>
                    <a:pt x="14623" y="25975"/>
                    <a:pt x="14623" y="21902"/>
                  </a:cubicBezTo>
                  <a:cubicBezTo>
                    <a:pt x="14623" y="17828"/>
                    <a:pt x="17895" y="14557"/>
                    <a:pt x="21968" y="14557"/>
                  </a:cubicBezTo>
                  <a:cubicBezTo>
                    <a:pt x="26041" y="14557"/>
                    <a:pt x="29313" y="17828"/>
                    <a:pt x="29313" y="21902"/>
                  </a:cubicBezTo>
                  <a:cubicBezTo>
                    <a:pt x="29313" y="25975"/>
                    <a:pt x="26041" y="29247"/>
                    <a:pt x="21968" y="29247"/>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46"/>
            <p:cNvSpPr/>
            <p:nvPr/>
          </p:nvSpPr>
          <p:spPr>
            <a:xfrm>
              <a:off x="776836" y="3804670"/>
              <a:ext cx="51281" cy="14690"/>
            </a:xfrm>
            <a:custGeom>
              <a:rect b="b" l="l" r="r" t="t"/>
              <a:pathLst>
                <a:path extrusionOk="0" h="14690" w="51281">
                  <a:moveTo>
                    <a:pt x="43937" y="14690"/>
                  </a:moveTo>
                  <a:cubicBezTo>
                    <a:pt x="48010" y="14690"/>
                    <a:pt x="51282" y="11418"/>
                    <a:pt x="51282" y="7345"/>
                  </a:cubicBezTo>
                  <a:cubicBezTo>
                    <a:pt x="51282" y="3272"/>
                    <a:pt x="48010" y="0"/>
                    <a:pt x="43937" y="0"/>
                  </a:cubicBezTo>
                  <a:lnTo>
                    <a:pt x="7345" y="0"/>
                  </a:lnTo>
                  <a:cubicBezTo>
                    <a:pt x="3272" y="0"/>
                    <a:pt x="0" y="3272"/>
                    <a:pt x="0" y="7345"/>
                  </a:cubicBezTo>
                  <a:cubicBezTo>
                    <a:pt x="0" y="11418"/>
                    <a:pt x="3272" y="14690"/>
                    <a:pt x="7345" y="14690"/>
                  </a:cubicBezTo>
                  <a:lnTo>
                    <a:pt x="43937" y="14690"/>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46"/>
            <p:cNvSpPr/>
            <p:nvPr/>
          </p:nvSpPr>
          <p:spPr>
            <a:xfrm>
              <a:off x="839536" y="3695096"/>
              <a:ext cx="14690" cy="29313"/>
            </a:xfrm>
            <a:custGeom>
              <a:rect b="b" l="l" r="r" t="t"/>
              <a:pathLst>
                <a:path extrusionOk="0" h="29313" w="14690">
                  <a:moveTo>
                    <a:pt x="7345" y="29313"/>
                  </a:moveTo>
                  <a:cubicBezTo>
                    <a:pt x="3272" y="29313"/>
                    <a:pt x="0" y="26041"/>
                    <a:pt x="0" y="21968"/>
                  </a:cubicBezTo>
                  <a:lnTo>
                    <a:pt x="0" y="7345"/>
                  </a:lnTo>
                  <a:cubicBezTo>
                    <a:pt x="0" y="3272"/>
                    <a:pt x="3272" y="0"/>
                    <a:pt x="7345" y="0"/>
                  </a:cubicBezTo>
                  <a:cubicBezTo>
                    <a:pt x="11418" y="0"/>
                    <a:pt x="14690" y="3272"/>
                    <a:pt x="14690" y="7345"/>
                  </a:cubicBezTo>
                  <a:lnTo>
                    <a:pt x="14690" y="21968"/>
                  </a:lnTo>
                  <a:cubicBezTo>
                    <a:pt x="14690" y="26041"/>
                    <a:pt x="11418" y="29313"/>
                    <a:pt x="7345" y="2931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46"/>
            <p:cNvSpPr/>
            <p:nvPr/>
          </p:nvSpPr>
          <p:spPr>
            <a:xfrm>
              <a:off x="750728" y="3695096"/>
              <a:ext cx="14690" cy="29313"/>
            </a:xfrm>
            <a:custGeom>
              <a:rect b="b" l="l" r="r" t="t"/>
              <a:pathLst>
                <a:path extrusionOk="0" h="29313" w="14690">
                  <a:moveTo>
                    <a:pt x="7345" y="29313"/>
                  </a:moveTo>
                  <a:cubicBezTo>
                    <a:pt x="3272" y="29313"/>
                    <a:pt x="0" y="26041"/>
                    <a:pt x="0" y="21968"/>
                  </a:cubicBezTo>
                  <a:lnTo>
                    <a:pt x="0" y="7345"/>
                  </a:lnTo>
                  <a:cubicBezTo>
                    <a:pt x="0" y="3272"/>
                    <a:pt x="3272" y="0"/>
                    <a:pt x="7345" y="0"/>
                  </a:cubicBezTo>
                  <a:cubicBezTo>
                    <a:pt x="11418" y="0"/>
                    <a:pt x="14690" y="3272"/>
                    <a:pt x="14690" y="7345"/>
                  </a:cubicBezTo>
                  <a:lnTo>
                    <a:pt x="14690" y="21968"/>
                  </a:lnTo>
                  <a:cubicBezTo>
                    <a:pt x="14690" y="26041"/>
                    <a:pt x="11418" y="29313"/>
                    <a:pt x="7345" y="2931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5" name="Google Shape;355;p46"/>
          <p:cNvGrpSpPr/>
          <p:nvPr/>
        </p:nvGrpSpPr>
        <p:grpSpPr>
          <a:xfrm>
            <a:off x="4301864" y="4853336"/>
            <a:ext cx="268908" cy="283576"/>
            <a:chOff x="1142210" y="3498449"/>
            <a:chExt cx="451719" cy="476358"/>
          </a:xfrm>
        </p:grpSpPr>
        <p:sp>
          <p:nvSpPr>
            <p:cNvPr id="356" name="Google Shape;356;p46"/>
            <p:cNvSpPr/>
            <p:nvPr/>
          </p:nvSpPr>
          <p:spPr>
            <a:xfrm>
              <a:off x="1142210" y="3498449"/>
              <a:ext cx="451719" cy="476358"/>
            </a:xfrm>
            <a:custGeom>
              <a:rect b="b" l="l" r="r" t="t"/>
              <a:pathLst>
                <a:path extrusionOk="0" h="476358" w="451719">
                  <a:moveTo>
                    <a:pt x="450659" y="465808"/>
                  </a:moveTo>
                  <a:lnTo>
                    <a:pt x="436570" y="442238"/>
                  </a:lnTo>
                  <a:cubicBezTo>
                    <a:pt x="422347" y="418533"/>
                    <a:pt x="398643" y="401973"/>
                    <a:pt x="371533" y="396832"/>
                  </a:cubicBezTo>
                  <a:lnTo>
                    <a:pt x="322788" y="387550"/>
                  </a:lnTo>
                  <a:lnTo>
                    <a:pt x="296547" y="366116"/>
                  </a:lnTo>
                  <a:cubicBezTo>
                    <a:pt x="294076" y="364113"/>
                    <a:pt x="290604" y="364046"/>
                    <a:pt x="288000" y="365916"/>
                  </a:cubicBezTo>
                  <a:lnTo>
                    <a:pt x="285796" y="367519"/>
                  </a:lnTo>
                  <a:lnTo>
                    <a:pt x="285796" y="325719"/>
                  </a:lnTo>
                  <a:lnTo>
                    <a:pt x="304159" y="309693"/>
                  </a:lnTo>
                  <a:cubicBezTo>
                    <a:pt x="307030" y="307156"/>
                    <a:pt x="307364" y="302749"/>
                    <a:pt x="304827" y="299878"/>
                  </a:cubicBezTo>
                  <a:cubicBezTo>
                    <a:pt x="302289" y="297006"/>
                    <a:pt x="297882" y="296672"/>
                    <a:pt x="295011" y="299210"/>
                  </a:cubicBezTo>
                  <a:lnTo>
                    <a:pt x="259822" y="329992"/>
                  </a:lnTo>
                  <a:cubicBezTo>
                    <a:pt x="253545" y="335534"/>
                    <a:pt x="245399" y="338539"/>
                    <a:pt x="237052" y="338539"/>
                  </a:cubicBezTo>
                  <a:lnTo>
                    <a:pt x="214483" y="338539"/>
                  </a:lnTo>
                  <a:cubicBezTo>
                    <a:pt x="206136" y="338539"/>
                    <a:pt x="197990" y="335468"/>
                    <a:pt x="191713" y="329992"/>
                  </a:cubicBezTo>
                  <a:lnTo>
                    <a:pt x="152985" y="296138"/>
                  </a:lnTo>
                  <a:cubicBezTo>
                    <a:pt x="140966" y="285655"/>
                    <a:pt x="134088" y="270431"/>
                    <a:pt x="134088" y="254472"/>
                  </a:cubicBezTo>
                  <a:lnTo>
                    <a:pt x="134088" y="177483"/>
                  </a:lnTo>
                  <a:cubicBezTo>
                    <a:pt x="142969" y="175813"/>
                    <a:pt x="150982" y="170939"/>
                    <a:pt x="156791" y="163594"/>
                  </a:cubicBezTo>
                  <a:lnTo>
                    <a:pt x="166473" y="151374"/>
                  </a:lnTo>
                  <a:cubicBezTo>
                    <a:pt x="168877" y="148370"/>
                    <a:pt x="168343" y="143963"/>
                    <a:pt x="165338" y="141559"/>
                  </a:cubicBezTo>
                  <a:cubicBezTo>
                    <a:pt x="162333" y="139155"/>
                    <a:pt x="157926" y="139689"/>
                    <a:pt x="155522" y="142694"/>
                  </a:cubicBezTo>
                  <a:lnTo>
                    <a:pt x="145840" y="154913"/>
                  </a:lnTo>
                  <a:cubicBezTo>
                    <a:pt x="141233" y="160723"/>
                    <a:pt x="134422" y="164128"/>
                    <a:pt x="127210" y="164128"/>
                  </a:cubicBezTo>
                  <a:cubicBezTo>
                    <a:pt x="127077" y="164128"/>
                    <a:pt x="116260" y="164128"/>
                    <a:pt x="116126" y="164128"/>
                  </a:cubicBezTo>
                  <a:cubicBezTo>
                    <a:pt x="108648" y="152510"/>
                    <a:pt x="106912" y="138020"/>
                    <a:pt x="111385" y="125066"/>
                  </a:cubicBezTo>
                  <a:lnTo>
                    <a:pt x="136091" y="119323"/>
                  </a:lnTo>
                  <a:cubicBezTo>
                    <a:pt x="153252" y="115317"/>
                    <a:pt x="170746" y="112446"/>
                    <a:pt x="188375" y="110843"/>
                  </a:cubicBezTo>
                  <a:cubicBezTo>
                    <a:pt x="185236" y="113113"/>
                    <a:pt x="182098" y="115517"/>
                    <a:pt x="179093" y="118055"/>
                  </a:cubicBezTo>
                  <a:cubicBezTo>
                    <a:pt x="176155" y="120525"/>
                    <a:pt x="175754" y="124932"/>
                    <a:pt x="178225" y="127870"/>
                  </a:cubicBezTo>
                  <a:cubicBezTo>
                    <a:pt x="179627" y="129540"/>
                    <a:pt x="181564" y="130341"/>
                    <a:pt x="183567" y="130341"/>
                  </a:cubicBezTo>
                  <a:cubicBezTo>
                    <a:pt x="185169" y="130341"/>
                    <a:pt x="186772" y="129807"/>
                    <a:pt x="188041" y="128738"/>
                  </a:cubicBezTo>
                  <a:cubicBezTo>
                    <a:pt x="197255" y="120993"/>
                    <a:pt x="207405" y="114449"/>
                    <a:pt x="218222" y="109307"/>
                  </a:cubicBezTo>
                  <a:cubicBezTo>
                    <a:pt x="244263" y="108573"/>
                    <a:pt x="270572" y="110910"/>
                    <a:pt x="296280" y="115517"/>
                  </a:cubicBezTo>
                  <a:cubicBezTo>
                    <a:pt x="301555" y="126268"/>
                    <a:pt x="304359" y="138153"/>
                    <a:pt x="304359" y="150106"/>
                  </a:cubicBezTo>
                  <a:lnTo>
                    <a:pt x="304359" y="158252"/>
                  </a:lnTo>
                  <a:cubicBezTo>
                    <a:pt x="304359" y="163594"/>
                    <a:pt x="306429" y="168602"/>
                    <a:pt x="310235" y="172408"/>
                  </a:cubicBezTo>
                  <a:cubicBezTo>
                    <a:pt x="312305" y="174478"/>
                    <a:pt x="314709" y="176014"/>
                    <a:pt x="317380" y="177015"/>
                  </a:cubicBezTo>
                  <a:lnTo>
                    <a:pt x="317380" y="254605"/>
                  </a:lnTo>
                  <a:cubicBezTo>
                    <a:pt x="317380" y="261951"/>
                    <a:pt x="315978" y="269095"/>
                    <a:pt x="313106" y="275839"/>
                  </a:cubicBezTo>
                  <a:cubicBezTo>
                    <a:pt x="311637" y="279378"/>
                    <a:pt x="313307" y="283451"/>
                    <a:pt x="316846" y="284987"/>
                  </a:cubicBezTo>
                  <a:cubicBezTo>
                    <a:pt x="317714" y="285388"/>
                    <a:pt x="318649" y="285521"/>
                    <a:pt x="319517" y="285521"/>
                  </a:cubicBezTo>
                  <a:cubicBezTo>
                    <a:pt x="322254" y="285521"/>
                    <a:pt x="324859" y="283919"/>
                    <a:pt x="325927" y="281248"/>
                  </a:cubicBezTo>
                  <a:cubicBezTo>
                    <a:pt x="329466" y="272768"/>
                    <a:pt x="331269" y="263820"/>
                    <a:pt x="331269" y="254605"/>
                  </a:cubicBezTo>
                  <a:lnTo>
                    <a:pt x="331269" y="251601"/>
                  </a:lnTo>
                  <a:cubicBezTo>
                    <a:pt x="353771" y="241384"/>
                    <a:pt x="368595" y="218615"/>
                    <a:pt x="368595" y="193775"/>
                  </a:cubicBezTo>
                  <a:cubicBezTo>
                    <a:pt x="368595" y="181355"/>
                    <a:pt x="360916" y="170739"/>
                    <a:pt x="350032" y="166398"/>
                  </a:cubicBezTo>
                  <a:cubicBezTo>
                    <a:pt x="357644" y="151374"/>
                    <a:pt x="358445" y="133680"/>
                    <a:pt x="352102" y="117921"/>
                  </a:cubicBezTo>
                  <a:cubicBezTo>
                    <a:pt x="351234" y="104299"/>
                    <a:pt x="353504" y="89810"/>
                    <a:pt x="363854" y="80061"/>
                  </a:cubicBezTo>
                  <a:cubicBezTo>
                    <a:pt x="368061" y="75787"/>
                    <a:pt x="370331" y="70178"/>
                    <a:pt x="370331" y="64236"/>
                  </a:cubicBezTo>
                  <a:cubicBezTo>
                    <a:pt x="370331" y="56223"/>
                    <a:pt x="366191" y="48945"/>
                    <a:pt x="359313" y="44871"/>
                  </a:cubicBezTo>
                  <a:lnTo>
                    <a:pt x="351701" y="40331"/>
                  </a:lnTo>
                  <a:cubicBezTo>
                    <a:pt x="345157" y="36391"/>
                    <a:pt x="338213" y="32986"/>
                    <a:pt x="331202" y="30048"/>
                  </a:cubicBezTo>
                  <a:cubicBezTo>
                    <a:pt x="327663" y="28579"/>
                    <a:pt x="323590" y="30248"/>
                    <a:pt x="322121" y="33854"/>
                  </a:cubicBezTo>
                  <a:cubicBezTo>
                    <a:pt x="320652" y="37460"/>
                    <a:pt x="322321" y="41466"/>
                    <a:pt x="325927" y="42935"/>
                  </a:cubicBezTo>
                  <a:cubicBezTo>
                    <a:pt x="332337" y="45606"/>
                    <a:pt x="338614" y="48744"/>
                    <a:pt x="344623" y="52283"/>
                  </a:cubicBezTo>
                  <a:lnTo>
                    <a:pt x="352235" y="56824"/>
                  </a:lnTo>
                  <a:cubicBezTo>
                    <a:pt x="354840" y="58360"/>
                    <a:pt x="356442" y="61164"/>
                    <a:pt x="356442" y="64236"/>
                  </a:cubicBezTo>
                  <a:cubicBezTo>
                    <a:pt x="356442" y="66506"/>
                    <a:pt x="355574" y="68643"/>
                    <a:pt x="353972" y="70245"/>
                  </a:cubicBezTo>
                  <a:cubicBezTo>
                    <a:pt x="343355" y="80929"/>
                    <a:pt x="337746" y="95419"/>
                    <a:pt x="338213" y="110443"/>
                  </a:cubicBezTo>
                  <a:lnTo>
                    <a:pt x="318114" y="105768"/>
                  </a:lnTo>
                  <a:cubicBezTo>
                    <a:pt x="257551" y="91679"/>
                    <a:pt x="193516" y="91679"/>
                    <a:pt x="132953" y="105768"/>
                  </a:cubicBezTo>
                  <a:lnTo>
                    <a:pt x="113255" y="110376"/>
                  </a:lnTo>
                  <a:cubicBezTo>
                    <a:pt x="113455" y="102630"/>
                    <a:pt x="112120" y="94951"/>
                    <a:pt x="109182" y="87807"/>
                  </a:cubicBezTo>
                  <a:cubicBezTo>
                    <a:pt x="106444" y="81196"/>
                    <a:pt x="102504" y="75253"/>
                    <a:pt x="97496" y="70178"/>
                  </a:cubicBezTo>
                  <a:cubicBezTo>
                    <a:pt x="95627" y="68309"/>
                    <a:pt x="94759" y="65705"/>
                    <a:pt x="95093" y="63034"/>
                  </a:cubicBezTo>
                  <a:cubicBezTo>
                    <a:pt x="95427" y="60363"/>
                    <a:pt x="96962" y="58093"/>
                    <a:pt x="99233" y="56757"/>
                  </a:cubicBezTo>
                  <a:lnTo>
                    <a:pt x="106845" y="52217"/>
                  </a:lnTo>
                  <a:cubicBezTo>
                    <a:pt x="129214" y="38929"/>
                    <a:pt x="154788" y="31851"/>
                    <a:pt x="180896" y="31851"/>
                  </a:cubicBezTo>
                  <a:cubicBezTo>
                    <a:pt x="187640" y="31851"/>
                    <a:pt x="194384" y="32318"/>
                    <a:pt x="201061" y="33253"/>
                  </a:cubicBezTo>
                  <a:cubicBezTo>
                    <a:pt x="191446" y="38662"/>
                    <a:pt x="183767" y="47008"/>
                    <a:pt x="179160" y="57158"/>
                  </a:cubicBezTo>
                  <a:cubicBezTo>
                    <a:pt x="177557" y="60697"/>
                    <a:pt x="179160" y="64837"/>
                    <a:pt x="182699" y="66372"/>
                  </a:cubicBezTo>
                  <a:cubicBezTo>
                    <a:pt x="183634" y="66773"/>
                    <a:pt x="184568" y="66973"/>
                    <a:pt x="185570" y="66973"/>
                  </a:cubicBezTo>
                  <a:cubicBezTo>
                    <a:pt x="188241" y="66973"/>
                    <a:pt x="190778" y="65438"/>
                    <a:pt x="191913" y="62833"/>
                  </a:cubicBezTo>
                  <a:cubicBezTo>
                    <a:pt x="196254" y="53151"/>
                    <a:pt x="204667" y="46007"/>
                    <a:pt x="214683" y="42401"/>
                  </a:cubicBezTo>
                  <a:cubicBezTo>
                    <a:pt x="240524" y="32986"/>
                    <a:pt x="268903" y="28913"/>
                    <a:pt x="296079" y="34054"/>
                  </a:cubicBezTo>
                  <a:cubicBezTo>
                    <a:pt x="299885" y="34722"/>
                    <a:pt x="303491" y="32185"/>
                    <a:pt x="304159" y="28379"/>
                  </a:cubicBezTo>
                  <a:cubicBezTo>
                    <a:pt x="304827" y="24573"/>
                    <a:pt x="302289" y="20967"/>
                    <a:pt x="298483" y="20299"/>
                  </a:cubicBezTo>
                  <a:cubicBezTo>
                    <a:pt x="284194" y="17762"/>
                    <a:pt x="269504" y="17227"/>
                    <a:pt x="255014" y="18630"/>
                  </a:cubicBezTo>
                  <a:cubicBezTo>
                    <a:pt x="249806" y="7345"/>
                    <a:pt x="238588" y="0"/>
                    <a:pt x="225767" y="0"/>
                  </a:cubicBezTo>
                  <a:cubicBezTo>
                    <a:pt x="212947" y="0"/>
                    <a:pt x="201796" y="7345"/>
                    <a:pt x="196588" y="18630"/>
                  </a:cubicBezTo>
                  <a:cubicBezTo>
                    <a:pt x="191379" y="18096"/>
                    <a:pt x="186171" y="17828"/>
                    <a:pt x="180896" y="17828"/>
                  </a:cubicBezTo>
                  <a:cubicBezTo>
                    <a:pt x="152317" y="17828"/>
                    <a:pt x="124272" y="25574"/>
                    <a:pt x="99767" y="40131"/>
                  </a:cubicBezTo>
                  <a:lnTo>
                    <a:pt x="92155" y="44671"/>
                  </a:lnTo>
                  <a:cubicBezTo>
                    <a:pt x="86145" y="48210"/>
                    <a:pt x="82205" y="54220"/>
                    <a:pt x="81337" y="61164"/>
                  </a:cubicBezTo>
                  <a:cubicBezTo>
                    <a:pt x="80469" y="68109"/>
                    <a:pt x="82740" y="74919"/>
                    <a:pt x="87681" y="79861"/>
                  </a:cubicBezTo>
                  <a:cubicBezTo>
                    <a:pt x="91420" y="83667"/>
                    <a:pt x="94358" y="88074"/>
                    <a:pt x="96361" y="93015"/>
                  </a:cubicBezTo>
                  <a:cubicBezTo>
                    <a:pt x="99767" y="100427"/>
                    <a:pt x="99500" y="109775"/>
                    <a:pt x="99433" y="117721"/>
                  </a:cubicBezTo>
                  <a:cubicBezTo>
                    <a:pt x="93089" y="133413"/>
                    <a:pt x="93891" y="151107"/>
                    <a:pt x="101503" y="166198"/>
                  </a:cubicBezTo>
                  <a:cubicBezTo>
                    <a:pt x="90619" y="170538"/>
                    <a:pt x="82940" y="181155"/>
                    <a:pt x="82940" y="193575"/>
                  </a:cubicBezTo>
                  <a:cubicBezTo>
                    <a:pt x="82940" y="218414"/>
                    <a:pt x="97830" y="241251"/>
                    <a:pt x="120266" y="251400"/>
                  </a:cubicBezTo>
                  <a:lnTo>
                    <a:pt x="120266" y="254405"/>
                  </a:lnTo>
                  <a:cubicBezTo>
                    <a:pt x="120266" y="274370"/>
                    <a:pt x="128880" y="293401"/>
                    <a:pt x="143904" y="306555"/>
                  </a:cubicBezTo>
                  <a:lnTo>
                    <a:pt x="165805" y="325719"/>
                  </a:lnTo>
                  <a:lnTo>
                    <a:pt x="165805" y="367519"/>
                  </a:lnTo>
                  <a:lnTo>
                    <a:pt x="163602" y="365916"/>
                  </a:lnTo>
                  <a:cubicBezTo>
                    <a:pt x="161064" y="364046"/>
                    <a:pt x="157525" y="364113"/>
                    <a:pt x="155055" y="366183"/>
                  </a:cubicBezTo>
                  <a:lnTo>
                    <a:pt x="128947" y="387550"/>
                  </a:lnTo>
                  <a:lnTo>
                    <a:pt x="80135" y="396832"/>
                  </a:lnTo>
                  <a:cubicBezTo>
                    <a:pt x="53026" y="401973"/>
                    <a:pt x="29254" y="418600"/>
                    <a:pt x="15099" y="442238"/>
                  </a:cubicBezTo>
                  <a:lnTo>
                    <a:pt x="1010" y="465808"/>
                  </a:lnTo>
                  <a:cubicBezTo>
                    <a:pt x="-994" y="469147"/>
                    <a:pt x="75" y="473421"/>
                    <a:pt x="3413" y="475357"/>
                  </a:cubicBezTo>
                  <a:cubicBezTo>
                    <a:pt x="4549" y="476025"/>
                    <a:pt x="5750" y="476359"/>
                    <a:pt x="7019" y="476359"/>
                  </a:cubicBezTo>
                  <a:cubicBezTo>
                    <a:pt x="9423" y="476359"/>
                    <a:pt x="11693" y="475157"/>
                    <a:pt x="13029" y="472953"/>
                  </a:cubicBezTo>
                  <a:lnTo>
                    <a:pt x="27118" y="449382"/>
                  </a:lnTo>
                  <a:cubicBezTo>
                    <a:pt x="37601" y="431821"/>
                    <a:pt x="54228" y="418867"/>
                    <a:pt x="73592" y="412791"/>
                  </a:cubicBezTo>
                  <a:lnTo>
                    <a:pt x="81004" y="423541"/>
                  </a:lnTo>
                  <a:cubicBezTo>
                    <a:pt x="90352" y="437096"/>
                    <a:pt x="95293" y="452921"/>
                    <a:pt x="95293" y="469347"/>
                  </a:cubicBezTo>
                  <a:cubicBezTo>
                    <a:pt x="95293" y="473220"/>
                    <a:pt x="98431" y="476292"/>
                    <a:pt x="102237" y="476292"/>
                  </a:cubicBezTo>
                  <a:cubicBezTo>
                    <a:pt x="106043" y="476292"/>
                    <a:pt x="109182" y="473153"/>
                    <a:pt x="109182" y="469347"/>
                  </a:cubicBezTo>
                  <a:cubicBezTo>
                    <a:pt x="109182" y="450050"/>
                    <a:pt x="103372" y="431487"/>
                    <a:pt x="92422" y="415595"/>
                  </a:cubicBezTo>
                  <a:lnTo>
                    <a:pt x="88148" y="409452"/>
                  </a:lnTo>
                  <a:lnTo>
                    <a:pt x="129748" y="401506"/>
                  </a:lnTo>
                  <a:lnTo>
                    <a:pt x="178826" y="448648"/>
                  </a:lnTo>
                  <a:cubicBezTo>
                    <a:pt x="183433" y="453055"/>
                    <a:pt x="189576" y="455525"/>
                    <a:pt x="195987" y="455525"/>
                  </a:cubicBezTo>
                  <a:cubicBezTo>
                    <a:pt x="196721" y="455525"/>
                    <a:pt x="197456" y="455525"/>
                    <a:pt x="198190" y="455459"/>
                  </a:cubicBezTo>
                  <a:cubicBezTo>
                    <a:pt x="205335" y="454791"/>
                    <a:pt x="211812" y="451118"/>
                    <a:pt x="216019" y="445376"/>
                  </a:cubicBezTo>
                  <a:lnTo>
                    <a:pt x="225834" y="431888"/>
                  </a:lnTo>
                  <a:lnTo>
                    <a:pt x="235650" y="445309"/>
                  </a:lnTo>
                  <a:cubicBezTo>
                    <a:pt x="239856" y="451118"/>
                    <a:pt x="246400" y="454791"/>
                    <a:pt x="253545" y="455392"/>
                  </a:cubicBezTo>
                  <a:cubicBezTo>
                    <a:pt x="254279" y="455392"/>
                    <a:pt x="255014" y="455459"/>
                    <a:pt x="255748" y="455459"/>
                  </a:cubicBezTo>
                  <a:cubicBezTo>
                    <a:pt x="262159" y="455459"/>
                    <a:pt x="268302" y="452988"/>
                    <a:pt x="272909" y="448514"/>
                  </a:cubicBezTo>
                  <a:lnTo>
                    <a:pt x="321920" y="401506"/>
                  </a:lnTo>
                  <a:lnTo>
                    <a:pt x="363587" y="409452"/>
                  </a:lnTo>
                  <a:lnTo>
                    <a:pt x="359313" y="415595"/>
                  </a:lnTo>
                  <a:cubicBezTo>
                    <a:pt x="348363" y="431487"/>
                    <a:pt x="342553" y="450050"/>
                    <a:pt x="342553" y="469347"/>
                  </a:cubicBezTo>
                  <a:cubicBezTo>
                    <a:pt x="342553" y="473220"/>
                    <a:pt x="345692" y="476292"/>
                    <a:pt x="349498" y="476292"/>
                  </a:cubicBezTo>
                  <a:cubicBezTo>
                    <a:pt x="353304" y="476292"/>
                    <a:pt x="356442" y="473153"/>
                    <a:pt x="356442" y="469347"/>
                  </a:cubicBezTo>
                  <a:cubicBezTo>
                    <a:pt x="356442" y="452921"/>
                    <a:pt x="361383" y="437029"/>
                    <a:pt x="370732" y="423541"/>
                  </a:cubicBezTo>
                  <a:lnTo>
                    <a:pt x="378143" y="412791"/>
                  </a:lnTo>
                  <a:cubicBezTo>
                    <a:pt x="397441" y="418867"/>
                    <a:pt x="414067" y="431821"/>
                    <a:pt x="424617" y="449382"/>
                  </a:cubicBezTo>
                  <a:lnTo>
                    <a:pt x="438706" y="472953"/>
                  </a:lnTo>
                  <a:cubicBezTo>
                    <a:pt x="440042" y="475157"/>
                    <a:pt x="442312" y="476359"/>
                    <a:pt x="444716" y="476359"/>
                  </a:cubicBezTo>
                  <a:cubicBezTo>
                    <a:pt x="445918" y="476359"/>
                    <a:pt x="447187" y="476025"/>
                    <a:pt x="448322" y="475357"/>
                  </a:cubicBezTo>
                  <a:cubicBezTo>
                    <a:pt x="451594" y="473354"/>
                    <a:pt x="452729" y="469080"/>
                    <a:pt x="450726" y="465808"/>
                  </a:cubicBezTo>
                  <a:lnTo>
                    <a:pt x="450726" y="465808"/>
                  </a:lnTo>
                  <a:close/>
                  <a:moveTo>
                    <a:pt x="354706" y="193575"/>
                  </a:moveTo>
                  <a:cubicBezTo>
                    <a:pt x="354706" y="210802"/>
                    <a:pt x="345625" y="226694"/>
                    <a:pt x="331335" y="235642"/>
                  </a:cubicBezTo>
                  <a:lnTo>
                    <a:pt x="331335" y="178084"/>
                  </a:lnTo>
                  <a:lnTo>
                    <a:pt x="339215" y="178084"/>
                  </a:lnTo>
                  <a:cubicBezTo>
                    <a:pt x="339215" y="178084"/>
                    <a:pt x="339215" y="178084"/>
                    <a:pt x="339215" y="178084"/>
                  </a:cubicBezTo>
                  <a:cubicBezTo>
                    <a:pt x="339215" y="178084"/>
                    <a:pt x="339215" y="178084"/>
                    <a:pt x="339215" y="178084"/>
                  </a:cubicBezTo>
                  <a:cubicBezTo>
                    <a:pt x="347762" y="178084"/>
                    <a:pt x="354706" y="185028"/>
                    <a:pt x="354706" y="193575"/>
                  </a:cubicBezTo>
                  <a:close/>
                  <a:moveTo>
                    <a:pt x="340016" y="125066"/>
                  </a:moveTo>
                  <a:cubicBezTo>
                    <a:pt x="344557" y="138020"/>
                    <a:pt x="342754" y="152510"/>
                    <a:pt x="335275" y="164128"/>
                  </a:cubicBezTo>
                  <a:lnTo>
                    <a:pt x="324324" y="164128"/>
                  </a:lnTo>
                  <a:cubicBezTo>
                    <a:pt x="324324" y="164128"/>
                    <a:pt x="324324" y="164128"/>
                    <a:pt x="324324" y="164128"/>
                  </a:cubicBezTo>
                  <a:cubicBezTo>
                    <a:pt x="322722" y="164128"/>
                    <a:pt x="321253" y="163460"/>
                    <a:pt x="320118" y="162392"/>
                  </a:cubicBezTo>
                  <a:cubicBezTo>
                    <a:pt x="318982" y="161257"/>
                    <a:pt x="318315" y="159721"/>
                    <a:pt x="318315" y="158118"/>
                  </a:cubicBezTo>
                  <a:lnTo>
                    <a:pt x="318315" y="149972"/>
                  </a:lnTo>
                  <a:cubicBezTo>
                    <a:pt x="318315" y="139355"/>
                    <a:pt x="316445" y="128738"/>
                    <a:pt x="312839" y="118789"/>
                  </a:cubicBezTo>
                  <a:cubicBezTo>
                    <a:pt x="312439" y="118656"/>
                    <a:pt x="339482" y="124999"/>
                    <a:pt x="339949" y="125066"/>
                  </a:cubicBezTo>
                  <a:lnTo>
                    <a:pt x="339949" y="125066"/>
                  </a:lnTo>
                  <a:close/>
                  <a:moveTo>
                    <a:pt x="225701" y="13956"/>
                  </a:moveTo>
                  <a:cubicBezTo>
                    <a:pt x="231443" y="13956"/>
                    <a:pt x="236585" y="16560"/>
                    <a:pt x="239990" y="20833"/>
                  </a:cubicBezTo>
                  <a:cubicBezTo>
                    <a:pt x="235583" y="21701"/>
                    <a:pt x="231243" y="22703"/>
                    <a:pt x="226969" y="23972"/>
                  </a:cubicBezTo>
                  <a:cubicBezTo>
                    <a:pt x="226168" y="24172"/>
                    <a:pt x="225300" y="24172"/>
                    <a:pt x="224432" y="23972"/>
                  </a:cubicBezTo>
                  <a:cubicBezTo>
                    <a:pt x="220158" y="22770"/>
                    <a:pt x="215818" y="21701"/>
                    <a:pt x="211411" y="20833"/>
                  </a:cubicBezTo>
                  <a:cubicBezTo>
                    <a:pt x="214817" y="16560"/>
                    <a:pt x="219958" y="13956"/>
                    <a:pt x="225701" y="13956"/>
                  </a:cubicBezTo>
                  <a:lnTo>
                    <a:pt x="225701" y="13956"/>
                  </a:lnTo>
                  <a:close/>
                  <a:moveTo>
                    <a:pt x="96695" y="193575"/>
                  </a:moveTo>
                  <a:cubicBezTo>
                    <a:pt x="96695" y="185028"/>
                    <a:pt x="103640" y="178084"/>
                    <a:pt x="112187" y="178084"/>
                  </a:cubicBezTo>
                  <a:cubicBezTo>
                    <a:pt x="112187" y="178084"/>
                    <a:pt x="112187" y="178084"/>
                    <a:pt x="112187" y="178084"/>
                  </a:cubicBezTo>
                  <a:cubicBezTo>
                    <a:pt x="112187" y="178084"/>
                    <a:pt x="112187" y="178084"/>
                    <a:pt x="112187" y="178084"/>
                  </a:cubicBezTo>
                  <a:lnTo>
                    <a:pt x="120066" y="178084"/>
                  </a:lnTo>
                  <a:lnTo>
                    <a:pt x="120066" y="235642"/>
                  </a:lnTo>
                  <a:cubicBezTo>
                    <a:pt x="105776" y="226694"/>
                    <a:pt x="96695" y="210802"/>
                    <a:pt x="96695" y="193575"/>
                  </a:cubicBezTo>
                  <a:lnTo>
                    <a:pt x="96695" y="193575"/>
                  </a:lnTo>
                  <a:close/>
                  <a:moveTo>
                    <a:pt x="204600" y="437096"/>
                  </a:moveTo>
                  <a:cubicBezTo>
                    <a:pt x="202731" y="439633"/>
                    <a:pt x="199926" y="441236"/>
                    <a:pt x="196788" y="441503"/>
                  </a:cubicBezTo>
                  <a:cubicBezTo>
                    <a:pt x="193650" y="441770"/>
                    <a:pt x="190645" y="440769"/>
                    <a:pt x="188308" y="438565"/>
                  </a:cubicBezTo>
                  <a:lnTo>
                    <a:pt x="142301" y="394428"/>
                  </a:lnTo>
                  <a:lnTo>
                    <a:pt x="159529" y="380339"/>
                  </a:lnTo>
                  <a:lnTo>
                    <a:pt x="178292" y="394027"/>
                  </a:lnTo>
                  <a:cubicBezTo>
                    <a:pt x="179494" y="394895"/>
                    <a:pt x="180896" y="395363"/>
                    <a:pt x="182432" y="395363"/>
                  </a:cubicBezTo>
                  <a:lnTo>
                    <a:pt x="182432" y="395363"/>
                  </a:lnTo>
                  <a:cubicBezTo>
                    <a:pt x="186305" y="395363"/>
                    <a:pt x="189376" y="392225"/>
                    <a:pt x="189376" y="388418"/>
                  </a:cubicBezTo>
                  <a:cubicBezTo>
                    <a:pt x="189376" y="386081"/>
                    <a:pt x="188174" y="383945"/>
                    <a:pt x="186371" y="382676"/>
                  </a:cubicBezTo>
                  <a:lnTo>
                    <a:pt x="178492" y="376867"/>
                  </a:lnTo>
                  <a:cubicBezTo>
                    <a:pt x="179227" y="374396"/>
                    <a:pt x="179560" y="371792"/>
                    <a:pt x="179560" y="369188"/>
                  </a:cubicBezTo>
                  <a:lnTo>
                    <a:pt x="179560" y="337871"/>
                  </a:lnTo>
                  <a:lnTo>
                    <a:pt x="182432" y="340409"/>
                  </a:lnTo>
                  <a:cubicBezTo>
                    <a:pt x="191313" y="348154"/>
                    <a:pt x="202664" y="352428"/>
                    <a:pt x="214416" y="352428"/>
                  </a:cubicBezTo>
                  <a:lnTo>
                    <a:pt x="236985" y="352428"/>
                  </a:lnTo>
                  <a:cubicBezTo>
                    <a:pt x="248737" y="352428"/>
                    <a:pt x="260089" y="348154"/>
                    <a:pt x="268969" y="340409"/>
                  </a:cubicBezTo>
                  <a:lnTo>
                    <a:pt x="271841" y="337871"/>
                  </a:lnTo>
                  <a:lnTo>
                    <a:pt x="271841" y="369188"/>
                  </a:lnTo>
                  <a:cubicBezTo>
                    <a:pt x="271841" y="371792"/>
                    <a:pt x="272241" y="374396"/>
                    <a:pt x="272909" y="376867"/>
                  </a:cubicBezTo>
                  <a:lnTo>
                    <a:pt x="225701" y="411322"/>
                  </a:lnTo>
                  <a:lnTo>
                    <a:pt x="212813" y="401907"/>
                  </a:lnTo>
                  <a:cubicBezTo>
                    <a:pt x="209675" y="399636"/>
                    <a:pt x="205335" y="400304"/>
                    <a:pt x="203065" y="403442"/>
                  </a:cubicBezTo>
                  <a:cubicBezTo>
                    <a:pt x="200794" y="406581"/>
                    <a:pt x="201462" y="410921"/>
                    <a:pt x="204600" y="413191"/>
                  </a:cubicBezTo>
                  <a:lnTo>
                    <a:pt x="215952" y="421471"/>
                  </a:lnTo>
                  <a:lnTo>
                    <a:pt x="204600" y="437029"/>
                  </a:lnTo>
                  <a:close/>
                  <a:moveTo>
                    <a:pt x="263094" y="438498"/>
                  </a:moveTo>
                  <a:cubicBezTo>
                    <a:pt x="260823" y="440702"/>
                    <a:pt x="257752" y="441770"/>
                    <a:pt x="254613" y="441503"/>
                  </a:cubicBezTo>
                  <a:cubicBezTo>
                    <a:pt x="251475" y="441236"/>
                    <a:pt x="248671" y="439633"/>
                    <a:pt x="246801" y="437096"/>
                  </a:cubicBezTo>
                  <a:lnTo>
                    <a:pt x="235449" y="421605"/>
                  </a:lnTo>
                  <a:lnTo>
                    <a:pt x="291873" y="380406"/>
                  </a:lnTo>
                  <a:lnTo>
                    <a:pt x="309100" y="394495"/>
                  </a:lnTo>
                  <a:lnTo>
                    <a:pt x="263094" y="438565"/>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46"/>
            <p:cNvSpPr/>
            <p:nvPr/>
          </p:nvSpPr>
          <p:spPr>
            <a:xfrm>
              <a:off x="1349428" y="3739476"/>
              <a:ext cx="36923" cy="16717"/>
            </a:xfrm>
            <a:custGeom>
              <a:rect b="b" l="l" r="r" t="t"/>
              <a:pathLst>
                <a:path extrusionOk="0" h="16717" w="36923">
                  <a:moveTo>
                    <a:pt x="3859" y="13245"/>
                  </a:moveTo>
                  <a:cubicBezTo>
                    <a:pt x="8467" y="15582"/>
                    <a:pt x="13475" y="16717"/>
                    <a:pt x="18483" y="16717"/>
                  </a:cubicBezTo>
                  <a:cubicBezTo>
                    <a:pt x="23491" y="16717"/>
                    <a:pt x="28499" y="15582"/>
                    <a:pt x="33106" y="13245"/>
                  </a:cubicBezTo>
                  <a:cubicBezTo>
                    <a:pt x="36511" y="11509"/>
                    <a:pt x="37914" y="7302"/>
                    <a:pt x="36178" y="3830"/>
                  </a:cubicBezTo>
                  <a:cubicBezTo>
                    <a:pt x="34442" y="425"/>
                    <a:pt x="30235" y="-978"/>
                    <a:pt x="26763" y="759"/>
                  </a:cubicBezTo>
                  <a:cubicBezTo>
                    <a:pt x="21554" y="3429"/>
                    <a:pt x="15344" y="3429"/>
                    <a:pt x="10203" y="759"/>
                  </a:cubicBezTo>
                  <a:cubicBezTo>
                    <a:pt x="6797" y="-978"/>
                    <a:pt x="2591" y="358"/>
                    <a:pt x="788" y="3830"/>
                  </a:cubicBezTo>
                  <a:cubicBezTo>
                    <a:pt x="-1015" y="7302"/>
                    <a:pt x="387" y="11442"/>
                    <a:pt x="3859" y="13245"/>
                  </a:cubicBezTo>
                  <a:lnTo>
                    <a:pt x="3859" y="13245"/>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46"/>
            <p:cNvSpPr/>
            <p:nvPr/>
          </p:nvSpPr>
          <p:spPr>
            <a:xfrm>
              <a:off x="1339858" y="3778087"/>
              <a:ext cx="55993" cy="19906"/>
            </a:xfrm>
            <a:custGeom>
              <a:rect b="b" l="l" r="r" t="t"/>
              <a:pathLst>
                <a:path extrusionOk="0" h="19906" w="55993">
                  <a:moveTo>
                    <a:pt x="3347" y="12962"/>
                  </a:moveTo>
                  <a:cubicBezTo>
                    <a:pt x="11092" y="17636"/>
                    <a:pt x="19506" y="19906"/>
                    <a:pt x="27986" y="19906"/>
                  </a:cubicBezTo>
                  <a:cubicBezTo>
                    <a:pt x="36466" y="19906"/>
                    <a:pt x="44946" y="17569"/>
                    <a:pt x="52625" y="12962"/>
                  </a:cubicBezTo>
                  <a:cubicBezTo>
                    <a:pt x="55897" y="10959"/>
                    <a:pt x="56965" y="6685"/>
                    <a:pt x="55029" y="3413"/>
                  </a:cubicBezTo>
                  <a:cubicBezTo>
                    <a:pt x="53026" y="142"/>
                    <a:pt x="48752" y="-927"/>
                    <a:pt x="45480" y="1010"/>
                  </a:cubicBezTo>
                  <a:cubicBezTo>
                    <a:pt x="34396" y="7687"/>
                    <a:pt x="21642" y="7687"/>
                    <a:pt x="10558" y="1010"/>
                  </a:cubicBezTo>
                  <a:cubicBezTo>
                    <a:pt x="7286" y="-994"/>
                    <a:pt x="2946" y="75"/>
                    <a:pt x="1010" y="3413"/>
                  </a:cubicBezTo>
                  <a:cubicBezTo>
                    <a:pt x="-994" y="6685"/>
                    <a:pt x="75" y="11025"/>
                    <a:pt x="3413" y="12962"/>
                  </a:cubicBezTo>
                  <a:lnTo>
                    <a:pt x="3413" y="12962"/>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9" name="Google Shape;359;p46"/>
            <p:cNvSpPr/>
            <p:nvPr/>
          </p:nvSpPr>
          <p:spPr>
            <a:xfrm>
              <a:off x="1300641" y="3664414"/>
              <a:ext cx="50605" cy="18663"/>
            </a:xfrm>
            <a:custGeom>
              <a:rect b="b" l="l" r="r" t="t"/>
              <a:pathLst>
                <a:path extrusionOk="0" h="18663" w="50605">
                  <a:moveTo>
                    <a:pt x="43632" y="18663"/>
                  </a:moveTo>
                  <a:cubicBezTo>
                    <a:pt x="45969" y="18663"/>
                    <a:pt x="48239" y="17461"/>
                    <a:pt x="49575" y="15324"/>
                  </a:cubicBezTo>
                  <a:cubicBezTo>
                    <a:pt x="51578" y="12053"/>
                    <a:pt x="50576" y="7779"/>
                    <a:pt x="47304" y="5709"/>
                  </a:cubicBezTo>
                  <a:cubicBezTo>
                    <a:pt x="34951" y="-1903"/>
                    <a:pt x="15654" y="-1903"/>
                    <a:pt x="3301" y="5709"/>
                  </a:cubicBezTo>
                  <a:cubicBezTo>
                    <a:pt x="29" y="7712"/>
                    <a:pt x="-973" y="12053"/>
                    <a:pt x="1031" y="15324"/>
                  </a:cubicBezTo>
                  <a:cubicBezTo>
                    <a:pt x="3034" y="18596"/>
                    <a:pt x="7374" y="19598"/>
                    <a:pt x="10646" y="17595"/>
                  </a:cubicBezTo>
                  <a:cubicBezTo>
                    <a:pt x="18458" y="12787"/>
                    <a:pt x="32147" y="12787"/>
                    <a:pt x="39959" y="17595"/>
                  </a:cubicBezTo>
                  <a:cubicBezTo>
                    <a:pt x="41094" y="18329"/>
                    <a:pt x="42363" y="18663"/>
                    <a:pt x="43632" y="18663"/>
                  </a:cubicBezTo>
                  <a:lnTo>
                    <a:pt x="43632" y="18663"/>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46"/>
            <p:cNvSpPr/>
            <p:nvPr/>
          </p:nvSpPr>
          <p:spPr>
            <a:xfrm>
              <a:off x="1384508" y="3664480"/>
              <a:ext cx="50605" cy="18663"/>
            </a:xfrm>
            <a:custGeom>
              <a:rect b="b" l="l" r="r" t="t"/>
              <a:pathLst>
                <a:path extrusionOk="0" h="18663" w="50605">
                  <a:moveTo>
                    <a:pt x="49575" y="15324"/>
                  </a:moveTo>
                  <a:cubicBezTo>
                    <a:pt x="51578" y="12053"/>
                    <a:pt x="50576" y="7779"/>
                    <a:pt x="47304" y="5709"/>
                  </a:cubicBezTo>
                  <a:cubicBezTo>
                    <a:pt x="34951" y="-1903"/>
                    <a:pt x="15654" y="-1903"/>
                    <a:pt x="3301" y="5709"/>
                  </a:cubicBezTo>
                  <a:cubicBezTo>
                    <a:pt x="29" y="7712"/>
                    <a:pt x="-973" y="12053"/>
                    <a:pt x="1031" y="15324"/>
                  </a:cubicBezTo>
                  <a:cubicBezTo>
                    <a:pt x="2366" y="17461"/>
                    <a:pt x="4636" y="18663"/>
                    <a:pt x="6973" y="18663"/>
                  </a:cubicBezTo>
                  <a:cubicBezTo>
                    <a:pt x="8242" y="18663"/>
                    <a:pt x="9511" y="18329"/>
                    <a:pt x="10646" y="17595"/>
                  </a:cubicBezTo>
                  <a:cubicBezTo>
                    <a:pt x="18458" y="12787"/>
                    <a:pt x="32147" y="12787"/>
                    <a:pt x="39959" y="17595"/>
                  </a:cubicBezTo>
                  <a:cubicBezTo>
                    <a:pt x="43231" y="19598"/>
                    <a:pt x="47505" y="18596"/>
                    <a:pt x="49575" y="15324"/>
                  </a:cubicBezTo>
                  <a:lnTo>
                    <a:pt x="49575" y="15324"/>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46"/>
            <p:cNvSpPr/>
            <p:nvPr/>
          </p:nvSpPr>
          <p:spPr>
            <a:xfrm>
              <a:off x="1318966" y="3691156"/>
              <a:ext cx="13888" cy="31249"/>
            </a:xfrm>
            <a:custGeom>
              <a:rect b="b" l="l" r="r" t="t"/>
              <a:pathLst>
                <a:path extrusionOk="0" h="31249" w="13888">
                  <a:moveTo>
                    <a:pt x="0" y="6944"/>
                  </a:moveTo>
                  <a:lnTo>
                    <a:pt x="0" y="24305"/>
                  </a:lnTo>
                  <a:cubicBezTo>
                    <a:pt x="0" y="28178"/>
                    <a:pt x="3138" y="31250"/>
                    <a:pt x="6944" y="31250"/>
                  </a:cubicBezTo>
                  <a:cubicBezTo>
                    <a:pt x="10750" y="31250"/>
                    <a:pt x="13889" y="28111"/>
                    <a:pt x="13889" y="24305"/>
                  </a:cubicBezTo>
                  <a:lnTo>
                    <a:pt x="13889" y="6944"/>
                  </a:lnTo>
                  <a:cubicBezTo>
                    <a:pt x="13889" y="3072"/>
                    <a:pt x="10750" y="0"/>
                    <a:pt x="6944" y="0"/>
                  </a:cubicBezTo>
                  <a:cubicBezTo>
                    <a:pt x="3138" y="0"/>
                    <a:pt x="0" y="3138"/>
                    <a:pt x="0" y="694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46"/>
            <p:cNvSpPr/>
            <p:nvPr/>
          </p:nvSpPr>
          <p:spPr>
            <a:xfrm>
              <a:off x="1402833" y="3691156"/>
              <a:ext cx="13888" cy="31249"/>
            </a:xfrm>
            <a:custGeom>
              <a:rect b="b" l="l" r="r" t="t"/>
              <a:pathLst>
                <a:path extrusionOk="0" h="31249" w="13888">
                  <a:moveTo>
                    <a:pt x="0" y="6944"/>
                  </a:moveTo>
                  <a:lnTo>
                    <a:pt x="0" y="24305"/>
                  </a:lnTo>
                  <a:cubicBezTo>
                    <a:pt x="0" y="28178"/>
                    <a:pt x="3138" y="31250"/>
                    <a:pt x="6944" y="31250"/>
                  </a:cubicBezTo>
                  <a:cubicBezTo>
                    <a:pt x="10750" y="31250"/>
                    <a:pt x="13889" y="28111"/>
                    <a:pt x="13889" y="24305"/>
                  </a:cubicBezTo>
                  <a:lnTo>
                    <a:pt x="13889" y="6944"/>
                  </a:lnTo>
                  <a:cubicBezTo>
                    <a:pt x="13889" y="3072"/>
                    <a:pt x="10750" y="0"/>
                    <a:pt x="6944" y="0"/>
                  </a:cubicBezTo>
                  <a:cubicBezTo>
                    <a:pt x="3138" y="0"/>
                    <a:pt x="0" y="3138"/>
                    <a:pt x="0" y="694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3" name="Google Shape;363;p46"/>
          <p:cNvGrpSpPr/>
          <p:nvPr/>
        </p:nvGrpSpPr>
        <p:grpSpPr>
          <a:xfrm>
            <a:off x="8627576" y="4837922"/>
            <a:ext cx="228242" cy="290356"/>
            <a:chOff x="1729639" y="3477349"/>
            <a:chExt cx="430645" cy="547739"/>
          </a:xfrm>
        </p:grpSpPr>
        <p:sp>
          <p:nvSpPr>
            <p:cNvPr id="364" name="Google Shape;364;p46"/>
            <p:cNvSpPr/>
            <p:nvPr/>
          </p:nvSpPr>
          <p:spPr>
            <a:xfrm>
              <a:off x="1729639" y="3477349"/>
              <a:ext cx="430645" cy="547605"/>
            </a:xfrm>
            <a:custGeom>
              <a:rect b="b" l="l" r="r" t="t"/>
              <a:pathLst>
                <a:path extrusionOk="0" h="547605" w="430645">
                  <a:moveTo>
                    <a:pt x="430333" y="538324"/>
                  </a:moveTo>
                  <a:lnTo>
                    <a:pt x="426727" y="517424"/>
                  </a:lnTo>
                  <a:cubicBezTo>
                    <a:pt x="421319" y="486374"/>
                    <a:pt x="399283" y="461468"/>
                    <a:pt x="369102" y="452320"/>
                  </a:cubicBezTo>
                  <a:lnTo>
                    <a:pt x="366965" y="451652"/>
                  </a:lnTo>
                  <a:cubicBezTo>
                    <a:pt x="367833" y="450784"/>
                    <a:pt x="368635" y="449916"/>
                    <a:pt x="369369" y="448915"/>
                  </a:cubicBezTo>
                  <a:cubicBezTo>
                    <a:pt x="378517" y="437230"/>
                    <a:pt x="378717" y="419935"/>
                    <a:pt x="369970" y="401439"/>
                  </a:cubicBezTo>
                  <a:cubicBezTo>
                    <a:pt x="368100" y="397433"/>
                    <a:pt x="363293" y="395697"/>
                    <a:pt x="359286" y="397566"/>
                  </a:cubicBezTo>
                  <a:cubicBezTo>
                    <a:pt x="355280" y="399436"/>
                    <a:pt x="353544" y="404244"/>
                    <a:pt x="355414" y="408250"/>
                  </a:cubicBezTo>
                  <a:cubicBezTo>
                    <a:pt x="361423" y="421070"/>
                    <a:pt x="361891" y="432288"/>
                    <a:pt x="356682" y="439032"/>
                  </a:cubicBezTo>
                  <a:cubicBezTo>
                    <a:pt x="351808" y="445309"/>
                    <a:pt x="341725" y="447713"/>
                    <a:pt x="328971" y="445710"/>
                  </a:cubicBezTo>
                  <a:cubicBezTo>
                    <a:pt x="323429" y="444842"/>
                    <a:pt x="317754" y="446377"/>
                    <a:pt x="313413" y="449850"/>
                  </a:cubicBezTo>
                  <a:cubicBezTo>
                    <a:pt x="309073" y="453389"/>
                    <a:pt x="306402" y="458597"/>
                    <a:pt x="306135" y="464206"/>
                  </a:cubicBezTo>
                  <a:cubicBezTo>
                    <a:pt x="305467" y="477026"/>
                    <a:pt x="300994" y="486441"/>
                    <a:pt x="293849" y="489913"/>
                  </a:cubicBezTo>
                  <a:cubicBezTo>
                    <a:pt x="286704" y="493386"/>
                    <a:pt x="276555" y="491182"/>
                    <a:pt x="266005" y="483770"/>
                  </a:cubicBezTo>
                  <a:cubicBezTo>
                    <a:pt x="261397" y="480565"/>
                    <a:pt x="255655" y="479430"/>
                    <a:pt x="250246" y="480699"/>
                  </a:cubicBezTo>
                  <a:cubicBezTo>
                    <a:pt x="244771" y="481967"/>
                    <a:pt x="240097" y="485506"/>
                    <a:pt x="237426" y="490381"/>
                  </a:cubicBezTo>
                  <a:cubicBezTo>
                    <a:pt x="231216" y="501665"/>
                    <a:pt x="223070" y="508076"/>
                    <a:pt x="215124" y="508076"/>
                  </a:cubicBezTo>
                  <a:cubicBezTo>
                    <a:pt x="207178" y="508076"/>
                    <a:pt x="199031" y="501599"/>
                    <a:pt x="192821" y="490381"/>
                  </a:cubicBezTo>
                  <a:cubicBezTo>
                    <a:pt x="190084" y="485506"/>
                    <a:pt x="185410" y="481967"/>
                    <a:pt x="180001" y="480699"/>
                  </a:cubicBezTo>
                  <a:cubicBezTo>
                    <a:pt x="174526" y="479430"/>
                    <a:pt x="168783" y="480565"/>
                    <a:pt x="164243" y="483770"/>
                  </a:cubicBezTo>
                  <a:cubicBezTo>
                    <a:pt x="153692" y="491182"/>
                    <a:pt x="143543" y="493386"/>
                    <a:pt x="136398" y="489913"/>
                  </a:cubicBezTo>
                  <a:cubicBezTo>
                    <a:pt x="129254" y="486441"/>
                    <a:pt x="124780" y="477093"/>
                    <a:pt x="124112" y="464206"/>
                  </a:cubicBezTo>
                  <a:cubicBezTo>
                    <a:pt x="123845" y="458597"/>
                    <a:pt x="121174" y="453389"/>
                    <a:pt x="116834" y="449850"/>
                  </a:cubicBezTo>
                  <a:cubicBezTo>
                    <a:pt x="112494" y="446311"/>
                    <a:pt x="106818" y="444842"/>
                    <a:pt x="101276" y="445710"/>
                  </a:cubicBezTo>
                  <a:cubicBezTo>
                    <a:pt x="88589" y="447713"/>
                    <a:pt x="78439" y="445309"/>
                    <a:pt x="73565" y="439032"/>
                  </a:cubicBezTo>
                  <a:cubicBezTo>
                    <a:pt x="68757" y="432822"/>
                    <a:pt x="68757" y="422606"/>
                    <a:pt x="73565" y="410921"/>
                  </a:cubicBezTo>
                  <a:cubicBezTo>
                    <a:pt x="79174" y="397500"/>
                    <a:pt x="90125" y="383945"/>
                    <a:pt x="104481" y="372727"/>
                  </a:cubicBezTo>
                  <a:cubicBezTo>
                    <a:pt x="109422" y="368921"/>
                    <a:pt x="114497" y="365515"/>
                    <a:pt x="119772" y="362577"/>
                  </a:cubicBezTo>
                  <a:cubicBezTo>
                    <a:pt x="130923" y="375331"/>
                    <a:pt x="142541" y="386081"/>
                    <a:pt x="154427" y="394562"/>
                  </a:cubicBezTo>
                  <a:cubicBezTo>
                    <a:pt x="158033" y="397166"/>
                    <a:pt x="163041" y="396298"/>
                    <a:pt x="165645" y="392692"/>
                  </a:cubicBezTo>
                  <a:cubicBezTo>
                    <a:pt x="168249" y="389086"/>
                    <a:pt x="167381" y="384078"/>
                    <a:pt x="163775" y="381474"/>
                  </a:cubicBezTo>
                  <a:cubicBezTo>
                    <a:pt x="151422" y="372660"/>
                    <a:pt x="139203" y="361042"/>
                    <a:pt x="127584" y="347019"/>
                  </a:cubicBezTo>
                  <a:cubicBezTo>
                    <a:pt x="123845" y="342545"/>
                    <a:pt x="120239" y="337805"/>
                    <a:pt x="116700" y="332930"/>
                  </a:cubicBezTo>
                  <a:cubicBezTo>
                    <a:pt x="94598" y="304685"/>
                    <a:pt x="94932" y="271699"/>
                    <a:pt x="94999" y="229966"/>
                  </a:cubicBezTo>
                  <a:cubicBezTo>
                    <a:pt x="94999" y="197181"/>
                    <a:pt x="100942" y="168735"/>
                    <a:pt x="112560" y="145365"/>
                  </a:cubicBezTo>
                  <a:cubicBezTo>
                    <a:pt x="114497" y="141425"/>
                    <a:pt x="118303" y="138687"/>
                    <a:pt x="122710" y="138086"/>
                  </a:cubicBezTo>
                  <a:cubicBezTo>
                    <a:pt x="137467" y="135282"/>
                    <a:pt x="157031" y="139155"/>
                    <a:pt x="170386" y="149972"/>
                  </a:cubicBezTo>
                  <a:cubicBezTo>
                    <a:pt x="181270" y="158386"/>
                    <a:pt x="196360" y="162659"/>
                    <a:pt x="215124" y="162659"/>
                  </a:cubicBezTo>
                  <a:cubicBezTo>
                    <a:pt x="233887" y="162659"/>
                    <a:pt x="248911" y="158386"/>
                    <a:pt x="259795" y="150039"/>
                  </a:cubicBezTo>
                  <a:cubicBezTo>
                    <a:pt x="273082" y="139622"/>
                    <a:pt x="290911" y="135215"/>
                    <a:pt x="307471" y="137953"/>
                  </a:cubicBezTo>
                  <a:cubicBezTo>
                    <a:pt x="311878" y="138554"/>
                    <a:pt x="315684" y="141292"/>
                    <a:pt x="317620" y="145231"/>
                  </a:cubicBezTo>
                  <a:cubicBezTo>
                    <a:pt x="329305" y="168602"/>
                    <a:pt x="335248" y="197114"/>
                    <a:pt x="335248" y="229966"/>
                  </a:cubicBezTo>
                  <a:cubicBezTo>
                    <a:pt x="335916" y="270230"/>
                    <a:pt x="334514" y="307423"/>
                    <a:pt x="313547" y="332930"/>
                  </a:cubicBezTo>
                  <a:cubicBezTo>
                    <a:pt x="309941" y="337938"/>
                    <a:pt x="306135" y="342813"/>
                    <a:pt x="302329" y="347420"/>
                  </a:cubicBezTo>
                  <a:cubicBezTo>
                    <a:pt x="273750" y="381741"/>
                    <a:pt x="242768" y="400638"/>
                    <a:pt x="215124" y="400638"/>
                  </a:cubicBezTo>
                  <a:cubicBezTo>
                    <a:pt x="208713" y="400638"/>
                    <a:pt x="201969" y="399570"/>
                    <a:pt x="195159" y="397566"/>
                  </a:cubicBezTo>
                  <a:cubicBezTo>
                    <a:pt x="190885" y="396298"/>
                    <a:pt x="186411" y="398701"/>
                    <a:pt x="185143" y="402908"/>
                  </a:cubicBezTo>
                  <a:cubicBezTo>
                    <a:pt x="183874" y="407115"/>
                    <a:pt x="186278" y="411655"/>
                    <a:pt x="190484" y="412924"/>
                  </a:cubicBezTo>
                  <a:cubicBezTo>
                    <a:pt x="198764" y="415395"/>
                    <a:pt x="207044" y="416663"/>
                    <a:pt x="215057" y="416663"/>
                  </a:cubicBezTo>
                  <a:cubicBezTo>
                    <a:pt x="246173" y="416663"/>
                    <a:pt x="279827" y="397500"/>
                    <a:pt x="310409" y="362577"/>
                  </a:cubicBezTo>
                  <a:cubicBezTo>
                    <a:pt x="315617" y="365515"/>
                    <a:pt x="320758" y="368921"/>
                    <a:pt x="325700" y="372727"/>
                  </a:cubicBezTo>
                  <a:cubicBezTo>
                    <a:pt x="328838" y="375197"/>
                    <a:pt x="331909" y="377801"/>
                    <a:pt x="334781" y="380539"/>
                  </a:cubicBezTo>
                  <a:cubicBezTo>
                    <a:pt x="336316" y="382008"/>
                    <a:pt x="338320" y="382743"/>
                    <a:pt x="340323" y="382743"/>
                  </a:cubicBezTo>
                  <a:cubicBezTo>
                    <a:pt x="342460" y="382743"/>
                    <a:pt x="344530" y="381941"/>
                    <a:pt x="346132" y="380272"/>
                  </a:cubicBezTo>
                  <a:cubicBezTo>
                    <a:pt x="349204" y="377067"/>
                    <a:pt x="349070" y="371992"/>
                    <a:pt x="345865" y="368921"/>
                  </a:cubicBezTo>
                  <a:cubicBezTo>
                    <a:pt x="342660" y="365849"/>
                    <a:pt x="339188" y="362844"/>
                    <a:pt x="335582" y="360040"/>
                  </a:cubicBezTo>
                  <a:cubicBezTo>
                    <a:pt x="330774" y="356301"/>
                    <a:pt x="325833" y="352962"/>
                    <a:pt x="320758" y="349957"/>
                  </a:cubicBezTo>
                  <a:cubicBezTo>
                    <a:pt x="322695" y="347420"/>
                    <a:pt x="324631" y="344882"/>
                    <a:pt x="326568" y="342212"/>
                  </a:cubicBezTo>
                  <a:cubicBezTo>
                    <a:pt x="332978" y="333331"/>
                    <a:pt x="337785" y="324984"/>
                    <a:pt x="341324" y="316504"/>
                  </a:cubicBezTo>
                  <a:cubicBezTo>
                    <a:pt x="368100" y="315102"/>
                    <a:pt x="389535" y="292866"/>
                    <a:pt x="389535" y="265756"/>
                  </a:cubicBezTo>
                  <a:cubicBezTo>
                    <a:pt x="389535" y="248395"/>
                    <a:pt x="378116" y="233639"/>
                    <a:pt x="362425" y="228564"/>
                  </a:cubicBezTo>
                  <a:cubicBezTo>
                    <a:pt x="374177" y="216812"/>
                    <a:pt x="383992" y="203190"/>
                    <a:pt x="391271" y="188300"/>
                  </a:cubicBezTo>
                  <a:cubicBezTo>
                    <a:pt x="401354" y="167800"/>
                    <a:pt x="406628" y="144831"/>
                    <a:pt x="406628" y="121994"/>
                  </a:cubicBezTo>
                  <a:lnTo>
                    <a:pt x="406628" y="77790"/>
                  </a:lnTo>
                  <a:cubicBezTo>
                    <a:pt x="406628" y="75053"/>
                    <a:pt x="405226" y="72515"/>
                    <a:pt x="402889" y="71046"/>
                  </a:cubicBezTo>
                  <a:cubicBezTo>
                    <a:pt x="400552" y="69577"/>
                    <a:pt x="397681" y="69377"/>
                    <a:pt x="395210" y="70579"/>
                  </a:cubicBezTo>
                  <a:cubicBezTo>
                    <a:pt x="376314" y="79393"/>
                    <a:pt x="349671" y="84468"/>
                    <a:pt x="322094" y="84468"/>
                  </a:cubicBezTo>
                  <a:cubicBezTo>
                    <a:pt x="302997" y="84468"/>
                    <a:pt x="284567" y="82131"/>
                    <a:pt x="268475" y="77657"/>
                  </a:cubicBezTo>
                  <a:cubicBezTo>
                    <a:pt x="253184" y="41399"/>
                    <a:pt x="223003" y="4874"/>
                    <a:pt x="221333" y="2871"/>
                  </a:cubicBezTo>
                  <a:cubicBezTo>
                    <a:pt x="219798" y="1068"/>
                    <a:pt x="217527" y="0"/>
                    <a:pt x="215190" y="0"/>
                  </a:cubicBezTo>
                  <a:cubicBezTo>
                    <a:pt x="212853" y="0"/>
                    <a:pt x="210516" y="1068"/>
                    <a:pt x="209047" y="2871"/>
                  </a:cubicBezTo>
                  <a:cubicBezTo>
                    <a:pt x="207378" y="4941"/>
                    <a:pt x="177197" y="41466"/>
                    <a:pt x="161905" y="77657"/>
                  </a:cubicBezTo>
                  <a:cubicBezTo>
                    <a:pt x="147015" y="81797"/>
                    <a:pt x="129988" y="84134"/>
                    <a:pt x="112427" y="84401"/>
                  </a:cubicBezTo>
                  <a:cubicBezTo>
                    <a:pt x="108020" y="84468"/>
                    <a:pt x="104481" y="88140"/>
                    <a:pt x="104548" y="92547"/>
                  </a:cubicBezTo>
                  <a:cubicBezTo>
                    <a:pt x="104614" y="96954"/>
                    <a:pt x="108220" y="100427"/>
                    <a:pt x="112560" y="100427"/>
                  </a:cubicBezTo>
                  <a:cubicBezTo>
                    <a:pt x="126115" y="100293"/>
                    <a:pt x="142742" y="98423"/>
                    <a:pt x="155696" y="95619"/>
                  </a:cubicBezTo>
                  <a:cubicBezTo>
                    <a:pt x="154093" y="101762"/>
                    <a:pt x="153225" y="107705"/>
                    <a:pt x="153225" y="113314"/>
                  </a:cubicBezTo>
                  <a:cubicBezTo>
                    <a:pt x="153225" y="116986"/>
                    <a:pt x="153559" y="120525"/>
                    <a:pt x="154293" y="123864"/>
                  </a:cubicBezTo>
                  <a:cubicBezTo>
                    <a:pt x="144945" y="120993"/>
                    <a:pt x="131390" y="120325"/>
                    <a:pt x="120573" y="122061"/>
                  </a:cubicBezTo>
                  <a:cubicBezTo>
                    <a:pt x="110958" y="123463"/>
                    <a:pt x="102678" y="129473"/>
                    <a:pt x="98338" y="138086"/>
                  </a:cubicBezTo>
                  <a:cubicBezTo>
                    <a:pt x="87120" y="160589"/>
                    <a:pt x="80710" y="187165"/>
                    <a:pt x="79374" y="217279"/>
                  </a:cubicBezTo>
                  <a:cubicBezTo>
                    <a:pt x="68891" y="206796"/>
                    <a:pt x="60077" y="194576"/>
                    <a:pt x="53600" y="181289"/>
                  </a:cubicBezTo>
                  <a:cubicBezTo>
                    <a:pt x="44585" y="162993"/>
                    <a:pt x="39844" y="142494"/>
                    <a:pt x="39844" y="122061"/>
                  </a:cubicBezTo>
                  <a:lnTo>
                    <a:pt x="39844" y="89743"/>
                  </a:lnTo>
                  <a:cubicBezTo>
                    <a:pt x="50128" y="93415"/>
                    <a:pt x="61746" y="96220"/>
                    <a:pt x="74032" y="98023"/>
                  </a:cubicBezTo>
                  <a:cubicBezTo>
                    <a:pt x="78439" y="98690"/>
                    <a:pt x="82513" y="95619"/>
                    <a:pt x="83113" y="91279"/>
                  </a:cubicBezTo>
                  <a:cubicBezTo>
                    <a:pt x="83714" y="86938"/>
                    <a:pt x="80710" y="82798"/>
                    <a:pt x="76369" y="82198"/>
                  </a:cubicBezTo>
                  <a:cubicBezTo>
                    <a:pt x="60811" y="79860"/>
                    <a:pt x="46589" y="75854"/>
                    <a:pt x="35237" y="70579"/>
                  </a:cubicBezTo>
                  <a:cubicBezTo>
                    <a:pt x="32767" y="69444"/>
                    <a:pt x="29829" y="69577"/>
                    <a:pt x="27558" y="71046"/>
                  </a:cubicBezTo>
                  <a:cubicBezTo>
                    <a:pt x="25221" y="72515"/>
                    <a:pt x="23819" y="75053"/>
                    <a:pt x="23819" y="77790"/>
                  </a:cubicBezTo>
                  <a:lnTo>
                    <a:pt x="23819" y="121994"/>
                  </a:lnTo>
                  <a:cubicBezTo>
                    <a:pt x="23819" y="144831"/>
                    <a:pt x="29161" y="167800"/>
                    <a:pt x="39177" y="188300"/>
                  </a:cubicBezTo>
                  <a:cubicBezTo>
                    <a:pt x="46455" y="203123"/>
                    <a:pt x="56271" y="216812"/>
                    <a:pt x="68023" y="228564"/>
                  </a:cubicBezTo>
                  <a:cubicBezTo>
                    <a:pt x="52331" y="233639"/>
                    <a:pt x="40913" y="248395"/>
                    <a:pt x="40913" y="265756"/>
                  </a:cubicBezTo>
                  <a:cubicBezTo>
                    <a:pt x="40913" y="292866"/>
                    <a:pt x="62280" y="315102"/>
                    <a:pt x="89123" y="316504"/>
                  </a:cubicBezTo>
                  <a:cubicBezTo>
                    <a:pt x="92662" y="324984"/>
                    <a:pt x="97403" y="333331"/>
                    <a:pt x="103880" y="342212"/>
                  </a:cubicBezTo>
                  <a:cubicBezTo>
                    <a:pt x="105749" y="344816"/>
                    <a:pt x="107686" y="347420"/>
                    <a:pt x="109689" y="349957"/>
                  </a:cubicBezTo>
                  <a:cubicBezTo>
                    <a:pt x="104614" y="352962"/>
                    <a:pt x="99673" y="356301"/>
                    <a:pt x="94865" y="360040"/>
                  </a:cubicBezTo>
                  <a:cubicBezTo>
                    <a:pt x="58941" y="388085"/>
                    <a:pt x="44118" y="427147"/>
                    <a:pt x="61078" y="448848"/>
                  </a:cubicBezTo>
                  <a:cubicBezTo>
                    <a:pt x="61879" y="449850"/>
                    <a:pt x="62681" y="450784"/>
                    <a:pt x="63616" y="451652"/>
                  </a:cubicBezTo>
                  <a:lnTo>
                    <a:pt x="61546" y="452253"/>
                  </a:lnTo>
                  <a:cubicBezTo>
                    <a:pt x="31298" y="461335"/>
                    <a:pt x="9196" y="486308"/>
                    <a:pt x="3720" y="517424"/>
                  </a:cubicBezTo>
                  <a:lnTo>
                    <a:pt x="114" y="538190"/>
                  </a:lnTo>
                  <a:cubicBezTo>
                    <a:pt x="-620" y="542531"/>
                    <a:pt x="2251" y="546737"/>
                    <a:pt x="6658" y="547472"/>
                  </a:cubicBezTo>
                  <a:cubicBezTo>
                    <a:pt x="7126" y="547539"/>
                    <a:pt x="7593" y="547605"/>
                    <a:pt x="8060" y="547605"/>
                  </a:cubicBezTo>
                  <a:cubicBezTo>
                    <a:pt x="11867" y="547605"/>
                    <a:pt x="15272" y="544868"/>
                    <a:pt x="15940" y="540928"/>
                  </a:cubicBezTo>
                  <a:lnTo>
                    <a:pt x="19545" y="520162"/>
                  </a:lnTo>
                  <a:cubicBezTo>
                    <a:pt x="22884" y="500797"/>
                    <a:pt x="34302" y="484371"/>
                    <a:pt x="50595" y="474489"/>
                  </a:cubicBezTo>
                  <a:lnTo>
                    <a:pt x="50595" y="539526"/>
                  </a:lnTo>
                  <a:cubicBezTo>
                    <a:pt x="50595" y="543933"/>
                    <a:pt x="54201" y="547539"/>
                    <a:pt x="58608" y="547539"/>
                  </a:cubicBezTo>
                  <a:cubicBezTo>
                    <a:pt x="63015" y="547539"/>
                    <a:pt x="66621" y="543933"/>
                    <a:pt x="66621" y="539526"/>
                  </a:cubicBezTo>
                  <a:lnTo>
                    <a:pt x="66621" y="467411"/>
                  </a:lnTo>
                  <a:lnTo>
                    <a:pt x="82646" y="462603"/>
                  </a:lnTo>
                  <a:lnTo>
                    <a:pt x="82646" y="482301"/>
                  </a:lnTo>
                  <a:cubicBezTo>
                    <a:pt x="82646" y="486708"/>
                    <a:pt x="86252" y="490314"/>
                    <a:pt x="90659" y="490314"/>
                  </a:cubicBezTo>
                  <a:cubicBezTo>
                    <a:pt x="95066" y="490314"/>
                    <a:pt x="98671" y="486708"/>
                    <a:pt x="98671" y="482301"/>
                  </a:cubicBezTo>
                  <a:lnTo>
                    <a:pt x="98671" y="462069"/>
                  </a:lnTo>
                  <a:cubicBezTo>
                    <a:pt x="100408" y="461935"/>
                    <a:pt x="102077" y="461735"/>
                    <a:pt x="103880" y="461468"/>
                  </a:cubicBezTo>
                  <a:cubicBezTo>
                    <a:pt x="105282" y="461268"/>
                    <a:pt x="106350" y="461869"/>
                    <a:pt x="106818" y="462269"/>
                  </a:cubicBezTo>
                  <a:cubicBezTo>
                    <a:pt x="107285" y="462670"/>
                    <a:pt x="108086" y="463538"/>
                    <a:pt x="108220" y="464940"/>
                  </a:cubicBezTo>
                  <a:cubicBezTo>
                    <a:pt x="109222" y="484037"/>
                    <a:pt x="116767" y="497993"/>
                    <a:pt x="129521" y="504203"/>
                  </a:cubicBezTo>
                  <a:cubicBezTo>
                    <a:pt x="142274" y="510413"/>
                    <a:pt x="157899" y="507809"/>
                    <a:pt x="173591" y="496791"/>
                  </a:cubicBezTo>
                  <a:cubicBezTo>
                    <a:pt x="174793" y="495990"/>
                    <a:pt x="175928" y="496056"/>
                    <a:pt x="176596" y="496190"/>
                  </a:cubicBezTo>
                  <a:cubicBezTo>
                    <a:pt x="177197" y="496324"/>
                    <a:pt x="178332" y="496724"/>
                    <a:pt x="178999" y="497993"/>
                  </a:cubicBezTo>
                  <a:cubicBezTo>
                    <a:pt x="186478" y="511548"/>
                    <a:pt x="196360" y="520162"/>
                    <a:pt x="207311" y="522966"/>
                  </a:cubicBezTo>
                  <a:lnTo>
                    <a:pt x="207311" y="539526"/>
                  </a:lnTo>
                  <a:cubicBezTo>
                    <a:pt x="207311" y="543933"/>
                    <a:pt x="210917" y="547539"/>
                    <a:pt x="215324" y="547539"/>
                  </a:cubicBezTo>
                  <a:cubicBezTo>
                    <a:pt x="219731" y="547539"/>
                    <a:pt x="223337" y="543933"/>
                    <a:pt x="223337" y="539526"/>
                  </a:cubicBezTo>
                  <a:lnTo>
                    <a:pt x="223337" y="522966"/>
                  </a:lnTo>
                  <a:cubicBezTo>
                    <a:pt x="234287" y="520162"/>
                    <a:pt x="244170" y="511548"/>
                    <a:pt x="251648" y="497993"/>
                  </a:cubicBezTo>
                  <a:cubicBezTo>
                    <a:pt x="252316" y="496724"/>
                    <a:pt x="253451" y="496324"/>
                    <a:pt x="254052" y="496190"/>
                  </a:cubicBezTo>
                  <a:cubicBezTo>
                    <a:pt x="254653" y="496056"/>
                    <a:pt x="255855" y="495923"/>
                    <a:pt x="257057" y="496791"/>
                  </a:cubicBezTo>
                  <a:cubicBezTo>
                    <a:pt x="272749" y="507809"/>
                    <a:pt x="288374" y="510413"/>
                    <a:pt x="301127" y="504203"/>
                  </a:cubicBezTo>
                  <a:cubicBezTo>
                    <a:pt x="313881" y="497993"/>
                    <a:pt x="321426" y="484037"/>
                    <a:pt x="322428" y="464940"/>
                  </a:cubicBezTo>
                  <a:cubicBezTo>
                    <a:pt x="322494" y="463471"/>
                    <a:pt x="323296" y="462603"/>
                    <a:pt x="323830" y="462269"/>
                  </a:cubicBezTo>
                  <a:cubicBezTo>
                    <a:pt x="324297" y="461869"/>
                    <a:pt x="325299" y="461268"/>
                    <a:pt x="326768" y="461468"/>
                  </a:cubicBezTo>
                  <a:cubicBezTo>
                    <a:pt x="328905" y="461802"/>
                    <a:pt x="330975" y="462069"/>
                    <a:pt x="333045" y="462203"/>
                  </a:cubicBezTo>
                  <a:lnTo>
                    <a:pt x="333045" y="539593"/>
                  </a:lnTo>
                  <a:cubicBezTo>
                    <a:pt x="333045" y="544000"/>
                    <a:pt x="336650" y="547605"/>
                    <a:pt x="341057" y="547605"/>
                  </a:cubicBezTo>
                  <a:cubicBezTo>
                    <a:pt x="345464" y="547605"/>
                    <a:pt x="349070" y="544000"/>
                    <a:pt x="349070" y="539593"/>
                  </a:cubicBezTo>
                  <a:lnTo>
                    <a:pt x="349070" y="462870"/>
                  </a:lnTo>
                  <a:cubicBezTo>
                    <a:pt x="349070" y="462870"/>
                    <a:pt x="364161" y="467411"/>
                    <a:pt x="365096" y="467745"/>
                  </a:cubicBezTo>
                  <a:lnTo>
                    <a:pt x="365096" y="539593"/>
                  </a:lnTo>
                  <a:cubicBezTo>
                    <a:pt x="365096" y="544000"/>
                    <a:pt x="368701" y="547605"/>
                    <a:pt x="373108" y="547605"/>
                  </a:cubicBezTo>
                  <a:cubicBezTo>
                    <a:pt x="377515" y="547605"/>
                    <a:pt x="381121" y="544000"/>
                    <a:pt x="381121" y="539593"/>
                  </a:cubicBezTo>
                  <a:lnTo>
                    <a:pt x="381121" y="475090"/>
                  </a:lnTo>
                  <a:cubicBezTo>
                    <a:pt x="396813" y="485039"/>
                    <a:pt x="407764" y="501131"/>
                    <a:pt x="411102" y="520028"/>
                  </a:cubicBezTo>
                  <a:lnTo>
                    <a:pt x="414708" y="540928"/>
                  </a:lnTo>
                  <a:cubicBezTo>
                    <a:pt x="415376" y="544801"/>
                    <a:pt x="418781" y="547605"/>
                    <a:pt x="422587" y="547605"/>
                  </a:cubicBezTo>
                  <a:cubicBezTo>
                    <a:pt x="423055" y="547605"/>
                    <a:pt x="423522" y="547605"/>
                    <a:pt x="423989" y="547472"/>
                  </a:cubicBezTo>
                  <a:cubicBezTo>
                    <a:pt x="428330" y="546737"/>
                    <a:pt x="431268" y="542531"/>
                    <a:pt x="430533" y="538190"/>
                  </a:cubicBezTo>
                  <a:lnTo>
                    <a:pt x="430533" y="538190"/>
                  </a:lnTo>
                  <a:close/>
                  <a:moveTo>
                    <a:pt x="373442" y="265890"/>
                  </a:moveTo>
                  <a:cubicBezTo>
                    <a:pt x="373442" y="282316"/>
                    <a:pt x="362024" y="296071"/>
                    <a:pt x="346733" y="299677"/>
                  </a:cubicBezTo>
                  <a:cubicBezTo>
                    <a:pt x="350272" y="284920"/>
                    <a:pt x="351274" y="264221"/>
                    <a:pt x="351274" y="242920"/>
                  </a:cubicBezTo>
                  <a:cubicBezTo>
                    <a:pt x="363560" y="243388"/>
                    <a:pt x="373442" y="253470"/>
                    <a:pt x="373442" y="265890"/>
                  </a:cubicBezTo>
                  <a:close/>
                  <a:moveTo>
                    <a:pt x="322094" y="100627"/>
                  </a:moveTo>
                  <a:cubicBezTo>
                    <a:pt x="347201" y="100627"/>
                    <a:pt x="371039" y="96821"/>
                    <a:pt x="390536" y="89876"/>
                  </a:cubicBezTo>
                  <a:lnTo>
                    <a:pt x="390536" y="122194"/>
                  </a:lnTo>
                  <a:cubicBezTo>
                    <a:pt x="390536" y="157851"/>
                    <a:pt x="375980" y="192373"/>
                    <a:pt x="351007" y="217413"/>
                  </a:cubicBezTo>
                  <a:cubicBezTo>
                    <a:pt x="349604" y="187298"/>
                    <a:pt x="343261" y="160656"/>
                    <a:pt x="331976" y="138086"/>
                  </a:cubicBezTo>
                  <a:cubicBezTo>
                    <a:pt x="327636" y="129473"/>
                    <a:pt x="319356" y="123463"/>
                    <a:pt x="309741" y="122128"/>
                  </a:cubicBezTo>
                  <a:cubicBezTo>
                    <a:pt x="300593" y="120659"/>
                    <a:pt x="286704" y="120792"/>
                    <a:pt x="276154" y="124064"/>
                  </a:cubicBezTo>
                  <a:cubicBezTo>
                    <a:pt x="276822" y="120725"/>
                    <a:pt x="277222" y="117187"/>
                    <a:pt x="277222" y="113514"/>
                  </a:cubicBezTo>
                  <a:cubicBezTo>
                    <a:pt x="277222" y="107972"/>
                    <a:pt x="276288" y="101962"/>
                    <a:pt x="274752" y="95886"/>
                  </a:cubicBezTo>
                  <a:cubicBezTo>
                    <a:pt x="289509" y="99024"/>
                    <a:pt x="305668" y="100694"/>
                    <a:pt x="322161" y="100694"/>
                  </a:cubicBezTo>
                  <a:lnTo>
                    <a:pt x="322161" y="100694"/>
                  </a:lnTo>
                  <a:close/>
                  <a:moveTo>
                    <a:pt x="179734" y="136885"/>
                  </a:moveTo>
                  <a:cubicBezTo>
                    <a:pt x="172723" y="131209"/>
                    <a:pt x="169117" y="123330"/>
                    <a:pt x="169117" y="113447"/>
                  </a:cubicBezTo>
                  <a:cubicBezTo>
                    <a:pt x="169117" y="106904"/>
                    <a:pt x="171588" y="95819"/>
                    <a:pt x="175460" y="86404"/>
                  </a:cubicBezTo>
                  <a:cubicBezTo>
                    <a:pt x="185543" y="61231"/>
                    <a:pt x="205174" y="34054"/>
                    <a:pt x="215124" y="21033"/>
                  </a:cubicBezTo>
                  <a:cubicBezTo>
                    <a:pt x="225006" y="33921"/>
                    <a:pt x="244370" y="60763"/>
                    <a:pt x="254520" y="85736"/>
                  </a:cubicBezTo>
                  <a:cubicBezTo>
                    <a:pt x="257658" y="93415"/>
                    <a:pt x="261264" y="105167"/>
                    <a:pt x="261130" y="113447"/>
                  </a:cubicBezTo>
                  <a:cubicBezTo>
                    <a:pt x="260729" y="137886"/>
                    <a:pt x="240097" y="146366"/>
                    <a:pt x="215124" y="146633"/>
                  </a:cubicBezTo>
                  <a:cubicBezTo>
                    <a:pt x="201035" y="146767"/>
                    <a:pt x="187479" y="143228"/>
                    <a:pt x="179734" y="136885"/>
                  </a:cubicBezTo>
                  <a:lnTo>
                    <a:pt x="179734" y="136885"/>
                  </a:lnTo>
                  <a:close/>
                  <a:moveTo>
                    <a:pt x="56805" y="265890"/>
                  </a:moveTo>
                  <a:cubicBezTo>
                    <a:pt x="56805" y="253470"/>
                    <a:pt x="66687" y="243388"/>
                    <a:pt x="78973" y="242920"/>
                  </a:cubicBezTo>
                  <a:cubicBezTo>
                    <a:pt x="78973" y="262017"/>
                    <a:pt x="80042" y="285655"/>
                    <a:pt x="83514" y="299677"/>
                  </a:cubicBezTo>
                  <a:cubicBezTo>
                    <a:pt x="68223" y="296071"/>
                    <a:pt x="56805" y="282249"/>
                    <a:pt x="56805" y="265890"/>
                  </a:cubicBezTo>
                  <a:lnTo>
                    <a:pt x="56805" y="265890"/>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46"/>
            <p:cNvSpPr/>
            <p:nvPr/>
          </p:nvSpPr>
          <p:spPr>
            <a:xfrm>
              <a:off x="1812151" y="3989298"/>
              <a:ext cx="16025" cy="35790"/>
            </a:xfrm>
            <a:custGeom>
              <a:rect b="b" l="l" r="r" t="t"/>
              <a:pathLst>
                <a:path extrusionOk="0" h="35790" w="16025">
                  <a:moveTo>
                    <a:pt x="8013" y="0"/>
                  </a:moveTo>
                  <a:cubicBezTo>
                    <a:pt x="3606" y="0"/>
                    <a:pt x="0" y="3606"/>
                    <a:pt x="0" y="8013"/>
                  </a:cubicBezTo>
                  <a:lnTo>
                    <a:pt x="0" y="27777"/>
                  </a:lnTo>
                  <a:cubicBezTo>
                    <a:pt x="0" y="32185"/>
                    <a:pt x="3606" y="35790"/>
                    <a:pt x="8013" y="35790"/>
                  </a:cubicBezTo>
                  <a:cubicBezTo>
                    <a:pt x="12420" y="35790"/>
                    <a:pt x="16025" y="32185"/>
                    <a:pt x="16025" y="27777"/>
                  </a:cubicBezTo>
                  <a:lnTo>
                    <a:pt x="16025" y="8013"/>
                  </a:lnTo>
                  <a:cubicBezTo>
                    <a:pt x="16025" y="3606"/>
                    <a:pt x="12420" y="0"/>
                    <a:pt x="80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46"/>
            <p:cNvSpPr/>
            <p:nvPr/>
          </p:nvSpPr>
          <p:spPr>
            <a:xfrm>
              <a:off x="1907303" y="3715395"/>
              <a:ext cx="74919" cy="74919"/>
            </a:xfrm>
            <a:custGeom>
              <a:rect b="b" l="l" r="r" t="t"/>
              <a:pathLst>
                <a:path extrusionOk="0" h="74919" w="74919">
                  <a:moveTo>
                    <a:pt x="37460" y="74919"/>
                  </a:moveTo>
                  <a:cubicBezTo>
                    <a:pt x="58092" y="74919"/>
                    <a:pt x="74919" y="58092"/>
                    <a:pt x="74919" y="37460"/>
                  </a:cubicBezTo>
                  <a:cubicBezTo>
                    <a:pt x="74919" y="16827"/>
                    <a:pt x="58092" y="0"/>
                    <a:pt x="37460" y="0"/>
                  </a:cubicBezTo>
                  <a:cubicBezTo>
                    <a:pt x="16827" y="0"/>
                    <a:pt x="0" y="16827"/>
                    <a:pt x="0" y="37460"/>
                  </a:cubicBezTo>
                  <a:cubicBezTo>
                    <a:pt x="0" y="58092"/>
                    <a:pt x="16827" y="74919"/>
                    <a:pt x="37460" y="74919"/>
                  </a:cubicBezTo>
                  <a:close/>
                  <a:moveTo>
                    <a:pt x="37460" y="16092"/>
                  </a:moveTo>
                  <a:cubicBezTo>
                    <a:pt x="49278" y="16092"/>
                    <a:pt x="58827" y="25708"/>
                    <a:pt x="58827" y="37460"/>
                  </a:cubicBezTo>
                  <a:cubicBezTo>
                    <a:pt x="58827" y="49212"/>
                    <a:pt x="49212" y="58827"/>
                    <a:pt x="37460" y="58827"/>
                  </a:cubicBezTo>
                  <a:cubicBezTo>
                    <a:pt x="25707" y="58827"/>
                    <a:pt x="16092" y="49212"/>
                    <a:pt x="16092" y="37460"/>
                  </a:cubicBezTo>
                  <a:cubicBezTo>
                    <a:pt x="16092" y="25708"/>
                    <a:pt x="25707" y="16092"/>
                    <a:pt x="37460" y="16092"/>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46"/>
            <p:cNvSpPr/>
            <p:nvPr/>
          </p:nvSpPr>
          <p:spPr>
            <a:xfrm>
              <a:off x="1996111" y="3695096"/>
              <a:ext cx="16025" cy="32050"/>
            </a:xfrm>
            <a:custGeom>
              <a:rect b="b" l="l" r="r" t="t"/>
              <a:pathLst>
                <a:path extrusionOk="0" h="32050" w="16025">
                  <a:moveTo>
                    <a:pt x="8013" y="0"/>
                  </a:moveTo>
                  <a:cubicBezTo>
                    <a:pt x="3606" y="0"/>
                    <a:pt x="0" y="3606"/>
                    <a:pt x="0" y="8013"/>
                  </a:cubicBezTo>
                  <a:lnTo>
                    <a:pt x="0" y="24038"/>
                  </a:lnTo>
                  <a:cubicBezTo>
                    <a:pt x="0" y="28445"/>
                    <a:pt x="3606" y="32051"/>
                    <a:pt x="8013" y="32051"/>
                  </a:cubicBezTo>
                  <a:cubicBezTo>
                    <a:pt x="12420" y="32051"/>
                    <a:pt x="16025" y="28445"/>
                    <a:pt x="16025" y="24038"/>
                  </a:cubicBezTo>
                  <a:lnTo>
                    <a:pt x="16025" y="8013"/>
                  </a:lnTo>
                  <a:cubicBezTo>
                    <a:pt x="16025" y="3606"/>
                    <a:pt x="12420" y="0"/>
                    <a:pt x="80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46"/>
            <p:cNvSpPr/>
            <p:nvPr/>
          </p:nvSpPr>
          <p:spPr>
            <a:xfrm>
              <a:off x="1877389" y="3695096"/>
              <a:ext cx="16025" cy="32050"/>
            </a:xfrm>
            <a:custGeom>
              <a:rect b="b" l="l" r="r" t="t"/>
              <a:pathLst>
                <a:path extrusionOk="0" h="32050" w="16025">
                  <a:moveTo>
                    <a:pt x="8013" y="0"/>
                  </a:moveTo>
                  <a:cubicBezTo>
                    <a:pt x="3606" y="0"/>
                    <a:pt x="0" y="3606"/>
                    <a:pt x="0" y="8013"/>
                  </a:cubicBezTo>
                  <a:lnTo>
                    <a:pt x="0" y="24038"/>
                  </a:lnTo>
                  <a:cubicBezTo>
                    <a:pt x="0" y="28445"/>
                    <a:pt x="3606" y="32051"/>
                    <a:pt x="8013" y="32051"/>
                  </a:cubicBezTo>
                  <a:cubicBezTo>
                    <a:pt x="12420" y="32051"/>
                    <a:pt x="16025" y="28445"/>
                    <a:pt x="16025" y="24038"/>
                  </a:cubicBezTo>
                  <a:lnTo>
                    <a:pt x="16025" y="8013"/>
                  </a:lnTo>
                  <a:cubicBezTo>
                    <a:pt x="16025" y="3606"/>
                    <a:pt x="12420" y="0"/>
                    <a:pt x="80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46"/>
            <p:cNvSpPr/>
            <p:nvPr/>
          </p:nvSpPr>
          <p:spPr>
            <a:xfrm>
              <a:off x="1901772" y="3803134"/>
              <a:ext cx="87049" cy="48143"/>
            </a:xfrm>
            <a:custGeom>
              <a:rect b="b" l="l" r="r" t="t"/>
              <a:pathLst>
                <a:path extrusionOk="0" h="48143" w="87049">
                  <a:moveTo>
                    <a:pt x="75843" y="0"/>
                  </a:moveTo>
                  <a:lnTo>
                    <a:pt x="11273" y="0"/>
                  </a:lnTo>
                  <a:cubicBezTo>
                    <a:pt x="7735" y="0"/>
                    <a:pt x="4396" y="1669"/>
                    <a:pt x="2259" y="4474"/>
                  </a:cubicBezTo>
                  <a:cubicBezTo>
                    <a:pt x="122" y="7345"/>
                    <a:pt x="-545" y="10951"/>
                    <a:pt x="456" y="14356"/>
                  </a:cubicBezTo>
                  <a:cubicBezTo>
                    <a:pt x="4396" y="27911"/>
                    <a:pt x="19153" y="48143"/>
                    <a:pt x="43525" y="48143"/>
                  </a:cubicBezTo>
                  <a:cubicBezTo>
                    <a:pt x="67897" y="48143"/>
                    <a:pt x="82654" y="27978"/>
                    <a:pt x="86593" y="14356"/>
                  </a:cubicBezTo>
                  <a:cubicBezTo>
                    <a:pt x="87595" y="10951"/>
                    <a:pt x="86927" y="7345"/>
                    <a:pt x="84791" y="4474"/>
                  </a:cubicBezTo>
                  <a:cubicBezTo>
                    <a:pt x="82654" y="1669"/>
                    <a:pt x="79315" y="0"/>
                    <a:pt x="75776" y="0"/>
                  </a:cubicBezTo>
                  <a:close/>
                  <a:moveTo>
                    <a:pt x="43525" y="32118"/>
                  </a:moveTo>
                  <a:cubicBezTo>
                    <a:pt x="30704" y="32118"/>
                    <a:pt x="22625" y="23103"/>
                    <a:pt x="18619" y="16092"/>
                  </a:cubicBezTo>
                  <a:lnTo>
                    <a:pt x="68431" y="16092"/>
                  </a:lnTo>
                  <a:cubicBezTo>
                    <a:pt x="64425" y="23103"/>
                    <a:pt x="56345" y="32118"/>
                    <a:pt x="43525" y="32118"/>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46"/>
            <p:cNvSpPr/>
            <p:nvPr/>
          </p:nvSpPr>
          <p:spPr>
            <a:xfrm>
              <a:off x="1877389" y="3669054"/>
              <a:ext cx="16025" cy="16025"/>
            </a:xfrm>
            <a:custGeom>
              <a:rect b="b" l="l" r="r" t="t"/>
              <a:pathLst>
                <a:path extrusionOk="0" h="16025" w="16025">
                  <a:moveTo>
                    <a:pt x="16025" y="8013"/>
                  </a:moveTo>
                  <a:cubicBezTo>
                    <a:pt x="16025" y="12438"/>
                    <a:pt x="12438" y="16025"/>
                    <a:pt x="8013" y="16025"/>
                  </a:cubicBezTo>
                  <a:cubicBezTo>
                    <a:pt x="3587" y="16025"/>
                    <a:pt x="0" y="12438"/>
                    <a:pt x="0" y="8013"/>
                  </a:cubicBezTo>
                  <a:cubicBezTo>
                    <a:pt x="0" y="3587"/>
                    <a:pt x="3587" y="0"/>
                    <a:pt x="8013" y="0"/>
                  </a:cubicBezTo>
                  <a:cubicBezTo>
                    <a:pt x="12438" y="0"/>
                    <a:pt x="16025" y="3587"/>
                    <a:pt x="16025" y="801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46"/>
            <p:cNvSpPr/>
            <p:nvPr/>
          </p:nvSpPr>
          <p:spPr>
            <a:xfrm>
              <a:off x="1877389" y="3737563"/>
              <a:ext cx="16025" cy="16025"/>
            </a:xfrm>
            <a:custGeom>
              <a:rect b="b" l="l" r="r" t="t"/>
              <a:pathLst>
                <a:path extrusionOk="0" h="16025" w="16025">
                  <a:moveTo>
                    <a:pt x="16025" y="8013"/>
                  </a:moveTo>
                  <a:cubicBezTo>
                    <a:pt x="16025" y="12438"/>
                    <a:pt x="12438" y="16026"/>
                    <a:pt x="8013" y="16026"/>
                  </a:cubicBezTo>
                  <a:cubicBezTo>
                    <a:pt x="3587" y="16026"/>
                    <a:pt x="0" y="12438"/>
                    <a:pt x="0" y="8013"/>
                  </a:cubicBezTo>
                  <a:cubicBezTo>
                    <a:pt x="0" y="3588"/>
                    <a:pt x="3587" y="0"/>
                    <a:pt x="8013" y="0"/>
                  </a:cubicBezTo>
                  <a:cubicBezTo>
                    <a:pt x="12438" y="0"/>
                    <a:pt x="16025" y="3588"/>
                    <a:pt x="16025" y="801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46"/>
            <p:cNvSpPr/>
            <p:nvPr/>
          </p:nvSpPr>
          <p:spPr>
            <a:xfrm>
              <a:off x="1996111" y="3669054"/>
              <a:ext cx="16025" cy="16025"/>
            </a:xfrm>
            <a:custGeom>
              <a:rect b="b" l="l" r="r" t="t"/>
              <a:pathLst>
                <a:path extrusionOk="0" h="16025" w="16025">
                  <a:moveTo>
                    <a:pt x="16025" y="8013"/>
                  </a:moveTo>
                  <a:cubicBezTo>
                    <a:pt x="16025" y="12438"/>
                    <a:pt x="12438" y="16025"/>
                    <a:pt x="8013" y="16025"/>
                  </a:cubicBezTo>
                  <a:cubicBezTo>
                    <a:pt x="3587" y="16025"/>
                    <a:pt x="0" y="12438"/>
                    <a:pt x="0" y="8013"/>
                  </a:cubicBezTo>
                  <a:cubicBezTo>
                    <a:pt x="0" y="3587"/>
                    <a:pt x="3587" y="0"/>
                    <a:pt x="8013" y="0"/>
                  </a:cubicBezTo>
                  <a:cubicBezTo>
                    <a:pt x="12438" y="0"/>
                    <a:pt x="16025" y="3587"/>
                    <a:pt x="16025" y="801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46"/>
            <p:cNvSpPr/>
            <p:nvPr/>
          </p:nvSpPr>
          <p:spPr>
            <a:xfrm>
              <a:off x="1996111" y="3737563"/>
              <a:ext cx="16025" cy="16025"/>
            </a:xfrm>
            <a:custGeom>
              <a:rect b="b" l="l" r="r" t="t"/>
              <a:pathLst>
                <a:path extrusionOk="0" h="16025" w="16025">
                  <a:moveTo>
                    <a:pt x="16025" y="8013"/>
                  </a:moveTo>
                  <a:cubicBezTo>
                    <a:pt x="16025" y="12438"/>
                    <a:pt x="12438" y="16026"/>
                    <a:pt x="8013" y="16026"/>
                  </a:cubicBezTo>
                  <a:cubicBezTo>
                    <a:pt x="3587" y="16026"/>
                    <a:pt x="0" y="12438"/>
                    <a:pt x="0" y="8013"/>
                  </a:cubicBezTo>
                  <a:cubicBezTo>
                    <a:pt x="0" y="3588"/>
                    <a:pt x="3587" y="0"/>
                    <a:pt x="8013" y="0"/>
                  </a:cubicBezTo>
                  <a:cubicBezTo>
                    <a:pt x="12438" y="0"/>
                    <a:pt x="16025" y="3588"/>
                    <a:pt x="16025" y="801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4" name="Google Shape;374;p46"/>
          <p:cNvGrpSpPr/>
          <p:nvPr/>
        </p:nvGrpSpPr>
        <p:grpSpPr>
          <a:xfrm>
            <a:off x="5610161" y="4850773"/>
            <a:ext cx="274581" cy="288701"/>
            <a:chOff x="3555984" y="3414449"/>
            <a:chExt cx="550815" cy="579255"/>
          </a:xfrm>
        </p:grpSpPr>
        <p:sp>
          <p:nvSpPr>
            <p:cNvPr id="375" name="Google Shape;375;p46"/>
            <p:cNvSpPr/>
            <p:nvPr/>
          </p:nvSpPr>
          <p:spPr>
            <a:xfrm>
              <a:off x="3555984" y="3414449"/>
              <a:ext cx="449726" cy="579188"/>
            </a:xfrm>
            <a:custGeom>
              <a:rect b="b" l="l" r="r" t="t"/>
              <a:pathLst>
                <a:path extrusionOk="0" h="579188" w="449726">
                  <a:moveTo>
                    <a:pt x="405056" y="473153"/>
                  </a:moveTo>
                  <a:lnTo>
                    <a:pt x="373205" y="467077"/>
                  </a:lnTo>
                  <a:lnTo>
                    <a:pt x="373205" y="421939"/>
                  </a:lnTo>
                  <a:cubicBezTo>
                    <a:pt x="373205" y="408250"/>
                    <a:pt x="363790" y="396765"/>
                    <a:pt x="351036" y="393560"/>
                  </a:cubicBezTo>
                  <a:lnTo>
                    <a:pt x="375342" y="372326"/>
                  </a:lnTo>
                  <a:cubicBezTo>
                    <a:pt x="393637" y="356301"/>
                    <a:pt x="404188" y="333131"/>
                    <a:pt x="404188" y="308758"/>
                  </a:cubicBezTo>
                  <a:lnTo>
                    <a:pt x="404188" y="305086"/>
                  </a:lnTo>
                  <a:cubicBezTo>
                    <a:pt x="431965" y="292599"/>
                    <a:pt x="449727" y="265356"/>
                    <a:pt x="449727" y="234574"/>
                  </a:cubicBezTo>
                  <a:cubicBezTo>
                    <a:pt x="449727" y="220818"/>
                    <a:pt x="441914" y="208799"/>
                    <a:pt x="430496" y="202790"/>
                  </a:cubicBezTo>
                  <a:lnTo>
                    <a:pt x="430496" y="167934"/>
                  </a:lnTo>
                  <a:cubicBezTo>
                    <a:pt x="430496" y="122328"/>
                    <a:pt x="399446" y="75787"/>
                    <a:pt x="368197" y="52417"/>
                  </a:cubicBezTo>
                  <a:cubicBezTo>
                    <a:pt x="368330" y="50814"/>
                    <a:pt x="368397" y="49145"/>
                    <a:pt x="368397" y="47542"/>
                  </a:cubicBezTo>
                  <a:cubicBezTo>
                    <a:pt x="368397" y="42201"/>
                    <a:pt x="366995" y="36859"/>
                    <a:pt x="364257" y="32251"/>
                  </a:cubicBezTo>
                  <a:cubicBezTo>
                    <a:pt x="361586" y="27644"/>
                    <a:pt x="357713" y="23771"/>
                    <a:pt x="353106" y="21034"/>
                  </a:cubicBezTo>
                  <a:cubicBezTo>
                    <a:pt x="329669" y="7278"/>
                    <a:pt x="302826" y="0"/>
                    <a:pt x="275449" y="0"/>
                  </a:cubicBezTo>
                  <a:cubicBezTo>
                    <a:pt x="234450" y="0"/>
                    <a:pt x="195856" y="15959"/>
                    <a:pt x="166876" y="44938"/>
                  </a:cubicBezTo>
                  <a:cubicBezTo>
                    <a:pt x="157929" y="53886"/>
                    <a:pt x="150116" y="63902"/>
                    <a:pt x="143639" y="74719"/>
                  </a:cubicBezTo>
                  <a:cubicBezTo>
                    <a:pt x="141235" y="78725"/>
                    <a:pt x="142571" y="83934"/>
                    <a:pt x="146577" y="86338"/>
                  </a:cubicBezTo>
                  <a:cubicBezTo>
                    <a:pt x="150583" y="88741"/>
                    <a:pt x="155792" y="87406"/>
                    <a:pt x="158196" y="83400"/>
                  </a:cubicBezTo>
                  <a:cubicBezTo>
                    <a:pt x="163938" y="73784"/>
                    <a:pt x="170883" y="64903"/>
                    <a:pt x="178829" y="56891"/>
                  </a:cubicBezTo>
                  <a:cubicBezTo>
                    <a:pt x="204603" y="31116"/>
                    <a:pt x="238924" y="16894"/>
                    <a:pt x="275382" y="16894"/>
                  </a:cubicBezTo>
                  <a:cubicBezTo>
                    <a:pt x="299688" y="16894"/>
                    <a:pt x="323592" y="23371"/>
                    <a:pt x="344426" y="35590"/>
                  </a:cubicBezTo>
                  <a:cubicBezTo>
                    <a:pt x="346496" y="36792"/>
                    <a:pt x="348232" y="38595"/>
                    <a:pt x="349434" y="40665"/>
                  </a:cubicBezTo>
                  <a:cubicBezTo>
                    <a:pt x="350635" y="42735"/>
                    <a:pt x="351237" y="45072"/>
                    <a:pt x="351237" y="47476"/>
                  </a:cubicBezTo>
                  <a:cubicBezTo>
                    <a:pt x="351237" y="65838"/>
                    <a:pt x="340286" y="82264"/>
                    <a:pt x="323392" y="89342"/>
                  </a:cubicBezTo>
                  <a:lnTo>
                    <a:pt x="268371" y="112112"/>
                  </a:lnTo>
                  <a:cubicBezTo>
                    <a:pt x="238390" y="124532"/>
                    <a:pt x="211881" y="144497"/>
                    <a:pt x="191783" y="169937"/>
                  </a:cubicBezTo>
                  <a:lnTo>
                    <a:pt x="177961" y="187365"/>
                  </a:lnTo>
                  <a:cubicBezTo>
                    <a:pt x="172285" y="194510"/>
                    <a:pt x="164072" y="198583"/>
                    <a:pt x="155324" y="198650"/>
                  </a:cubicBezTo>
                  <a:cubicBezTo>
                    <a:pt x="154991" y="198650"/>
                    <a:pt x="139099" y="198650"/>
                    <a:pt x="138765" y="198650"/>
                  </a:cubicBezTo>
                  <a:lnTo>
                    <a:pt x="138765" y="153444"/>
                  </a:lnTo>
                  <a:cubicBezTo>
                    <a:pt x="138765" y="141359"/>
                    <a:pt x="140367" y="129273"/>
                    <a:pt x="143506" y="117654"/>
                  </a:cubicBezTo>
                  <a:cubicBezTo>
                    <a:pt x="144707" y="113113"/>
                    <a:pt x="142037" y="108439"/>
                    <a:pt x="137496" y="107238"/>
                  </a:cubicBezTo>
                  <a:cubicBezTo>
                    <a:pt x="132956" y="106036"/>
                    <a:pt x="128348" y="108707"/>
                    <a:pt x="127080" y="113247"/>
                  </a:cubicBezTo>
                  <a:cubicBezTo>
                    <a:pt x="123540" y="126335"/>
                    <a:pt x="121738" y="139823"/>
                    <a:pt x="121738" y="153444"/>
                  </a:cubicBezTo>
                  <a:lnTo>
                    <a:pt x="121738" y="201988"/>
                  </a:lnTo>
                  <a:cubicBezTo>
                    <a:pt x="109518" y="207731"/>
                    <a:pt x="101038" y="220151"/>
                    <a:pt x="101038" y="234507"/>
                  </a:cubicBezTo>
                  <a:cubicBezTo>
                    <a:pt x="101038" y="265222"/>
                    <a:pt x="118800" y="292466"/>
                    <a:pt x="146577" y="305019"/>
                  </a:cubicBezTo>
                  <a:lnTo>
                    <a:pt x="146577" y="308692"/>
                  </a:lnTo>
                  <a:cubicBezTo>
                    <a:pt x="146577" y="315703"/>
                    <a:pt x="147445" y="322647"/>
                    <a:pt x="149181" y="329391"/>
                  </a:cubicBezTo>
                  <a:cubicBezTo>
                    <a:pt x="150183" y="333264"/>
                    <a:pt x="153588" y="335801"/>
                    <a:pt x="157394" y="335801"/>
                  </a:cubicBezTo>
                  <a:cubicBezTo>
                    <a:pt x="158062" y="335801"/>
                    <a:pt x="158797" y="335735"/>
                    <a:pt x="159464" y="335534"/>
                  </a:cubicBezTo>
                  <a:cubicBezTo>
                    <a:pt x="164005" y="334399"/>
                    <a:pt x="166743" y="329792"/>
                    <a:pt x="165607" y="325251"/>
                  </a:cubicBezTo>
                  <a:cubicBezTo>
                    <a:pt x="164272" y="319843"/>
                    <a:pt x="163537" y="314301"/>
                    <a:pt x="163537" y="308758"/>
                  </a:cubicBezTo>
                  <a:lnTo>
                    <a:pt x="163537" y="214876"/>
                  </a:lnTo>
                  <a:cubicBezTo>
                    <a:pt x="174355" y="212872"/>
                    <a:pt x="184104" y="206930"/>
                    <a:pt x="191248" y="197982"/>
                  </a:cubicBezTo>
                  <a:lnTo>
                    <a:pt x="205070" y="180554"/>
                  </a:lnTo>
                  <a:cubicBezTo>
                    <a:pt x="223433" y="157384"/>
                    <a:pt x="247538" y="139155"/>
                    <a:pt x="274848" y="127870"/>
                  </a:cubicBezTo>
                  <a:cubicBezTo>
                    <a:pt x="274848" y="127870"/>
                    <a:pt x="331071" y="104633"/>
                    <a:pt x="331805" y="104299"/>
                  </a:cubicBezTo>
                  <a:cubicBezTo>
                    <a:pt x="339351" y="109775"/>
                    <a:pt x="346028" y="116252"/>
                    <a:pt x="351704" y="123664"/>
                  </a:cubicBezTo>
                  <a:cubicBezTo>
                    <a:pt x="354575" y="127403"/>
                    <a:pt x="359850" y="128137"/>
                    <a:pt x="363589" y="125266"/>
                  </a:cubicBezTo>
                  <a:cubicBezTo>
                    <a:pt x="367329" y="122395"/>
                    <a:pt x="368063" y="117120"/>
                    <a:pt x="365192" y="113381"/>
                  </a:cubicBezTo>
                  <a:cubicBezTo>
                    <a:pt x="359850" y="106369"/>
                    <a:pt x="353707" y="100026"/>
                    <a:pt x="346896" y="94484"/>
                  </a:cubicBezTo>
                  <a:cubicBezTo>
                    <a:pt x="354308" y="88007"/>
                    <a:pt x="360117" y="79861"/>
                    <a:pt x="363723" y="70713"/>
                  </a:cubicBezTo>
                  <a:cubicBezTo>
                    <a:pt x="389431" y="92614"/>
                    <a:pt x="413335" y="130742"/>
                    <a:pt x="413335" y="167934"/>
                  </a:cubicBezTo>
                  <a:lnTo>
                    <a:pt x="413335" y="198650"/>
                  </a:lnTo>
                  <a:lnTo>
                    <a:pt x="395507" y="198650"/>
                  </a:lnTo>
                  <a:cubicBezTo>
                    <a:pt x="393570" y="198650"/>
                    <a:pt x="391701" y="197848"/>
                    <a:pt x="390299" y="196513"/>
                  </a:cubicBezTo>
                  <a:cubicBezTo>
                    <a:pt x="388896" y="195111"/>
                    <a:pt x="388162" y="193241"/>
                    <a:pt x="388162" y="191305"/>
                  </a:cubicBezTo>
                  <a:lnTo>
                    <a:pt x="388162" y="181422"/>
                  </a:lnTo>
                  <a:cubicBezTo>
                    <a:pt x="388162" y="171406"/>
                    <a:pt x="386826" y="161457"/>
                    <a:pt x="384156" y="151842"/>
                  </a:cubicBezTo>
                  <a:cubicBezTo>
                    <a:pt x="382887" y="147301"/>
                    <a:pt x="378213" y="144697"/>
                    <a:pt x="373739" y="145899"/>
                  </a:cubicBezTo>
                  <a:cubicBezTo>
                    <a:pt x="369199" y="147168"/>
                    <a:pt x="366594" y="151842"/>
                    <a:pt x="367796" y="156316"/>
                  </a:cubicBezTo>
                  <a:cubicBezTo>
                    <a:pt x="370066" y="164462"/>
                    <a:pt x="371202" y="172875"/>
                    <a:pt x="371202" y="181422"/>
                  </a:cubicBezTo>
                  <a:lnTo>
                    <a:pt x="371202" y="191305"/>
                  </a:lnTo>
                  <a:cubicBezTo>
                    <a:pt x="371202" y="197782"/>
                    <a:pt x="373739" y="203925"/>
                    <a:pt x="378346" y="208532"/>
                  </a:cubicBezTo>
                  <a:cubicBezTo>
                    <a:pt x="380884" y="211069"/>
                    <a:pt x="383822" y="212939"/>
                    <a:pt x="387027" y="214141"/>
                  </a:cubicBezTo>
                  <a:lnTo>
                    <a:pt x="387027" y="308758"/>
                  </a:lnTo>
                  <a:cubicBezTo>
                    <a:pt x="387027" y="328189"/>
                    <a:pt x="378613" y="346752"/>
                    <a:pt x="363990" y="359506"/>
                  </a:cubicBezTo>
                  <a:lnTo>
                    <a:pt x="326263" y="392492"/>
                  </a:lnTo>
                  <a:cubicBezTo>
                    <a:pt x="326263" y="392492"/>
                    <a:pt x="326130" y="392625"/>
                    <a:pt x="326130" y="392625"/>
                  </a:cubicBezTo>
                  <a:lnTo>
                    <a:pt x="224501" y="392625"/>
                  </a:lnTo>
                  <a:lnTo>
                    <a:pt x="186641" y="359506"/>
                  </a:lnTo>
                  <a:cubicBezTo>
                    <a:pt x="185506" y="358504"/>
                    <a:pt x="184371" y="357503"/>
                    <a:pt x="183236" y="356301"/>
                  </a:cubicBezTo>
                  <a:cubicBezTo>
                    <a:pt x="179897" y="352962"/>
                    <a:pt x="174555" y="352962"/>
                    <a:pt x="171216" y="356301"/>
                  </a:cubicBezTo>
                  <a:cubicBezTo>
                    <a:pt x="167878" y="359639"/>
                    <a:pt x="167878" y="364981"/>
                    <a:pt x="171216" y="368320"/>
                  </a:cubicBezTo>
                  <a:cubicBezTo>
                    <a:pt x="172685" y="369789"/>
                    <a:pt x="174088" y="371124"/>
                    <a:pt x="175490" y="372326"/>
                  </a:cubicBezTo>
                  <a:lnTo>
                    <a:pt x="199795" y="393560"/>
                  </a:lnTo>
                  <a:cubicBezTo>
                    <a:pt x="187108" y="396698"/>
                    <a:pt x="177627" y="408250"/>
                    <a:pt x="177627" y="421939"/>
                  </a:cubicBezTo>
                  <a:lnTo>
                    <a:pt x="177627" y="467077"/>
                  </a:lnTo>
                  <a:lnTo>
                    <a:pt x="97699" y="482301"/>
                  </a:lnTo>
                  <a:cubicBezTo>
                    <a:pt x="64647" y="488578"/>
                    <a:pt x="35734" y="508810"/>
                    <a:pt x="18440" y="537656"/>
                  </a:cubicBezTo>
                  <a:lnTo>
                    <a:pt x="1212" y="566369"/>
                  </a:lnTo>
                  <a:cubicBezTo>
                    <a:pt x="-1191" y="570375"/>
                    <a:pt x="77" y="575583"/>
                    <a:pt x="4150" y="577987"/>
                  </a:cubicBezTo>
                  <a:cubicBezTo>
                    <a:pt x="5486" y="578788"/>
                    <a:pt x="7022" y="579189"/>
                    <a:pt x="8491" y="579189"/>
                  </a:cubicBezTo>
                  <a:cubicBezTo>
                    <a:pt x="11362" y="579189"/>
                    <a:pt x="14166" y="577720"/>
                    <a:pt x="15769" y="575049"/>
                  </a:cubicBezTo>
                  <a:lnTo>
                    <a:pt x="32996" y="546337"/>
                  </a:lnTo>
                  <a:cubicBezTo>
                    <a:pt x="47820" y="521631"/>
                    <a:pt x="72593" y="504336"/>
                    <a:pt x="100904" y="498928"/>
                  </a:cubicBezTo>
                  <a:lnTo>
                    <a:pt x="184371" y="483036"/>
                  </a:lnTo>
                  <a:lnTo>
                    <a:pt x="204937" y="492584"/>
                  </a:lnTo>
                  <a:cubicBezTo>
                    <a:pt x="227306" y="503001"/>
                    <a:pt x="251411" y="508209"/>
                    <a:pt x="275449" y="508209"/>
                  </a:cubicBezTo>
                  <a:cubicBezTo>
                    <a:pt x="299488" y="508209"/>
                    <a:pt x="323526" y="503001"/>
                    <a:pt x="345961" y="492584"/>
                  </a:cubicBezTo>
                  <a:lnTo>
                    <a:pt x="366527" y="483036"/>
                  </a:lnTo>
                  <a:lnTo>
                    <a:pt x="401917" y="489780"/>
                  </a:lnTo>
                  <a:cubicBezTo>
                    <a:pt x="402451" y="489913"/>
                    <a:pt x="402986" y="489913"/>
                    <a:pt x="403520" y="489913"/>
                  </a:cubicBezTo>
                  <a:cubicBezTo>
                    <a:pt x="407526" y="489913"/>
                    <a:pt x="411065" y="487109"/>
                    <a:pt x="411866" y="483036"/>
                  </a:cubicBezTo>
                  <a:cubicBezTo>
                    <a:pt x="412734" y="478429"/>
                    <a:pt x="409729" y="474021"/>
                    <a:pt x="405122" y="473087"/>
                  </a:cubicBezTo>
                  <a:lnTo>
                    <a:pt x="405122" y="473087"/>
                  </a:lnTo>
                  <a:close/>
                  <a:moveTo>
                    <a:pt x="118199" y="234574"/>
                  </a:moveTo>
                  <a:cubicBezTo>
                    <a:pt x="118199" y="224157"/>
                    <a:pt x="126679" y="215677"/>
                    <a:pt x="137096" y="215677"/>
                  </a:cubicBezTo>
                  <a:lnTo>
                    <a:pt x="146711" y="215677"/>
                  </a:lnTo>
                  <a:lnTo>
                    <a:pt x="146711" y="285922"/>
                  </a:lnTo>
                  <a:cubicBezTo>
                    <a:pt x="129083" y="275038"/>
                    <a:pt x="118199" y="255874"/>
                    <a:pt x="118199" y="234574"/>
                  </a:cubicBezTo>
                  <a:close/>
                  <a:moveTo>
                    <a:pt x="404121" y="285922"/>
                  </a:moveTo>
                  <a:lnTo>
                    <a:pt x="404121" y="215677"/>
                  </a:lnTo>
                  <a:lnTo>
                    <a:pt x="413736" y="215677"/>
                  </a:lnTo>
                  <a:cubicBezTo>
                    <a:pt x="424153" y="215677"/>
                    <a:pt x="432633" y="224157"/>
                    <a:pt x="432633" y="234574"/>
                  </a:cubicBezTo>
                  <a:cubicBezTo>
                    <a:pt x="432633" y="255874"/>
                    <a:pt x="421682" y="275038"/>
                    <a:pt x="404121" y="285922"/>
                  </a:cubicBezTo>
                  <a:close/>
                  <a:moveTo>
                    <a:pt x="266902" y="491049"/>
                  </a:moveTo>
                  <a:cubicBezTo>
                    <a:pt x="256352" y="490448"/>
                    <a:pt x="245869" y="488712"/>
                    <a:pt x="235653" y="485907"/>
                  </a:cubicBezTo>
                  <a:lnTo>
                    <a:pt x="235653" y="409719"/>
                  </a:lnTo>
                  <a:lnTo>
                    <a:pt x="266902" y="409719"/>
                  </a:lnTo>
                  <a:lnTo>
                    <a:pt x="266902" y="491049"/>
                  </a:lnTo>
                  <a:close/>
                  <a:moveTo>
                    <a:pt x="283862" y="409719"/>
                  </a:moveTo>
                  <a:lnTo>
                    <a:pt x="315112" y="409719"/>
                  </a:lnTo>
                  <a:lnTo>
                    <a:pt x="315112" y="485907"/>
                  </a:lnTo>
                  <a:cubicBezTo>
                    <a:pt x="304829" y="488712"/>
                    <a:pt x="294346" y="490448"/>
                    <a:pt x="283862" y="491049"/>
                  </a:cubicBezTo>
                  <a:lnTo>
                    <a:pt x="283862" y="409719"/>
                  </a:lnTo>
                  <a:close/>
                  <a:moveTo>
                    <a:pt x="194587" y="469147"/>
                  </a:moveTo>
                  <a:lnTo>
                    <a:pt x="194587" y="421939"/>
                  </a:lnTo>
                  <a:cubicBezTo>
                    <a:pt x="194587" y="415195"/>
                    <a:pt x="200062" y="409652"/>
                    <a:pt x="206873" y="409652"/>
                  </a:cubicBezTo>
                  <a:lnTo>
                    <a:pt x="218692" y="409652"/>
                  </a:lnTo>
                  <a:lnTo>
                    <a:pt x="218692" y="480098"/>
                  </a:lnTo>
                  <a:cubicBezTo>
                    <a:pt x="216488" y="479163"/>
                    <a:pt x="214285" y="478228"/>
                    <a:pt x="212082" y="477227"/>
                  </a:cubicBezTo>
                  <a:lnTo>
                    <a:pt x="194654" y="469147"/>
                  </a:lnTo>
                  <a:close/>
                  <a:moveTo>
                    <a:pt x="356178" y="469147"/>
                  </a:moveTo>
                  <a:lnTo>
                    <a:pt x="338750" y="477227"/>
                  </a:lnTo>
                  <a:cubicBezTo>
                    <a:pt x="336546" y="478228"/>
                    <a:pt x="334343" y="479230"/>
                    <a:pt x="332139" y="480098"/>
                  </a:cubicBezTo>
                  <a:lnTo>
                    <a:pt x="332139" y="409652"/>
                  </a:lnTo>
                  <a:lnTo>
                    <a:pt x="343958" y="409652"/>
                  </a:lnTo>
                  <a:cubicBezTo>
                    <a:pt x="350702" y="409652"/>
                    <a:pt x="356245" y="415128"/>
                    <a:pt x="356245" y="421939"/>
                  </a:cubicBezTo>
                  <a:lnTo>
                    <a:pt x="356245" y="469147"/>
                  </a:lnTo>
                  <a:lnTo>
                    <a:pt x="356245" y="469147"/>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46"/>
            <p:cNvSpPr/>
            <p:nvPr/>
          </p:nvSpPr>
          <p:spPr>
            <a:xfrm>
              <a:off x="3989869" y="3894865"/>
              <a:ext cx="116930" cy="98839"/>
            </a:xfrm>
            <a:custGeom>
              <a:rect b="b" l="l" r="r" t="t"/>
              <a:pathLst>
                <a:path extrusionOk="0" h="98839" w="116930">
                  <a:moveTo>
                    <a:pt x="115733" y="85953"/>
                  </a:moveTo>
                  <a:lnTo>
                    <a:pt x="98506" y="57240"/>
                  </a:lnTo>
                  <a:cubicBezTo>
                    <a:pt x="81212" y="28327"/>
                    <a:pt x="52299" y="8162"/>
                    <a:pt x="19246" y="1885"/>
                  </a:cubicBezTo>
                  <a:lnTo>
                    <a:pt x="10098" y="149"/>
                  </a:lnTo>
                  <a:cubicBezTo>
                    <a:pt x="5491" y="-719"/>
                    <a:pt x="1084" y="2286"/>
                    <a:pt x="149" y="6893"/>
                  </a:cubicBezTo>
                  <a:cubicBezTo>
                    <a:pt x="-719" y="11501"/>
                    <a:pt x="2286" y="15908"/>
                    <a:pt x="6893" y="16843"/>
                  </a:cubicBezTo>
                  <a:lnTo>
                    <a:pt x="16041" y="18579"/>
                  </a:lnTo>
                  <a:cubicBezTo>
                    <a:pt x="44353" y="23987"/>
                    <a:pt x="69126" y="41281"/>
                    <a:pt x="83949" y="65987"/>
                  </a:cubicBezTo>
                  <a:lnTo>
                    <a:pt x="101177" y="94700"/>
                  </a:lnTo>
                  <a:cubicBezTo>
                    <a:pt x="102779" y="97371"/>
                    <a:pt x="105584" y="98840"/>
                    <a:pt x="108455" y="98840"/>
                  </a:cubicBezTo>
                  <a:cubicBezTo>
                    <a:pt x="109924" y="98840"/>
                    <a:pt x="111460" y="98439"/>
                    <a:pt x="112795" y="97638"/>
                  </a:cubicBezTo>
                  <a:cubicBezTo>
                    <a:pt x="116802" y="95234"/>
                    <a:pt x="118137" y="90026"/>
                    <a:pt x="115733" y="86019"/>
                  </a:cubicBezTo>
                  <a:lnTo>
                    <a:pt x="115733" y="86019"/>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46"/>
            <p:cNvSpPr/>
            <p:nvPr/>
          </p:nvSpPr>
          <p:spPr>
            <a:xfrm>
              <a:off x="3743159" y="3952105"/>
              <a:ext cx="176614" cy="41599"/>
            </a:xfrm>
            <a:custGeom>
              <a:rect b="b" l="l" r="r" t="t"/>
              <a:pathLst>
                <a:path extrusionOk="0" h="41599" w="176614">
                  <a:moveTo>
                    <a:pt x="148236" y="0"/>
                  </a:moveTo>
                  <a:lnTo>
                    <a:pt x="28379" y="0"/>
                  </a:lnTo>
                  <a:cubicBezTo>
                    <a:pt x="12687" y="0"/>
                    <a:pt x="0" y="12754"/>
                    <a:pt x="0" y="28445"/>
                  </a:cubicBezTo>
                  <a:lnTo>
                    <a:pt x="0" y="33119"/>
                  </a:lnTo>
                  <a:cubicBezTo>
                    <a:pt x="0" y="37794"/>
                    <a:pt x="3806" y="41600"/>
                    <a:pt x="8480" y="41600"/>
                  </a:cubicBezTo>
                  <a:cubicBezTo>
                    <a:pt x="13154" y="41600"/>
                    <a:pt x="16960" y="37794"/>
                    <a:pt x="16960" y="33119"/>
                  </a:cubicBezTo>
                  <a:lnTo>
                    <a:pt x="16960" y="28445"/>
                  </a:lnTo>
                  <a:cubicBezTo>
                    <a:pt x="16960" y="22169"/>
                    <a:pt x="22102" y="17027"/>
                    <a:pt x="28379" y="17027"/>
                  </a:cubicBezTo>
                  <a:lnTo>
                    <a:pt x="148236" y="17027"/>
                  </a:lnTo>
                  <a:cubicBezTo>
                    <a:pt x="154512" y="17027"/>
                    <a:pt x="159654" y="22169"/>
                    <a:pt x="159654" y="28445"/>
                  </a:cubicBezTo>
                  <a:lnTo>
                    <a:pt x="159654" y="33119"/>
                  </a:lnTo>
                  <a:cubicBezTo>
                    <a:pt x="159654" y="37794"/>
                    <a:pt x="163460" y="41600"/>
                    <a:pt x="168134" y="41600"/>
                  </a:cubicBezTo>
                  <a:cubicBezTo>
                    <a:pt x="172809" y="41600"/>
                    <a:pt x="176615" y="37794"/>
                    <a:pt x="176615" y="33119"/>
                  </a:cubicBezTo>
                  <a:lnTo>
                    <a:pt x="176615" y="28445"/>
                  </a:lnTo>
                  <a:cubicBezTo>
                    <a:pt x="176615" y="12754"/>
                    <a:pt x="163861" y="0"/>
                    <a:pt x="14823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46"/>
            <p:cNvSpPr/>
            <p:nvPr/>
          </p:nvSpPr>
          <p:spPr>
            <a:xfrm>
              <a:off x="3809002" y="3706919"/>
              <a:ext cx="44965" cy="20360"/>
            </a:xfrm>
            <a:custGeom>
              <a:rect b="b" l="l" r="r" t="t"/>
              <a:pathLst>
                <a:path extrusionOk="0" h="20360" w="44965">
                  <a:moveTo>
                    <a:pt x="32580" y="930"/>
                  </a:moveTo>
                  <a:cubicBezTo>
                    <a:pt x="26237" y="4135"/>
                    <a:pt x="18691" y="4135"/>
                    <a:pt x="12348" y="930"/>
                  </a:cubicBezTo>
                  <a:cubicBezTo>
                    <a:pt x="8141" y="-1207"/>
                    <a:pt x="3067" y="463"/>
                    <a:pt x="930" y="4669"/>
                  </a:cubicBezTo>
                  <a:cubicBezTo>
                    <a:pt x="-1207" y="8876"/>
                    <a:pt x="462" y="13951"/>
                    <a:pt x="4669" y="16087"/>
                  </a:cubicBezTo>
                  <a:cubicBezTo>
                    <a:pt x="10278" y="18959"/>
                    <a:pt x="16354" y="20361"/>
                    <a:pt x="22497" y="20361"/>
                  </a:cubicBezTo>
                  <a:cubicBezTo>
                    <a:pt x="28640" y="20361"/>
                    <a:pt x="34717" y="18959"/>
                    <a:pt x="40326" y="16087"/>
                  </a:cubicBezTo>
                  <a:cubicBezTo>
                    <a:pt x="44532" y="13951"/>
                    <a:pt x="46135" y="8876"/>
                    <a:pt x="44065" y="4669"/>
                  </a:cubicBezTo>
                  <a:cubicBezTo>
                    <a:pt x="41995" y="463"/>
                    <a:pt x="36854" y="-1140"/>
                    <a:pt x="32647" y="93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46"/>
            <p:cNvSpPr/>
            <p:nvPr/>
          </p:nvSpPr>
          <p:spPr>
            <a:xfrm>
              <a:off x="3797299" y="3753880"/>
              <a:ext cx="68268" cy="24214"/>
            </a:xfrm>
            <a:custGeom>
              <a:rect b="b" l="l" r="r" t="t"/>
              <a:pathLst>
                <a:path extrusionOk="0" h="24214" w="68268">
                  <a:moveTo>
                    <a:pt x="55435" y="1245"/>
                  </a:moveTo>
                  <a:cubicBezTo>
                    <a:pt x="41880" y="9391"/>
                    <a:pt x="26389" y="9391"/>
                    <a:pt x="12833" y="1245"/>
                  </a:cubicBezTo>
                  <a:cubicBezTo>
                    <a:pt x="8827" y="-1159"/>
                    <a:pt x="3619" y="110"/>
                    <a:pt x="1215" y="4116"/>
                  </a:cubicBezTo>
                  <a:cubicBezTo>
                    <a:pt x="-1189" y="8122"/>
                    <a:pt x="80" y="13331"/>
                    <a:pt x="4086" y="15734"/>
                  </a:cubicBezTo>
                  <a:cubicBezTo>
                    <a:pt x="13501" y="21410"/>
                    <a:pt x="23784" y="24215"/>
                    <a:pt x="34134" y="24215"/>
                  </a:cubicBezTo>
                  <a:cubicBezTo>
                    <a:pt x="44484" y="24215"/>
                    <a:pt x="54767" y="21410"/>
                    <a:pt x="64182" y="15734"/>
                  </a:cubicBezTo>
                  <a:cubicBezTo>
                    <a:pt x="68188" y="13331"/>
                    <a:pt x="69457" y="8122"/>
                    <a:pt x="67053" y="4116"/>
                  </a:cubicBezTo>
                  <a:cubicBezTo>
                    <a:pt x="64649" y="110"/>
                    <a:pt x="59441" y="-1226"/>
                    <a:pt x="55435" y="1245"/>
                  </a:cubicBezTo>
                  <a:lnTo>
                    <a:pt x="55435" y="1245"/>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46"/>
            <p:cNvSpPr/>
            <p:nvPr/>
          </p:nvSpPr>
          <p:spPr>
            <a:xfrm>
              <a:off x="3749556" y="3615419"/>
              <a:ext cx="61657" cy="22665"/>
            </a:xfrm>
            <a:custGeom>
              <a:rect b="b" l="l" r="r" t="t"/>
              <a:pathLst>
                <a:path extrusionOk="0" h="22665" w="61657">
                  <a:moveTo>
                    <a:pt x="57571" y="6961"/>
                  </a:moveTo>
                  <a:cubicBezTo>
                    <a:pt x="42547" y="-2320"/>
                    <a:pt x="19044" y="-2320"/>
                    <a:pt x="4020" y="6961"/>
                  </a:cubicBezTo>
                  <a:cubicBezTo>
                    <a:pt x="13" y="9432"/>
                    <a:pt x="-1189" y="14640"/>
                    <a:pt x="1282" y="18646"/>
                  </a:cubicBezTo>
                  <a:cubicBezTo>
                    <a:pt x="3752" y="22653"/>
                    <a:pt x="8961" y="23855"/>
                    <a:pt x="12967" y="21384"/>
                  </a:cubicBezTo>
                  <a:cubicBezTo>
                    <a:pt x="22449" y="15508"/>
                    <a:pt x="39142" y="15508"/>
                    <a:pt x="48691" y="21384"/>
                  </a:cubicBezTo>
                  <a:cubicBezTo>
                    <a:pt x="50093" y="22252"/>
                    <a:pt x="51629" y="22653"/>
                    <a:pt x="53164" y="22653"/>
                  </a:cubicBezTo>
                  <a:cubicBezTo>
                    <a:pt x="56036" y="22653"/>
                    <a:pt x="58774" y="21251"/>
                    <a:pt x="60376" y="18646"/>
                  </a:cubicBezTo>
                  <a:cubicBezTo>
                    <a:pt x="62847" y="14640"/>
                    <a:pt x="61645" y="9432"/>
                    <a:pt x="57638" y="6961"/>
                  </a:cubicBezTo>
                  <a:lnTo>
                    <a:pt x="57638" y="6961"/>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46"/>
            <p:cNvSpPr/>
            <p:nvPr/>
          </p:nvSpPr>
          <p:spPr>
            <a:xfrm>
              <a:off x="3851786" y="3615486"/>
              <a:ext cx="61590" cy="22665"/>
            </a:xfrm>
            <a:custGeom>
              <a:rect b="b" l="l" r="r" t="t"/>
              <a:pathLst>
                <a:path extrusionOk="0" h="22665" w="61590">
                  <a:moveTo>
                    <a:pt x="53098" y="22653"/>
                  </a:moveTo>
                  <a:cubicBezTo>
                    <a:pt x="55969" y="22653"/>
                    <a:pt x="58707" y="21250"/>
                    <a:pt x="60309" y="18646"/>
                  </a:cubicBezTo>
                  <a:cubicBezTo>
                    <a:pt x="62780" y="14640"/>
                    <a:pt x="61578" y="9432"/>
                    <a:pt x="57571" y="6961"/>
                  </a:cubicBezTo>
                  <a:cubicBezTo>
                    <a:pt x="42547" y="-2320"/>
                    <a:pt x="19044" y="-2320"/>
                    <a:pt x="4020" y="6961"/>
                  </a:cubicBezTo>
                  <a:cubicBezTo>
                    <a:pt x="13" y="9432"/>
                    <a:pt x="-1189" y="14640"/>
                    <a:pt x="1282" y="18646"/>
                  </a:cubicBezTo>
                  <a:cubicBezTo>
                    <a:pt x="3752" y="22653"/>
                    <a:pt x="8961" y="23855"/>
                    <a:pt x="12967" y="21384"/>
                  </a:cubicBezTo>
                  <a:cubicBezTo>
                    <a:pt x="22449" y="15508"/>
                    <a:pt x="39142" y="15508"/>
                    <a:pt x="48691" y="21384"/>
                  </a:cubicBezTo>
                  <a:cubicBezTo>
                    <a:pt x="50093" y="22252"/>
                    <a:pt x="51629" y="22653"/>
                    <a:pt x="53164" y="22653"/>
                  </a:cubicBezTo>
                  <a:lnTo>
                    <a:pt x="53164" y="22653"/>
                  </a:ln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46"/>
            <p:cNvSpPr/>
            <p:nvPr/>
          </p:nvSpPr>
          <p:spPr>
            <a:xfrm>
              <a:off x="3771872" y="3647954"/>
              <a:ext cx="16960" cy="38060"/>
            </a:xfrm>
            <a:custGeom>
              <a:rect b="b" l="l" r="r" t="t"/>
              <a:pathLst>
                <a:path extrusionOk="0" h="38060" w="16960">
                  <a:moveTo>
                    <a:pt x="0" y="8480"/>
                  </a:moveTo>
                  <a:lnTo>
                    <a:pt x="0" y="29580"/>
                  </a:lnTo>
                  <a:cubicBezTo>
                    <a:pt x="0" y="34255"/>
                    <a:pt x="3806" y="38061"/>
                    <a:pt x="8480" y="38061"/>
                  </a:cubicBezTo>
                  <a:cubicBezTo>
                    <a:pt x="13154" y="38061"/>
                    <a:pt x="16960" y="34255"/>
                    <a:pt x="16960" y="29580"/>
                  </a:cubicBezTo>
                  <a:lnTo>
                    <a:pt x="16960" y="8480"/>
                  </a:lnTo>
                  <a:cubicBezTo>
                    <a:pt x="16960" y="3806"/>
                    <a:pt x="13154" y="0"/>
                    <a:pt x="8480" y="0"/>
                  </a:cubicBezTo>
                  <a:cubicBezTo>
                    <a:pt x="3806" y="0"/>
                    <a:pt x="0" y="3806"/>
                    <a:pt x="0" y="848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46"/>
            <p:cNvSpPr/>
            <p:nvPr/>
          </p:nvSpPr>
          <p:spPr>
            <a:xfrm>
              <a:off x="3874101" y="3647954"/>
              <a:ext cx="16960" cy="38060"/>
            </a:xfrm>
            <a:custGeom>
              <a:rect b="b" l="l" r="r" t="t"/>
              <a:pathLst>
                <a:path extrusionOk="0" h="38060" w="16960">
                  <a:moveTo>
                    <a:pt x="0" y="8480"/>
                  </a:moveTo>
                  <a:lnTo>
                    <a:pt x="0" y="29580"/>
                  </a:lnTo>
                  <a:cubicBezTo>
                    <a:pt x="0" y="34255"/>
                    <a:pt x="3806" y="38061"/>
                    <a:pt x="8480" y="38061"/>
                  </a:cubicBezTo>
                  <a:cubicBezTo>
                    <a:pt x="13154" y="38061"/>
                    <a:pt x="16960" y="34255"/>
                    <a:pt x="16960" y="29580"/>
                  </a:cubicBezTo>
                  <a:lnTo>
                    <a:pt x="16960" y="8480"/>
                  </a:lnTo>
                  <a:cubicBezTo>
                    <a:pt x="16960" y="3806"/>
                    <a:pt x="13154" y="0"/>
                    <a:pt x="8480" y="0"/>
                  </a:cubicBezTo>
                  <a:cubicBezTo>
                    <a:pt x="3806" y="0"/>
                    <a:pt x="0" y="3806"/>
                    <a:pt x="0" y="848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46"/>
            <p:cNvSpPr/>
            <p:nvPr/>
          </p:nvSpPr>
          <p:spPr>
            <a:xfrm>
              <a:off x="3665836" y="3956779"/>
              <a:ext cx="16960" cy="36858"/>
            </a:xfrm>
            <a:custGeom>
              <a:rect b="b" l="l" r="r" t="t"/>
              <a:pathLst>
                <a:path extrusionOk="0" h="36858" w="16960">
                  <a:moveTo>
                    <a:pt x="8480" y="0"/>
                  </a:moveTo>
                  <a:cubicBezTo>
                    <a:pt x="3806" y="0"/>
                    <a:pt x="0" y="3806"/>
                    <a:pt x="0" y="8480"/>
                  </a:cubicBezTo>
                  <a:lnTo>
                    <a:pt x="0" y="28379"/>
                  </a:lnTo>
                  <a:cubicBezTo>
                    <a:pt x="0" y="33053"/>
                    <a:pt x="3806" y="36859"/>
                    <a:pt x="8480" y="36859"/>
                  </a:cubicBezTo>
                  <a:cubicBezTo>
                    <a:pt x="13154" y="36859"/>
                    <a:pt x="16960" y="33053"/>
                    <a:pt x="16960" y="28379"/>
                  </a:cubicBezTo>
                  <a:lnTo>
                    <a:pt x="16960" y="8480"/>
                  </a:lnTo>
                  <a:cubicBezTo>
                    <a:pt x="16960" y="3806"/>
                    <a:pt x="13154" y="0"/>
                    <a:pt x="84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46"/>
            <p:cNvSpPr/>
            <p:nvPr/>
          </p:nvSpPr>
          <p:spPr>
            <a:xfrm>
              <a:off x="3980136" y="3956779"/>
              <a:ext cx="16960" cy="36858"/>
            </a:xfrm>
            <a:custGeom>
              <a:rect b="b" l="l" r="r" t="t"/>
              <a:pathLst>
                <a:path extrusionOk="0" h="36858" w="16960">
                  <a:moveTo>
                    <a:pt x="8480" y="0"/>
                  </a:moveTo>
                  <a:cubicBezTo>
                    <a:pt x="3806" y="0"/>
                    <a:pt x="0" y="3806"/>
                    <a:pt x="0" y="8480"/>
                  </a:cubicBezTo>
                  <a:lnTo>
                    <a:pt x="0" y="28379"/>
                  </a:lnTo>
                  <a:cubicBezTo>
                    <a:pt x="0" y="33053"/>
                    <a:pt x="3806" y="36859"/>
                    <a:pt x="8480" y="36859"/>
                  </a:cubicBezTo>
                  <a:cubicBezTo>
                    <a:pt x="13154" y="36859"/>
                    <a:pt x="16960" y="33053"/>
                    <a:pt x="16960" y="28379"/>
                  </a:cubicBezTo>
                  <a:lnTo>
                    <a:pt x="16960" y="8480"/>
                  </a:lnTo>
                  <a:cubicBezTo>
                    <a:pt x="16960" y="3806"/>
                    <a:pt x="13154" y="0"/>
                    <a:pt x="84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6" name="Google Shape;386;p46"/>
          <p:cNvGrpSpPr/>
          <p:nvPr/>
        </p:nvGrpSpPr>
        <p:grpSpPr>
          <a:xfrm>
            <a:off x="1775145" y="4851100"/>
            <a:ext cx="225031" cy="288072"/>
            <a:chOff x="6248839" y="1967937"/>
            <a:chExt cx="280273" cy="358744"/>
          </a:xfrm>
        </p:grpSpPr>
        <p:sp>
          <p:nvSpPr>
            <p:cNvPr id="387" name="Google Shape;387;p46"/>
            <p:cNvSpPr/>
            <p:nvPr/>
          </p:nvSpPr>
          <p:spPr>
            <a:xfrm>
              <a:off x="6383859" y="2316449"/>
              <a:ext cx="10613" cy="10233"/>
            </a:xfrm>
            <a:custGeom>
              <a:rect b="b" l="l" r="r" t="t"/>
              <a:pathLst>
                <a:path extrusionOk="0" h="323" w="335">
                  <a:moveTo>
                    <a:pt x="168" y="1"/>
                  </a:moveTo>
                  <a:cubicBezTo>
                    <a:pt x="72" y="1"/>
                    <a:pt x="1" y="72"/>
                    <a:pt x="1" y="167"/>
                  </a:cubicBezTo>
                  <a:cubicBezTo>
                    <a:pt x="1" y="251"/>
                    <a:pt x="72" y="322"/>
                    <a:pt x="168" y="322"/>
                  </a:cubicBezTo>
                  <a:cubicBezTo>
                    <a:pt x="251" y="322"/>
                    <a:pt x="334" y="251"/>
                    <a:pt x="334" y="167"/>
                  </a:cubicBezTo>
                  <a:cubicBezTo>
                    <a:pt x="334" y="72"/>
                    <a:pt x="275" y="1"/>
                    <a:pt x="1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6"/>
            <p:cNvSpPr/>
            <p:nvPr/>
          </p:nvSpPr>
          <p:spPr>
            <a:xfrm>
              <a:off x="6248839" y="1967937"/>
              <a:ext cx="280273" cy="358364"/>
            </a:xfrm>
            <a:custGeom>
              <a:rect b="b" l="l" r="r" t="t"/>
              <a:pathLst>
                <a:path extrusionOk="0" h="11312" w="8847">
                  <a:moveTo>
                    <a:pt x="4001" y="357"/>
                  </a:moveTo>
                  <a:cubicBezTo>
                    <a:pt x="4156" y="357"/>
                    <a:pt x="4311" y="476"/>
                    <a:pt x="4358" y="643"/>
                  </a:cubicBezTo>
                  <a:lnTo>
                    <a:pt x="4430" y="953"/>
                  </a:lnTo>
                  <a:cubicBezTo>
                    <a:pt x="4442" y="1024"/>
                    <a:pt x="4513" y="1072"/>
                    <a:pt x="4596" y="1072"/>
                  </a:cubicBezTo>
                  <a:lnTo>
                    <a:pt x="4632" y="1072"/>
                  </a:lnTo>
                  <a:cubicBezTo>
                    <a:pt x="4727" y="1060"/>
                    <a:pt x="4787" y="953"/>
                    <a:pt x="4751" y="881"/>
                  </a:cubicBezTo>
                  <a:lnTo>
                    <a:pt x="4680" y="560"/>
                  </a:lnTo>
                  <a:cubicBezTo>
                    <a:pt x="4668" y="488"/>
                    <a:pt x="4632" y="429"/>
                    <a:pt x="4596" y="369"/>
                  </a:cubicBezTo>
                  <a:lnTo>
                    <a:pt x="5549" y="369"/>
                  </a:lnTo>
                  <a:cubicBezTo>
                    <a:pt x="5942" y="369"/>
                    <a:pt x="6299" y="643"/>
                    <a:pt x="6406" y="1036"/>
                  </a:cubicBezTo>
                  <a:lnTo>
                    <a:pt x="6656" y="1989"/>
                  </a:lnTo>
                  <a:lnTo>
                    <a:pt x="6001" y="1989"/>
                  </a:lnTo>
                  <a:cubicBezTo>
                    <a:pt x="5918" y="1989"/>
                    <a:pt x="5846" y="2072"/>
                    <a:pt x="5846" y="2155"/>
                  </a:cubicBezTo>
                  <a:cubicBezTo>
                    <a:pt x="5846" y="2250"/>
                    <a:pt x="5918" y="2322"/>
                    <a:pt x="6001" y="2322"/>
                  </a:cubicBezTo>
                  <a:lnTo>
                    <a:pt x="6751" y="2322"/>
                  </a:lnTo>
                  <a:lnTo>
                    <a:pt x="6858" y="2691"/>
                  </a:lnTo>
                  <a:lnTo>
                    <a:pt x="1977" y="2691"/>
                  </a:lnTo>
                  <a:lnTo>
                    <a:pt x="2096" y="2310"/>
                  </a:lnTo>
                  <a:lnTo>
                    <a:pt x="5311" y="2310"/>
                  </a:lnTo>
                  <a:cubicBezTo>
                    <a:pt x="5394" y="2310"/>
                    <a:pt x="5465" y="2239"/>
                    <a:pt x="5465" y="2143"/>
                  </a:cubicBezTo>
                  <a:cubicBezTo>
                    <a:pt x="5465" y="2048"/>
                    <a:pt x="5394" y="1977"/>
                    <a:pt x="5311" y="1977"/>
                  </a:cubicBezTo>
                  <a:lnTo>
                    <a:pt x="2167" y="1977"/>
                  </a:lnTo>
                  <a:lnTo>
                    <a:pt x="2417" y="1024"/>
                  </a:lnTo>
                  <a:cubicBezTo>
                    <a:pt x="2525" y="643"/>
                    <a:pt x="2882" y="357"/>
                    <a:pt x="3287" y="357"/>
                  </a:cubicBezTo>
                  <a:close/>
                  <a:moveTo>
                    <a:pt x="2310" y="3024"/>
                  </a:moveTo>
                  <a:lnTo>
                    <a:pt x="2310" y="3572"/>
                  </a:lnTo>
                  <a:lnTo>
                    <a:pt x="1941" y="3572"/>
                  </a:lnTo>
                  <a:lnTo>
                    <a:pt x="1941" y="3024"/>
                  </a:lnTo>
                  <a:close/>
                  <a:moveTo>
                    <a:pt x="6918" y="3024"/>
                  </a:moveTo>
                  <a:lnTo>
                    <a:pt x="6918" y="3572"/>
                  </a:lnTo>
                  <a:lnTo>
                    <a:pt x="6537" y="3572"/>
                  </a:lnTo>
                  <a:lnTo>
                    <a:pt x="6537" y="3024"/>
                  </a:lnTo>
                  <a:close/>
                  <a:moveTo>
                    <a:pt x="6204" y="3024"/>
                  </a:moveTo>
                  <a:lnTo>
                    <a:pt x="6204" y="3572"/>
                  </a:lnTo>
                  <a:lnTo>
                    <a:pt x="6168" y="3572"/>
                  </a:lnTo>
                  <a:lnTo>
                    <a:pt x="6168" y="3560"/>
                  </a:lnTo>
                  <a:cubicBezTo>
                    <a:pt x="6180" y="3465"/>
                    <a:pt x="6108" y="3393"/>
                    <a:pt x="6025" y="3393"/>
                  </a:cubicBezTo>
                  <a:lnTo>
                    <a:pt x="4787" y="3393"/>
                  </a:lnTo>
                  <a:cubicBezTo>
                    <a:pt x="4692" y="3393"/>
                    <a:pt x="4620" y="3465"/>
                    <a:pt x="4620" y="3560"/>
                  </a:cubicBezTo>
                  <a:lnTo>
                    <a:pt x="4620" y="3608"/>
                  </a:lnTo>
                  <a:cubicBezTo>
                    <a:pt x="4561" y="3572"/>
                    <a:pt x="4501" y="3572"/>
                    <a:pt x="4430" y="3572"/>
                  </a:cubicBezTo>
                  <a:cubicBezTo>
                    <a:pt x="4358" y="3572"/>
                    <a:pt x="4299" y="3584"/>
                    <a:pt x="4239" y="3608"/>
                  </a:cubicBezTo>
                  <a:lnTo>
                    <a:pt x="4239" y="3560"/>
                  </a:lnTo>
                  <a:cubicBezTo>
                    <a:pt x="4239" y="3465"/>
                    <a:pt x="4156" y="3393"/>
                    <a:pt x="4072" y="3393"/>
                  </a:cubicBezTo>
                  <a:lnTo>
                    <a:pt x="2834" y="3393"/>
                  </a:lnTo>
                  <a:cubicBezTo>
                    <a:pt x="2751" y="3393"/>
                    <a:pt x="2667" y="3465"/>
                    <a:pt x="2667" y="3560"/>
                  </a:cubicBezTo>
                  <a:lnTo>
                    <a:pt x="2667" y="3572"/>
                  </a:lnTo>
                  <a:lnTo>
                    <a:pt x="2644" y="3572"/>
                  </a:lnTo>
                  <a:lnTo>
                    <a:pt x="2644" y="3024"/>
                  </a:lnTo>
                  <a:close/>
                  <a:moveTo>
                    <a:pt x="3894" y="3727"/>
                  </a:moveTo>
                  <a:lnTo>
                    <a:pt x="3894" y="4096"/>
                  </a:lnTo>
                  <a:cubicBezTo>
                    <a:pt x="3894" y="4203"/>
                    <a:pt x="3799" y="4286"/>
                    <a:pt x="3703" y="4286"/>
                  </a:cubicBezTo>
                  <a:lnTo>
                    <a:pt x="3168" y="4286"/>
                  </a:lnTo>
                  <a:cubicBezTo>
                    <a:pt x="3060" y="4286"/>
                    <a:pt x="2965" y="4203"/>
                    <a:pt x="2965" y="4096"/>
                  </a:cubicBezTo>
                  <a:lnTo>
                    <a:pt x="2965" y="3727"/>
                  </a:lnTo>
                  <a:lnTo>
                    <a:pt x="3287" y="3727"/>
                  </a:lnTo>
                  <a:lnTo>
                    <a:pt x="3287" y="3739"/>
                  </a:lnTo>
                  <a:lnTo>
                    <a:pt x="3287" y="3917"/>
                  </a:lnTo>
                  <a:cubicBezTo>
                    <a:pt x="3287" y="4001"/>
                    <a:pt x="3358" y="4084"/>
                    <a:pt x="3441" y="4084"/>
                  </a:cubicBezTo>
                  <a:cubicBezTo>
                    <a:pt x="3537" y="4084"/>
                    <a:pt x="3608" y="4001"/>
                    <a:pt x="3608" y="3917"/>
                  </a:cubicBezTo>
                  <a:lnTo>
                    <a:pt x="3608" y="3739"/>
                  </a:lnTo>
                  <a:lnTo>
                    <a:pt x="3608" y="3727"/>
                  </a:lnTo>
                  <a:close/>
                  <a:moveTo>
                    <a:pt x="5858" y="3727"/>
                  </a:moveTo>
                  <a:lnTo>
                    <a:pt x="5858" y="4096"/>
                  </a:lnTo>
                  <a:cubicBezTo>
                    <a:pt x="5858" y="4203"/>
                    <a:pt x="5763" y="4286"/>
                    <a:pt x="5668" y="4286"/>
                  </a:cubicBezTo>
                  <a:lnTo>
                    <a:pt x="5132" y="4286"/>
                  </a:lnTo>
                  <a:cubicBezTo>
                    <a:pt x="5025" y="4286"/>
                    <a:pt x="4930" y="4203"/>
                    <a:pt x="4930" y="4096"/>
                  </a:cubicBezTo>
                  <a:lnTo>
                    <a:pt x="4930" y="3727"/>
                  </a:lnTo>
                  <a:lnTo>
                    <a:pt x="5215" y="3727"/>
                  </a:lnTo>
                  <a:lnTo>
                    <a:pt x="5215" y="3739"/>
                  </a:lnTo>
                  <a:lnTo>
                    <a:pt x="5215" y="3917"/>
                  </a:lnTo>
                  <a:cubicBezTo>
                    <a:pt x="5227" y="4001"/>
                    <a:pt x="5311" y="4084"/>
                    <a:pt x="5406" y="4084"/>
                  </a:cubicBezTo>
                  <a:cubicBezTo>
                    <a:pt x="5501" y="4084"/>
                    <a:pt x="5573" y="4001"/>
                    <a:pt x="5573" y="3917"/>
                  </a:cubicBezTo>
                  <a:lnTo>
                    <a:pt x="5573" y="3739"/>
                  </a:lnTo>
                  <a:lnTo>
                    <a:pt x="5573" y="3727"/>
                  </a:lnTo>
                  <a:close/>
                  <a:moveTo>
                    <a:pt x="7013" y="3917"/>
                  </a:moveTo>
                  <a:cubicBezTo>
                    <a:pt x="7085" y="3917"/>
                    <a:pt x="7168" y="3941"/>
                    <a:pt x="7228" y="4001"/>
                  </a:cubicBezTo>
                  <a:cubicBezTo>
                    <a:pt x="7287" y="4060"/>
                    <a:pt x="7299" y="4144"/>
                    <a:pt x="7299" y="4215"/>
                  </a:cubicBezTo>
                  <a:cubicBezTo>
                    <a:pt x="7287" y="4346"/>
                    <a:pt x="7144" y="4465"/>
                    <a:pt x="7001" y="4465"/>
                  </a:cubicBezTo>
                  <a:lnTo>
                    <a:pt x="6930" y="4465"/>
                  </a:lnTo>
                  <a:lnTo>
                    <a:pt x="6930" y="4453"/>
                  </a:lnTo>
                  <a:cubicBezTo>
                    <a:pt x="6930" y="4358"/>
                    <a:pt x="6847" y="4286"/>
                    <a:pt x="6763" y="4286"/>
                  </a:cubicBezTo>
                  <a:cubicBezTo>
                    <a:pt x="6680" y="4286"/>
                    <a:pt x="6597" y="4358"/>
                    <a:pt x="6597" y="4453"/>
                  </a:cubicBezTo>
                  <a:lnTo>
                    <a:pt x="6597" y="4536"/>
                  </a:lnTo>
                  <a:cubicBezTo>
                    <a:pt x="6156" y="4858"/>
                    <a:pt x="5608" y="4941"/>
                    <a:pt x="5418" y="4953"/>
                  </a:cubicBezTo>
                  <a:cubicBezTo>
                    <a:pt x="5311" y="4870"/>
                    <a:pt x="5156" y="4810"/>
                    <a:pt x="4989" y="4810"/>
                  </a:cubicBezTo>
                  <a:lnTo>
                    <a:pt x="3930" y="4810"/>
                  </a:lnTo>
                  <a:cubicBezTo>
                    <a:pt x="3775" y="4810"/>
                    <a:pt x="3620" y="4870"/>
                    <a:pt x="3501" y="4953"/>
                  </a:cubicBezTo>
                  <a:cubicBezTo>
                    <a:pt x="3334" y="4941"/>
                    <a:pt x="2775" y="4858"/>
                    <a:pt x="2322" y="4536"/>
                  </a:cubicBezTo>
                  <a:lnTo>
                    <a:pt x="2322" y="4453"/>
                  </a:lnTo>
                  <a:cubicBezTo>
                    <a:pt x="2298" y="4358"/>
                    <a:pt x="2227" y="4286"/>
                    <a:pt x="2132" y="4286"/>
                  </a:cubicBezTo>
                  <a:cubicBezTo>
                    <a:pt x="2048" y="4286"/>
                    <a:pt x="1977" y="4358"/>
                    <a:pt x="1977" y="4453"/>
                  </a:cubicBezTo>
                  <a:lnTo>
                    <a:pt x="1977" y="4465"/>
                  </a:lnTo>
                  <a:lnTo>
                    <a:pt x="1870" y="4465"/>
                  </a:lnTo>
                  <a:cubicBezTo>
                    <a:pt x="1798" y="4465"/>
                    <a:pt x="1715" y="4441"/>
                    <a:pt x="1655" y="4382"/>
                  </a:cubicBezTo>
                  <a:cubicBezTo>
                    <a:pt x="1596" y="4322"/>
                    <a:pt x="1584" y="4239"/>
                    <a:pt x="1584" y="4167"/>
                  </a:cubicBezTo>
                  <a:cubicBezTo>
                    <a:pt x="1596" y="4036"/>
                    <a:pt x="1739" y="3917"/>
                    <a:pt x="1882" y="3917"/>
                  </a:cubicBezTo>
                  <a:lnTo>
                    <a:pt x="2667" y="3917"/>
                  </a:lnTo>
                  <a:lnTo>
                    <a:pt x="2667" y="4108"/>
                  </a:lnTo>
                  <a:cubicBezTo>
                    <a:pt x="2667" y="4394"/>
                    <a:pt x="2906" y="4632"/>
                    <a:pt x="3191" y="4632"/>
                  </a:cubicBezTo>
                  <a:lnTo>
                    <a:pt x="3727" y="4632"/>
                  </a:lnTo>
                  <a:cubicBezTo>
                    <a:pt x="4013" y="4632"/>
                    <a:pt x="4251" y="4394"/>
                    <a:pt x="4251" y="4108"/>
                  </a:cubicBezTo>
                  <a:cubicBezTo>
                    <a:pt x="4251" y="4001"/>
                    <a:pt x="4334" y="3917"/>
                    <a:pt x="4442" y="3917"/>
                  </a:cubicBezTo>
                  <a:cubicBezTo>
                    <a:pt x="4549" y="3917"/>
                    <a:pt x="4632" y="4001"/>
                    <a:pt x="4632" y="4108"/>
                  </a:cubicBezTo>
                  <a:cubicBezTo>
                    <a:pt x="4632" y="4394"/>
                    <a:pt x="4870" y="4632"/>
                    <a:pt x="5156" y="4632"/>
                  </a:cubicBezTo>
                  <a:lnTo>
                    <a:pt x="5692" y="4632"/>
                  </a:lnTo>
                  <a:cubicBezTo>
                    <a:pt x="5977" y="4632"/>
                    <a:pt x="6216" y="4394"/>
                    <a:pt x="6216" y="4108"/>
                  </a:cubicBezTo>
                  <a:lnTo>
                    <a:pt x="6216" y="3917"/>
                  </a:lnTo>
                  <a:close/>
                  <a:moveTo>
                    <a:pt x="4215" y="5132"/>
                  </a:moveTo>
                  <a:cubicBezTo>
                    <a:pt x="4156" y="5251"/>
                    <a:pt x="4037" y="5334"/>
                    <a:pt x="3894" y="5334"/>
                  </a:cubicBezTo>
                  <a:lnTo>
                    <a:pt x="3560" y="5334"/>
                  </a:lnTo>
                  <a:cubicBezTo>
                    <a:pt x="3620" y="5215"/>
                    <a:pt x="3739" y="5132"/>
                    <a:pt x="3894" y="5132"/>
                  </a:cubicBezTo>
                  <a:close/>
                  <a:moveTo>
                    <a:pt x="5006" y="5152"/>
                  </a:moveTo>
                  <a:cubicBezTo>
                    <a:pt x="5123" y="5152"/>
                    <a:pt x="5234" y="5239"/>
                    <a:pt x="5287" y="5346"/>
                  </a:cubicBezTo>
                  <a:lnTo>
                    <a:pt x="4965" y="5346"/>
                  </a:lnTo>
                  <a:cubicBezTo>
                    <a:pt x="4811" y="5346"/>
                    <a:pt x="4692" y="5275"/>
                    <a:pt x="4632" y="5156"/>
                  </a:cubicBezTo>
                  <a:lnTo>
                    <a:pt x="4965" y="5156"/>
                  </a:lnTo>
                  <a:cubicBezTo>
                    <a:pt x="4979" y="5153"/>
                    <a:pt x="4993" y="5152"/>
                    <a:pt x="5006" y="5152"/>
                  </a:cubicBezTo>
                  <a:close/>
                  <a:moveTo>
                    <a:pt x="6549" y="4941"/>
                  </a:moveTo>
                  <a:lnTo>
                    <a:pt x="6549" y="4941"/>
                  </a:lnTo>
                  <a:cubicBezTo>
                    <a:pt x="6406" y="5965"/>
                    <a:pt x="5513" y="6763"/>
                    <a:pt x="4442" y="6763"/>
                  </a:cubicBezTo>
                  <a:cubicBezTo>
                    <a:pt x="3370" y="6763"/>
                    <a:pt x="2477" y="5965"/>
                    <a:pt x="2334" y="4941"/>
                  </a:cubicBezTo>
                  <a:lnTo>
                    <a:pt x="2334" y="4941"/>
                  </a:lnTo>
                  <a:cubicBezTo>
                    <a:pt x="2667" y="5132"/>
                    <a:pt x="3025" y="5227"/>
                    <a:pt x="3251" y="5251"/>
                  </a:cubicBezTo>
                  <a:cubicBezTo>
                    <a:pt x="3227" y="5334"/>
                    <a:pt x="3203" y="5418"/>
                    <a:pt x="3203" y="5489"/>
                  </a:cubicBezTo>
                  <a:cubicBezTo>
                    <a:pt x="3203" y="5584"/>
                    <a:pt x="3287" y="5656"/>
                    <a:pt x="3370" y="5656"/>
                  </a:cubicBezTo>
                  <a:lnTo>
                    <a:pt x="3906" y="5656"/>
                  </a:lnTo>
                  <a:cubicBezTo>
                    <a:pt x="4120" y="5656"/>
                    <a:pt x="4311" y="5572"/>
                    <a:pt x="4442" y="5406"/>
                  </a:cubicBezTo>
                  <a:cubicBezTo>
                    <a:pt x="4572" y="5549"/>
                    <a:pt x="4751" y="5656"/>
                    <a:pt x="4977" y="5656"/>
                  </a:cubicBezTo>
                  <a:lnTo>
                    <a:pt x="5513" y="5656"/>
                  </a:lnTo>
                  <a:cubicBezTo>
                    <a:pt x="5596" y="5656"/>
                    <a:pt x="5680" y="5584"/>
                    <a:pt x="5680" y="5489"/>
                  </a:cubicBezTo>
                  <a:cubicBezTo>
                    <a:pt x="5680" y="5406"/>
                    <a:pt x="5656" y="5334"/>
                    <a:pt x="5632" y="5251"/>
                  </a:cubicBezTo>
                  <a:cubicBezTo>
                    <a:pt x="5858" y="5215"/>
                    <a:pt x="6216" y="5120"/>
                    <a:pt x="6549" y="4941"/>
                  </a:cubicBezTo>
                  <a:close/>
                  <a:moveTo>
                    <a:pt x="5501" y="6846"/>
                  </a:moveTo>
                  <a:lnTo>
                    <a:pt x="5501" y="7203"/>
                  </a:lnTo>
                  <a:lnTo>
                    <a:pt x="4430" y="7799"/>
                  </a:lnTo>
                  <a:lnTo>
                    <a:pt x="3358" y="7203"/>
                  </a:lnTo>
                  <a:lnTo>
                    <a:pt x="3358" y="6846"/>
                  </a:lnTo>
                  <a:cubicBezTo>
                    <a:pt x="3680" y="7013"/>
                    <a:pt x="4037" y="7096"/>
                    <a:pt x="4430" y="7096"/>
                  </a:cubicBezTo>
                  <a:cubicBezTo>
                    <a:pt x="4811" y="7096"/>
                    <a:pt x="5168" y="7013"/>
                    <a:pt x="5501" y="6846"/>
                  </a:cubicBezTo>
                  <a:close/>
                  <a:moveTo>
                    <a:pt x="5954" y="7323"/>
                  </a:moveTo>
                  <a:lnTo>
                    <a:pt x="6168" y="7751"/>
                  </a:lnTo>
                  <a:lnTo>
                    <a:pt x="5311" y="8501"/>
                  </a:lnTo>
                  <a:cubicBezTo>
                    <a:pt x="5263" y="8525"/>
                    <a:pt x="5215" y="8549"/>
                    <a:pt x="5168" y="8549"/>
                  </a:cubicBezTo>
                  <a:cubicBezTo>
                    <a:pt x="5132" y="8549"/>
                    <a:pt x="5073" y="8513"/>
                    <a:pt x="5037" y="8466"/>
                  </a:cubicBezTo>
                  <a:lnTo>
                    <a:pt x="4680" y="8025"/>
                  </a:lnTo>
                  <a:lnTo>
                    <a:pt x="5942" y="7323"/>
                  </a:lnTo>
                  <a:close/>
                  <a:moveTo>
                    <a:pt x="2906" y="7334"/>
                  </a:moveTo>
                  <a:lnTo>
                    <a:pt x="4180" y="8037"/>
                  </a:lnTo>
                  <a:lnTo>
                    <a:pt x="3822" y="8489"/>
                  </a:lnTo>
                  <a:cubicBezTo>
                    <a:pt x="3787" y="8525"/>
                    <a:pt x="3739" y="8549"/>
                    <a:pt x="3680" y="8561"/>
                  </a:cubicBezTo>
                  <a:cubicBezTo>
                    <a:pt x="3644" y="8561"/>
                    <a:pt x="3584" y="8549"/>
                    <a:pt x="3549" y="8513"/>
                  </a:cubicBezTo>
                  <a:lnTo>
                    <a:pt x="2691" y="7775"/>
                  </a:lnTo>
                  <a:lnTo>
                    <a:pt x="2894" y="7334"/>
                  </a:lnTo>
                  <a:close/>
                  <a:moveTo>
                    <a:pt x="3299" y="0"/>
                  </a:moveTo>
                  <a:cubicBezTo>
                    <a:pt x="2739" y="0"/>
                    <a:pt x="2251" y="369"/>
                    <a:pt x="2108" y="905"/>
                  </a:cubicBezTo>
                  <a:lnTo>
                    <a:pt x="1644" y="2655"/>
                  </a:lnTo>
                  <a:lnTo>
                    <a:pt x="1060" y="2655"/>
                  </a:lnTo>
                  <a:cubicBezTo>
                    <a:pt x="977" y="2655"/>
                    <a:pt x="893" y="2727"/>
                    <a:pt x="893" y="2810"/>
                  </a:cubicBezTo>
                  <a:cubicBezTo>
                    <a:pt x="893" y="2905"/>
                    <a:pt x="977" y="2977"/>
                    <a:pt x="1060" y="2977"/>
                  </a:cubicBezTo>
                  <a:lnTo>
                    <a:pt x="1596" y="2977"/>
                  </a:lnTo>
                  <a:lnTo>
                    <a:pt x="1596" y="3584"/>
                  </a:lnTo>
                  <a:cubicBezTo>
                    <a:pt x="1405" y="3679"/>
                    <a:pt x="1274" y="3858"/>
                    <a:pt x="1239" y="4060"/>
                  </a:cubicBezTo>
                  <a:cubicBezTo>
                    <a:pt x="1227" y="4239"/>
                    <a:pt x="1286" y="4406"/>
                    <a:pt x="1394" y="4536"/>
                  </a:cubicBezTo>
                  <a:cubicBezTo>
                    <a:pt x="1513" y="4679"/>
                    <a:pt x="1667" y="4739"/>
                    <a:pt x="1834" y="4739"/>
                  </a:cubicBezTo>
                  <a:lnTo>
                    <a:pt x="1941" y="4739"/>
                  </a:lnTo>
                  <a:cubicBezTo>
                    <a:pt x="1989" y="5513"/>
                    <a:pt x="2406" y="6180"/>
                    <a:pt x="3001" y="6596"/>
                  </a:cubicBezTo>
                  <a:lnTo>
                    <a:pt x="3001" y="6965"/>
                  </a:lnTo>
                  <a:cubicBezTo>
                    <a:pt x="2959" y="6953"/>
                    <a:pt x="2920" y="6947"/>
                    <a:pt x="2885" y="6947"/>
                  </a:cubicBezTo>
                  <a:cubicBezTo>
                    <a:pt x="2849" y="6947"/>
                    <a:pt x="2816" y="6953"/>
                    <a:pt x="2787" y="6965"/>
                  </a:cubicBezTo>
                  <a:cubicBezTo>
                    <a:pt x="2703" y="7001"/>
                    <a:pt x="2620" y="7061"/>
                    <a:pt x="2584" y="7144"/>
                  </a:cubicBezTo>
                  <a:lnTo>
                    <a:pt x="2322" y="7668"/>
                  </a:lnTo>
                  <a:lnTo>
                    <a:pt x="882" y="8096"/>
                  </a:lnTo>
                  <a:cubicBezTo>
                    <a:pt x="358" y="8251"/>
                    <a:pt x="0" y="8739"/>
                    <a:pt x="0" y="9275"/>
                  </a:cubicBezTo>
                  <a:lnTo>
                    <a:pt x="0" y="11133"/>
                  </a:lnTo>
                  <a:cubicBezTo>
                    <a:pt x="0" y="11228"/>
                    <a:pt x="84" y="11299"/>
                    <a:pt x="167" y="11299"/>
                  </a:cubicBezTo>
                  <a:cubicBezTo>
                    <a:pt x="262" y="11299"/>
                    <a:pt x="334" y="11228"/>
                    <a:pt x="334" y="11133"/>
                  </a:cubicBezTo>
                  <a:lnTo>
                    <a:pt x="334" y="9275"/>
                  </a:lnTo>
                  <a:cubicBezTo>
                    <a:pt x="334" y="8870"/>
                    <a:pt x="596" y="8525"/>
                    <a:pt x="977" y="8406"/>
                  </a:cubicBezTo>
                  <a:lnTo>
                    <a:pt x="1596" y="8227"/>
                  </a:lnTo>
                  <a:lnTo>
                    <a:pt x="1596" y="11133"/>
                  </a:lnTo>
                  <a:cubicBezTo>
                    <a:pt x="1596" y="11228"/>
                    <a:pt x="1667" y="11299"/>
                    <a:pt x="1763" y="11299"/>
                  </a:cubicBezTo>
                  <a:cubicBezTo>
                    <a:pt x="1846" y="11299"/>
                    <a:pt x="1929" y="11228"/>
                    <a:pt x="1929" y="11133"/>
                  </a:cubicBezTo>
                  <a:lnTo>
                    <a:pt x="1929" y="8144"/>
                  </a:lnTo>
                  <a:lnTo>
                    <a:pt x="2298" y="8037"/>
                  </a:lnTo>
                  <a:lnTo>
                    <a:pt x="2298" y="11144"/>
                  </a:lnTo>
                  <a:cubicBezTo>
                    <a:pt x="2298" y="11240"/>
                    <a:pt x="2370" y="11311"/>
                    <a:pt x="2465" y="11311"/>
                  </a:cubicBezTo>
                  <a:cubicBezTo>
                    <a:pt x="2548" y="11311"/>
                    <a:pt x="2620" y="11240"/>
                    <a:pt x="2620" y="11144"/>
                  </a:cubicBezTo>
                  <a:lnTo>
                    <a:pt x="2620" y="8144"/>
                  </a:lnTo>
                  <a:lnTo>
                    <a:pt x="3310" y="8739"/>
                  </a:lnTo>
                  <a:cubicBezTo>
                    <a:pt x="3394" y="8811"/>
                    <a:pt x="3513" y="8858"/>
                    <a:pt x="3656" y="8858"/>
                  </a:cubicBezTo>
                  <a:lnTo>
                    <a:pt x="3691" y="8858"/>
                  </a:lnTo>
                  <a:cubicBezTo>
                    <a:pt x="3846" y="8847"/>
                    <a:pt x="3965" y="8787"/>
                    <a:pt x="4049" y="8668"/>
                  </a:cubicBezTo>
                  <a:lnTo>
                    <a:pt x="4394" y="8227"/>
                  </a:lnTo>
                  <a:lnTo>
                    <a:pt x="4739" y="8668"/>
                  </a:lnTo>
                  <a:cubicBezTo>
                    <a:pt x="4823" y="8763"/>
                    <a:pt x="4942" y="8847"/>
                    <a:pt x="5096" y="8858"/>
                  </a:cubicBezTo>
                  <a:lnTo>
                    <a:pt x="5144" y="8858"/>
                  </a:lnTo>
                  <a:cubicBezTo>
                    <a:pt x="5263" y="8858"/>
                    <a:pt x="5382" y="8811"/>
                    <a:pt x="5477" y="8739"/>
                  </a:cubicBezTo>
                  <a:lnTo>
                    <a:pt x="6347" y="7989"/>
                  </a:lnTo>
                  <a:lnTo>
                    <a:pt x="6882" y="8144"/>
                  </a:lnTo>
                  <a:lnTo>
                    <a:pt x="6882" y="11133"/>
                  </a:lnTo>
                  <a:cubicBezTo>
                    <a:pt x="6882" y="11228"/>
                    <a:pt x="6954" y="11299"/>
                    <a:pt x="7049" y="11299"/>
                  </a:cubicBezTo>
                  <a:cubicBezTo>
                    <a:pt x="7132" y="11299"/>
                    <a:pt x="7204" y="11228"/>
                    <a:pt x="7204" y="11133"/>
                  </a:cubicBezTo>
                  <a:lnTo>
                    <a:pt x="7204" y="8227"/>
                  </a:lnTo>
                  <a:lnTo>
                    <a:pt x="7835" y="8406"/>
                  </a:lnTo>
                  <a:cubicBezTo>
                    <a:pt x="8204" y="8513"/>
                    <a:pt x="8478" y="8870"/>
                    <a:pt x="8478" y="9275"/>
                  </a:cubicBezTo>
                  <a:lnTo>
                    <a:pt x="8478" y="11133"/>
                  </a:lnTo>
                  <a:cubicBezTo>
                    <a:pt x="8478" y="11228"/>
                    <a:pt x="8549" y="11299"/>
                    <a:pt x="8633" y="11299"/>
                  </a:cubicBezTo>
                  <a:cubicBezTo>
                    <a:pt x="8728" y="11299"/>
                    <a:pt x="8799" y="11228"/>
                    <a:pt x="8799" y="11133"/>
                  </a:cubicBezTo>
                  <a:lnTo>
                    <a:pt x="8799" y="9275"/>
                  </a:lnTo>
                  <a:cubicBezTo>
                    <a:pt x="8847" y="8763"/>
                    <a:pt x="8478" y="8287"/>
                    <a:pt x="7954" y="8132"/>
                  </a:cubicBezTo>
                  <a:lnTo>
                    <a:pt x="6513" y="7692"/>
                  </a:lnTo>
                  <a:lnTo>
                    <a:pt x="6263" y="7180"/>
                  </a:lnTo>
                  <a:cubicBezTo>
                    <a:pt x="6216" y="7084"/>
                    <a:pt x="6144" y="7025"/>
                    <a:pt x="6049" y="7001"/>
                  </a:cubicBezTo>
                  <a:cubicBezTo>
                    <a:pt x="6013" y="6989"/>
                    <a:pt x="5977" y="6983"/>
                    <a:pt x="5942" y="6983"/>
                  </a:cubicBezTo>
                  <a:cubicBezTo>
                    <a:pt x="5906" y="6983"/>
                    <a:pt x="5870" y="6989"/>
                    <a:pt x="5835" y="7001"/>
                  </a:cubicBezTo>
                  <a:lnTo>
                    <a:pt x="5835" y="6620"/>
                  </a:lnTo>
                  <a:cubicBezTo>
                    <a:pt x="6430" y="6203"/>
                    <a:pt x="6835" y="5537"/>
                    <a:pt x="6894" y="4763"/>
                  </a:cubicBezTo>
                  <a:lnTo>
                    <a:pt x="6966" y="4763"/>
                  </a:lnTo>
                  <a:cubicBezTo>
                    <a:pt x="7299" y="4763"/>
                    <a:pt x="7561" y="4525"/>
                    <a:pt x="7597" y="4215"/>
                  </a:cubicBezTo>
                  <a:cubicBezTo>
                    <a:pt x="7609" y="4036"/>
                    <a:pt x="7549" y="3870"/>
                    <a:pt x="7442" y="3739"/>
                  </a:cubicBezTo>
                  <a:cubicBezTo>
                    <a:pt x="7382" y="3679"/>
                    <a:pt x="7323" y="3632"/>
                    <a:pt x="7251" y="3584"/>
                  </a:cubicBezTo>
                  <a:lnTo>
                    <a:pt x="7251" y="2977"/>
                  </a:lnTo>
                  <a:lnTo>
                    <a:pt x="7787" y="2977"/>
                  </a:lnTo>
                  <a:cubicBezTo>
                    <a:pt x="7882" y="2977"/>
                    <a:pt x="7954" y="2905"/>
                    <a:pt x="7954" y="2810"/>
                  </a:cubicBezTo>
                  <a:cubicBezTo>
                    <a:pt x="7954" y="2727"/>
                    <a:pt x="7882" y="2655"/>
                    <a:pt x="7787" y="2655"/>
                  </a:cubicBezTo>
                  <a:lnTo>
                    <a:pt x="7204" y="2655"/>
                  </a:lnTo>
                  <a:lnTo>
                    <a:pt x="6751" y="905"/>
                  </a:lnTo>
                  <a:cubicBezTo>
                    <a:pt x="6597" y="369"/>
                    <a:pt x="6120" y="0"/>
                    <a:pt x="55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6"/>
            <p:cNvSpPr/>
            <p:nvPr/>
          </p:nvSpPr>
          <p:spPr>
            <a:xfrm>
              <a:off x="6445730" y="2238009"/>
              <a:ext cx="10201" cy="88672"/>
            </a:xfrm>
            <a:custGeom>
              <a:rect b="b" l="l" r="r" t="t"/>
              <a:pathLst>
                <a:path extrusionOk="0" h="2799" w="322">
                  <a:moveTo>
                    <a:pt x="167" y="0"/>
                  </a:moveTo>
                  <a:cubicBezTo>
                    <a:pt x="72" y="0"/>
                    <a:pt x="1" y="83"/>
                    <a:pt x="1" y="167"/>
                  </a:cubicBezTo>
                  <a:lnTo>
                    <a:pt x="1" y="2643"/>
                  </a:lnTo>
                  <a:cubicBezTo>
                    <a:pt x="1" y="2727"/>
                    <a:pt x="72" y="2798"/>
                    <a:pt x="167" y="2798"/>
                  </a:cubicBezTo>
                  <a:cubicBezTo>
                    <a:pt x="251" y="2798"/>
                    <a:pt x="322" y="2727"/>
                    <a:pt x="322" y="2643"/>
                  </a:cubicBezTo>
                  <a:lnTo>
                    <a:pt x="322" y="167"/>
                  </a:lnTo>
                  <a:cubicBezTo>
                    <a:pt x="322" y="83"/>
                    <a:pt x="251" y="0"/>
                    <a:pt x="1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6"/>
            <p:cNvSpPr/>
            <p:nvPr/>
          </p:nvSpPr>
          <p:spPr>
            <a:xfrm>
              <a:off x="6383859" y="2249319"/>
              <a:ext cx="10613" cy="10581"/>
            </a:xfrm>
            <a:custGeom>
              <a:rect b="b" l="l" r="r" t="t"/>
              <a:pathLst>
                <a:path extrusionOk="0" h="334" w="335">
                  <a:moveTo>
                    <a:pt x="168" y="0"/>
                  </a:moveTo>
                  <a:cubicBezTo>
                    <a:pt x="72" y="0"/>
                    <a:pt x="1" y="84"/>
                    <a:pt x="1" y="167"/>
                  </a:cubicBezTo>
                  <a:cubicBezTo>
                    <a:pt x="1" y="262"/>
                    <a:pt x="72" y="334"/>
                    <a:pt x="168" y="334"/>
                  </a:cubicBezTo>
                  <a:cubicBezTo>
                    <a:pt x="251" y="334"/>
                    <a:pt x="334" y="262"/>
                    <a:pt x="334" y="167"/>
                  </a:cubicBezTo>
                  <a:cubicBezTo>
                    <a:pt x="334" y="84"/>
                    <a:pt x="275" y="0"/>
                    <a:pt x="1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6"/>
            <p:cNvSpPr/>
            <p:nvPr/>
          </p:nvSpPr>
          <p:spPr>
            <a:xfrm>
              <a:off x="6383859" y="2282868"/>
              <a:ext cx="10613" cy="10613"/>
            </a:xfrm>
            <a:custGeom>
              <a:rect b="b" l="l" r="r" t="t"/>
              <a:pathLst>
                <a:path extrusionOk="0" h="335" w="335">
                  <a:moveTo>
                    <a:pt x="168" y="1"/>
                  </a:moveTo>
                  <a:cubicBezTo>
                    <a:pt x="72" y="1"/>
                    <a:pt x="1" y="72"/>
                    <a:pt x="1" y="168"/>
                  </a:cubicBezTo>
                  <a:cubicBezTo>
                    <a:pt x="1" y="251"/>
                    <a:pt x="72" y="334"/>
                    <a:pt x="168" y="334"/>
                  </a:cubicBezTo>
                  <a:cubicBezTo>
                    <a:pt x="251" y="334"/>
                    <a:pt x="334" y="251"/>
                    <a:pt x="334" y="168"/>
                  </a:cubicBezTo>
                  <a:cubicBezTo>
                    <a:pt x="334" y="72"/>
                    <a:pt x="275" y="1"/>
                    <a:pt x="1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6"/>
            <p:cNvSpPr/>
            <p:nvPr/>
          </p:nvSpPr>
          <p:spPr>
            <a:xfrm>
              <a:off x="6378220" y="2154247"/>
              <a:ext cx="21891" cy="10233"/>
            </a:xfrm>
            <a:custGeom>
              <a:rect b="b" l="l" r="r" t="t"/>
              <a:pathLst>
                <a:path extrusionOk="0" h="323" w="691">
                  <a:moveTo>
                    <a:pt x="167" y="1"/>
                  </a:moveTo>
                  <a:cubicBezTo>
                    <a:pt x="72" y="1"/>
                    <a:pt x="0" y="72"/>
                    <a:pt x="0" y="168"/>
                  </a:cubicBezTo>
                  <a:cubicBezTo>
                    <a:pt x="0" y="251"/>
                    <a:pt x="72" y="322"/>
                    <a:pt x="167" y="322"/>
                  </a:cubicBezTo>
                  <a:lnTo>
                    <a:pt x="524" y="322"/>
                  </a:lnTo>
                  <a:cubicBezTo>
                    <a:pt x="608" y="322"/>
                    <a:pt x="691" y="251"/>
                    <a:pt x="691" y="168"/>
                  </a:cubicBezTo>
                  <a:cubicBezTo>
                    <a:pt x="691" y="60"/>
                    <a:pt x="608" y="1"/>
                    <a:pt x="5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46"/>
          <p:cNvGrpSpPr/>
          <p:nvPr/>
        </p:nvGrpSpPr>
        <p:grpSpPr>
          <a:xfrm>
            <a:off x="7755671" y="4829797"/>
            <a:ext cx="224993" cy="300082"/>
            <a:chOff x="5807156" y="2881113"/>
            <a:chExt cx="261043" cy="348163"/>
          </a:xfrm>
        </p:grpSpPr>
        <p:sp>
          <p:nvSpPr>
            <p:cNvPr id="394" name="Google Shape;394;p46"/>
            <p:cNvSpPr/>
            <p:nvPr/>
          </p:nvSpPr>
          <p:spPr>
            <a:xfrm>
              <a:off x="5807156" y="2881113"/>
              <a:ext cx="261043" cy="348163"/>
            </a:xfrm>
            <a:custGeom>
              <a:rect b="b" l="l" r="r" t="t"/>
              <a:pathLst>
                <a:path extrusionOk="0" h="10990" w="8240">
                  <a:moveTo>
                    <a:pt x="4477" y="334"/>
                  </a:moveTo>
                  <a:cubicBezTo>
                    <a:pt x="4763" y="334"/>
                    <a:pt x="5001" y="572"/>
                    <a:pt x="5001" y="857"/>
                  </a:cubicBezTo>
                  <a:cubicBezTo>
                    <a:pt x="5001" y="917"/>
                    <a:pt x="4989" y="976"/>
                    <a:pt x="4977" y="1036"/>
                  </a:cubicBezTo>
                  <a:lnTo>
                    <a:pt x="3310" y="1036"/>
                  </a:lnTo>
                  <a:cubicBezTo>
                    <a:pt x="3274" y="976"/>
                    <a:pt x="3274" y="917"/>
                    <a:pt x="3274" y="857"/>
                  </a:cubicBezTo>
                  <a:cubicBezTo>
                    <a:pt x="3274" y="572"/>
                    <a:pt x="3501" y="334"/>
                    <a:pt x="3798" y="334"/>
                  </a:cubicBezTo>
                  <a:close/>
                  <a:moveTo>
                    <a:pt x="5168" y="1369"/>
                  </a:moveTo>
                  <a:cubicBezTo>
                    <a:pt x="6215" y="1369"/>
                    <a:pt x="7061" y="2215"/>
                    <a:pt x="7061" y="3262"/>
                  </a:cubicBezTo>
                  <a:cubicBezTo>
                    <a:pt x="7061" y="3524"/>
                    <a:pt x="7001" y="3786"/>
                    <a:pt x="6894" y="4024"/>
                  </a:cubicBezTo>
                  <a:cubicBezTo>
                    <a:pt x="6811" y="3977"/>
                    <a:pt x="6715" y="3953"/>
                    <a:pt x="6608" y="3953"/>
                  </a:cubicBezTo>
                  <a:lnTo>
                    <a:pt x="6346" y="3953"/>
                  </a:lnTo>
                  <a:lnTo>
                    <a:pt x="6346" y="3596"/>
                  </a:lnTo>
                  <a:cubicBezTo>
                    <a:pt x="6346" y="2941"/>
                    <a:pt x="5811" y="2405"/>
                    <a:pt x="5156" y="2405"/>
                  </a:cubicBezTo>
                  <a:cubicBezTo>
                    <a:pt x="5060" y="2405"/>
                    <a:pt x="4989" y="2477"/>
                    <a:pt x="4989" y="2560"/>
                  </a:cubicBezTo>
                  <a:cubicBezTo>
                    <a:pt x="4989" y="2655"/>
                    <a:pt x="5060" y="2727"/>
                    <a:pt x="5156" y="2727"/>
                  </a:cubicBezTo>
                  <a:cubicBezTo>
                    <a:pt x="5632" y="2727"/>
                    <a:pt x="6013" y="3120"/>
                    <a:pt x="6013" y="3596"/>
                  </a:cubicBezTo>
                  <a:lnTo>
                    <a:pt x="6013" y="3953"/>
                  </a:lnTo>
                  <a:lnTo>
                    <a:pt x="5822" y="3953"/>
                  </a:lnTo>
                  <a:cubicBezTo>
                    <a:pt x="5680" y="3739"/>
                    <a:pt x="5418" y="3608"/>
                    <a:pt x="5144" y="3608"/>
                  </a:cubicBezTo>
                  <a:cubicBezTo>
                    <a:pt x="4798" y="3608"/>
                    <a:pt x="4501" y="3810"/>
                    <a:pt x="4370" y="4108"/>
                  </a:cubicBezTo>
                  <a:lnTo>
                    <a:pt x="3858" y="4108"/>
                  </a:lnTo>
                  <a:cubicBezTo>
                    <a:pt x="3727" y="3810"/>
                    <a:pt x="3429" y="3608"/>
                    <a:pt x="3084" y="3608"/>
                  </a:cubicBezTo>
                  <a:cubicBezTo>
                    <a:pt x="2798" y="3608"/>
                    <a:pt x="2560" y="3739"/>
                    <a:pt x="2405" y="3953"/>
                  </a:cubicBezTo>
                  <a:lnTo>
                    <a:pt x="2203" y="3953"/>
                  </a:lnTo>
                  <a:lnTo>
                    <a:pt x="2203" y="3596"/>
                  </a:lnTo>
                  <a:cubicBezTo>
                    <a:pt x="2203" y="3108"/>
                    <a:pt x="2596" y="2727"/>
                    <a:pt x="3072" y="2727"/>
                  </a:cubicBezTo>
                  <a:lnTo>
                    <a:pt x="4441" y="2727"/>
                  </a:lnTo>
                  <a:cubicBezTo>
                    <a:pt x="4525" y="2727"/>
                    <a:pt x="4608" y="2655"/>
                    <a:pt x="4608" y="2560"/>
                  </a:cubicBezTo>
                  <a:cubicBezTo>
                    <a:pt x="4608" y="2477"/>
                    <a:pt x="4525" y="2405"/>
                    <a:pt x="4441" y="2405"/>
                  </a:cubicBezTo>
                  <a:lnTo>
                    <a:pt x="3072" y="2405"/>
                  </a:lnTo>
                  <a:cubicBezTo>
                    <a:pt x="2417" y="2405"/>
                    <a:pt x="1881" y="2941"/>
                    <a:pt x="1881" y="3596"/>
                  </a:cubicBezTo>
                  <a:lnTo>
                    <a:pt x="1881" y="3953"/>
                  </a:lnTo>
                  <a:lnTo>
                    <a:pt x="1608" y="3953"/>
                  </a:lnTo>
                  <a:cubicBezTo>
                    <a:pt x="1512" y="3953"/>
                    <a:pt x="1417" y="3977"/>
                    <a:pt x="1334" y="4024"/>
                  </a:cubicBezTo>
                  <a:cubicBezTo>
                    <a:pt x="1286" y="3786"/>
                    <a:pt x="1227" y="3513"/>
                    <a:pt x="1227" y="3262"/>
                  </a:cubicBezTo>
                  <a:cubicBezTo>
                    <a:pt x="1227" y="2215"/>
                    <a:pt x="2072" y="1369"/>
                    <a:pt x="3120" y="1369"/>
                  </a:cubicBezTo>
                  <a:close/>
                  <a:moveTo>
                    <a:pt x="3120" y="3929"/>
                  </a:moveTo>
                  <a:cubicBezTo>
                    <a:pt x="3394" y="3929"/>
                    <a:pt x="3632" y="4155"/>
                    <a:pt x="3632" y="4453"/>
                  </a:cubicBezTo>
                  <a:cubicBezTo>
                    <a:pt x="3632" y="4739"/>
                    <a:pt x="3394" y="4977"/>
                    <a:pt x="3120" y="4977"/>
                  </a:cubicBezTo>
                  <a:cubicBezTo>
                    <a:pt x="2834" y="4977"/>
                    <a:pt x="2596" y="4739"/>
                    <a:pt x="2596" y="4453"/>
                  </a:cubicBezTo>
                  <a:cubicBezTo>
                    <a:pt x="2596" y="4167"/>
                    <a:pt x="2834" y="3929"/>
                    <a:pt x="3120" y="3929"/>
                  </a:cubicBezTo>
                  <a:close/>
                  <a:moveTo>
                    <a:pt x="5168" y="3929"/>
                  </a:moveTo>
                  <a:cubicBezTo>
                    <a:pt x="5453" y="3929"/>
                    <a:pt x="5691" y="4155"/>
                    <a:pt x="5691" y="4453"/>
                  </a:cubicBezTo>
                  <a:cubicBezTo>
                    <a:pt x="5691" y="4739"/>
                    <a:pt x="5453" y="4977"/>
                    <a:pt x="5168" y="4977"/>
                  </a:cubicBezTo>
                  <a:cubicBezTo>
                    <a:pt x="4882" y="4977"/>
                    <a:pt x="4644" y="4739"/>
                    <a:pt x="4644" y="4453"/>
                  </a:cubicBezTo>
                  <a:cubicBezTo>
                    <a:pt x="4644" y="4167"/>
                    <a:pt x="4882" y="3929"/>
                    <a:pt x="5168" y="3929"/>
                  </a:cubicBezTo>
                  <a:close/>
                  <a:moveTo>
                    <a:pt x="6632" y="4275"/>
                  </a:moveTo>
                  <a:cubicBezTo>
                    <a:pt x="6775" y="4275"/>
                    <a:pt x="6894" y="4394"/>
                    <a:pt x="6894" y="4548"/>
                  </a:cubicBezTo>
                  <a:cubicBezTo>
                    <a:pt x="6894" y="4691"/>
                    <a:pt x="6775" y="4810"/>
                    <a:pt x="6632" y="4810"/>
                  </a:cubicBezTo>
                  <a:lnTo>
                    <a:pt x="6537" y="4810"/>
                  </a:lnTo>
                  <a:lnTo>
                    <a:pt x="6537" y="4798"/>
                  </a:lnTo>
                  <a:cubicBezTo>
                    <a:pt x="6537" y="4703"/>
                    <a:pt x="6465" y="4632"/>
                    <a:pt x="6370" y="4632"/>
                  </a:cubicBezTo>
                  <a:cubicBezTo>
                    <a:pt x="6287" y="4632"/>
                    <a:pt x="6215" y="4703"/>
                    <a:pt x="6215" y="4798"/>
                  </a:cubicBezTo>
                  <a:cubicBezTo>
                    <a:pt x="6215" y="5929"/>
                    <a:pt x="5287" y="6870"/>
                    <a:pt x="4144" y="6870"/>
                  </a:cubicBezTo>
                  <a:cubicBezTo>
                    <a:pt x="3001" y="6870"/>
                    <a:pt x="2072" y="5929"/>
                    <a:pt x="2072" y="4798"/>
                  </a:cubicBezTo>
                  <a:cubicBezTo>
                    <a:pt x="2072" y="4703"/>
                    <a:pt x="2001" y="4632"/>
                    <a:pt x="1905" y="4632"/>
                  </a:cubicBezTo>
                  <a:cubicBezTo>
                    <a:pt x="1822" y="4632"/>
                    <a:pt x="1750" y="4703"/>
                    <a:pt x="1750" y="4798"/>
                  </a:cubicBezTo>
                  <a:lnTo>
                    <a:pt x="1750" y="4810"/>
                  </a:lnTo>
                  <a:lnTo>
                    <a:pt x="1655" y="4810"/>
                  </a:lnTo>
                  <a:cubicBezTo>
                    <a:pt x="1512" y="4810"/>
                    <a:pt x="1393" y="4691"/>
                    <a:pt x="1393" y="4548"/>
                  </a:cubicBezTo>
                  <a:cubicBezTo>
                    <a:pt x="1393" y="4394"/>
                    <a:pt x="1512" y="4275"/>
                    <a:pt x="1655" y="4275"/>
                  </a:cubicBezTo>
                  <a:lnTo>
                    <a:pt x="2286" y="4275"/>
                  </a:lnTo>
                  <a:cubicBezTo>
                    <a:pt x="2262" y="4334"/>
                    <a:pt x="2262" y="4394"/>
                    <a:pt x="2262" y="4453"/>
                  </a:cubicBezTo>
                  <a:cubicBezTo>
                    <a:pt x="2262" y="4917"/>
                    <a:pt x="2643" y="5298"/>
                    <a:pt x="3120" y="5298"/>
                  </a:cubicBezTo>
                  <a:cubicBezTo>
                    <a:pt x="3572" y="5298"/>
                    <a:pt x="3965" y="4929"/>
                    <a:pt x="3965" y="4453"/>
                  </a:cubicBezTo>
                  <a:lnTo>
                    <a:pt x="3965" y="4441"/>
                  </a:lnTo>
                  <a:lnTo>
                    <a:pt x="4322" y="4441"/>
                  </a:lnTo>
                  <a:lnTo>
                    <a:pt x="4322" y="4453"/>
                  </a:lnTo>
                  <a:cubicBezTo>
                    <a:pt x="4322" y="4917"/>
                    <a:pt x="4691" y="5298"/>
                    <a:pt x="5168" y="5298"/>
                  </a:cubicBezTo>
                  <a:cubicBezTo>
                    <a:pt x="5632" y="5298"/>
                    <a:pt x="6013" y="4929"/>
                    <a:pt x="6013" y="4453"/>
                  </a:cubicBezTo>
                  <a:cubicBezTo>
                    <a:pt x="6013" y="4394"/>
                    <a:pt x="6013" y="4334"/>
                    <a:pt x="6001" y="4275"/>
                  </a:cubicBezTo>
                  <a:close/>
                  <a:moveTo>
                    <a:pt x="5025" y="7013"/>
                  </a:moveTo>
                  <a:lnTo>
                    <a:pt x="5025" y="7882"/>
                  </a:lnTo>
                  <a:cubicBezTo>
                    <a:pt x="5025" y="7977"/>
                    <a:pt x="5001" y="8073"/>
                    <a:pt x="4977" y="8156"/>
                  </a:cubicBezTo>
                  <a:cubicBezTo>
                    <a:pt x="4941" y="8251"/>
                    <a:pt x="4989" y="8335"/>
                    <a:pt x="5084" y="8370"/>
                  </a:cubicBezTo>
                  <a:cubicBezTo>
                    <a:pt x="5096" y="8370"/>
                    <a:pt x="5108" y="8382"/>
                    <a:pt x="5144" y="8382"/>
                  </a:cubicBezTo>
                  <a:cubicBezTo>
                    <a:pt x="5203" y="8382"/>
                    <a:pt x="5275" y="8335"/>
                    <a:pt x="5287" y="8275"/>
                  </a:cubicBezTo>
                  <a:cubicBezTo>
                    <a:pt x="5334" y="8144"/>
                    <a:pt x="5358" y="8025"/>
                    <a:pt x="5358" y="7870"/>
                  </a:cubicBezTo>
                  <a:lnTo>
                    <a:pt x="5358" y="7596"/>
                  </a:lnTo>
                  <a:lnTo>
                    <a:pt x="5799" y="7739"/>
                  </a:lnTo>
                  <a:cubicBezTo>
                    <a:pt x="5870" y="7775"/>
                    <a:pt x="5918" y="7834"/>
                    <a:pt x="5918" y="7906"/>
                  </a:cubicBezTo>
                  <a:cubicBezTo>
                    <a:pt x="5918" y="8513"/>
                    <a:pt x="5775" y="9013"/>
                    <a:pt x="5656" y="9311"/>
                  </a:cubicBezTo>
                  <a:cubicBezTo>
                    <a:pt x="5566" y="9510"/>
                    <a:pt x="5376" y="9635"/>
                    <a:pt x="5169" y="9635"/>
                  </a:cubicBezTo>
                  <a:cubicBezTo>
                    <a:pt x="5130" y="9635"/>
                    <a:pt x="5089" y="9630"/>
                    <a:pt x="5049" y="9620"/>
                  </a:cubicBezTo>
                  <a:lnTo>
                    <a:pt x="4191" y="9406"/>
                  </a:lnTo>
                  <a:lnTo>
                    <a:pt x="4108" y="9406"/>
                  </a:lnTo>
                  <a:lnTo>
                    <a:pt x="3251" y="9620"/>
                  </a:lnTo>
                  <a:cubicBezTo>
                    <a:pt x="3208" y="9631"/>
                    <a:pt x="3165" y="9636"/>
                    <a:pt x="3123" y="9636"/>
                  </a:cubicBezTo>
                  <a:cubicBezTo>
                    <a:pt x="2916" y="9636"/>
                    <a:pt x="2722" y="9518"/>
                    <a:pt x="2643" y="9311"/>
                  </a:cubicBezTo>
                  <a:cubicBezTo>
                    <a:pt x="2524" y="9013"/>
                    <a:pt x="2370" y="8513"/>
                    <a:pt x="2417" y="7918"/>
                  </a:cubicBezTo>
                  <a:cubicBezTo>
                    <a:pt x="2417" y="7846"/>
                    <a:pt x="2477" y="7787"/>
                    <a:pt x="2536" y="7763"/>
                  </a:cubicBezTo>
                  <a:lnTo>
                    <a:pt x="2965" y="7608"/>
                  </a:lnTo>
                  <a:lnTo>
                    <a:pt x="2965" y="7894"/>
                  </a:lnTo>
                  <a:cubicBezTo>
                    <a:pt x="2965" y="8549"/>
                    <a:pt x="3501" y="9085"/>
                    <a:pt x="4156" y="9085"/>
                  </a:cubicBezTo>
                  <a:cubicBezTo>
                    <a:pt x="4394" y="9085"/>
                    <a:pt x="4620" y="9013"/>
                    <a:pt x="4810" y="8894"/>
                  </a:cubicBezTo>
                  <a:cubicBezTo>
                    <a:pt x="4882" y="8847"/>
                    <a:pt x="4906" y="8739"/>
                    <a:pt x="4858" y="8668"/>
                  </a:cubicBezTo>
                  <a:cubicBezTo>
                    <a:pt x="4827" y="8622"/>
                    <a:pt x="4772" y="8596"/>
                    <a:pt x="4717" y="8596"/>
                  </a:cubicBezTo>
                  <a:cubicBezTo>
                    <a:pt x="4687" y="8596"/>
                    <a:pt x="4657" y="8603"/>
                    <a:pt x="4632" y="8620"/>
                  </a:cubicBezTo>
                  <a:cubicBezTo>
                    <a:pt x="4489" y="8716"/>
                    <a:pt x="4322" y="8775"/>
                    <a:pt x="4156" y="8775"/>
                  </a:cubicBezTo>
                  <a:cubicBezTo>
                    <a:pt x="3679" y="8775"/>
                    <a:pt x="3298" y="8382"/>
                    <a:pt x="3298" y="7906"/>
                  </a:cubicBezTo>
                  <a:lnTo>
                    <a:pt x="3298" y="7013"/>
                  </a:lnTo>
                  <a:cubicBezTo>
                    <a:pt x="3560" y="7120"/>
                    <a:pt x="3858" y="7180"/>
                    <a:pt x="4156" y="7180"/>
                  </a:cubicBezTo>
                  <a:cubicBezTo>
                    <a:pt x="4465" y="7180"/>
                    <a:pt x="4751" y="7120"/>
                    <a:pt x="5025" y="7013"/>
                  </a:cubicBezTo>
                  <a:close/>
                  <a:moveTo>
                    <a:pt x="3786" y="0"/>
                  </a:moveTo>
                  <a:cubicBezTo>
                    <a:pt x="3322" y="0"/>
                    <a:pt x="2941" y="381"/>
                    <a:pt x="2941" y="857"/>
                  </a:cubicBezTo>
                  <a:cubicBezTo>
                    <a:pt x="2941" y="917"/>
                    <a:pt x="2953" y="976"/>
                    <a:pt x="2953" y="1048"/>
                  </a:cubicBezTo>
                  <a:cubicBezTo>
                    <a:pt x="1786" y="1119"/>
                    <a:pt x="881" y="2072"/>
                    <a:pt x="881" y="3251"/>
                  </a:cubicBezTo>
                  <a:cubicBezTo>
                    <a:pt x="881" y="3596"/>
                    <a:pt x="965" y="3953"/>
                    <a:pt x="1119" y="4263"/>
                  </a:cubicBezTo>
                  <a:cubicBezTo>
                    <a:pt x="1072" y="4346"/>
                    <a:pt x="1048" y="4441"/>
                    <a:pt x="1048" y="4548"/>
                  </a:cubicBezTo>
                  <a:cubicBezTo>
                    <a:pt x="1048" y="4870"/>
                    <a:pt x="1310" y="5120"/>
                    <a:pt x="1620" y="5120"/>
                  </a:cubicBezTo>
                  <a:lnTo>
                    <a:pt x="1739" y="5120"/>
                  </a:lnTo>
                  <a:cubicBezTo>
                    <a:pt x="1846" y="5870"/>
                    <a:pt x="2298" y="6489"/>
                    <a:pt x="2917" y="6870"/>
                  </a:cubicBezTo>
                  <a:lnTo>
                    <a:pt x="2917" y="7263"/>
                  </a:lnTo>
                  <a:lnTo>
                    <a:pt x="2382" y="7442"/>
                  </a:lnTo>
                  <a:cubicBezTo>
                    <a:pt x="2191" y="7525"/>
                    <a:pt x="2060" y="7680"/>
                    <a:pt x="2048" y="7894"/>
                  </a:cubicBezTo>
                  <a:lnTo>
                    <a:pt x="2048" y="7918"/>
                  </a:lnTo>
                  <a:lnTo>
                    <a:pt x="786" y="8370"/>
                  </a:lnTo>
                  <a:cubicBezTo>
                    <a:pt x="310" y="8537"/>
                    <a:pt x="0" y="8977"/>
                    <a:pt x="0" y="9489"/>
                  </a:cubicBezTo>
                  <a:lnTo>
                    <a:pt x="0" y="10799"/>
                  </a:lnTo>
                  <a:cubicBezTo>
                    <a:pt x="0" y="10882"/>
                    <a:pt x="72" y="10954"/>
                    <a:pt x="167" y="10954"/>
                  </a:cubicBezTo>
                  <a:cubicBezTo>
                    <a:pt x="250" y="10954"/>
                    <a:pt x="334" y="10882"/>
                    <a:pt x="334" y="10799"/>
                  </a:cubicBezTo>
                  <a:lnTo>
                    <a:pt x="334" y="9489"/>
                  </a:lnTo>
                  <a:cubicBezTo>
                    <a:pt x="334" y="9382"/>
                    <a:pt x="346" y="9263"/>
                    <a:pt x="393" y="9168"/>
                  </a:cubicBezTo>
                  <a:lnTo>
                    <a:pt x="1203" y="9870"/>
                  </a:lnTo>
                  <a:cubicBezTo>
                    <a:pt x="1322" y="9978"/>
                    <a:pt x="1381" y="10109"/>
                    <a:pt x="1381" y="10275"/>
                  </a:cubicBezTo>
                  <a:lnTo>
                    <a:pt x="1381" y="10799"/>
                  </a:lnTo>
                  <a:cubicBezTo>
                    <a:pt x="1381" y="10882"/>
                    <a:pt x="1465" y="10954"/>
                    <a:pt x="1548" y="10954"/>
                  </a:cubicBezTo>
                  <a:cubicBezTo>
                    <a:pt x="1643" y="10954"/>
                    <a:pt x="1715" y="10882"/>
                    <a:pt x="1715" y="10799"/>
                  </a:cubicBezTo>
                  <a:lnTo>
                    <a:pt x="1715" y="10275"/>
                  </a:lnTo>
                  <a:cubicBezTo>
                    <a:pt x="1715" y="10025"/>
                    <a:pt x="1608" y="9799"/>
                    <a:pt x="1417" y="9632"/>
                  </a:cubicBezTo>
                  <a:lnTo>
                    <a:pt x="572" y="8906"/>
                  </a:lnTo>
                  <a:cubicBezTo>
                    <a:pt x="655" y="8799"/>
                    <a:pt x="774" y="8727"/>
                    <a:pt x="905" y="8680"/>
                  </a:cubicBezTo>
                  <a:lnTo>
                    <a:pt x="2036" y="8275"/>
                  </a:lnTo>
                  <a:cubicBezTo>
                    <a:pt x="2060" y="8787"/>
                    <a:pt x="2191" y="9192"/>
                    <a:pt x="2298" y="9454"/>
                  </a:cubicBezTo>
                  <a:cubicBezTo>
                    <a:pt x="2425" y="9776"/>
                    <a:pt x="2729" y="9970"/>
                    <a:pt x="3057" y="9970"/>
                  </a:cubicBezTo>
                  <a:cubicBezTo>
                    <a:pt x="3129" y="9970"/>
                    <a:pt x="3202" y="9961"/>
                    <a:pt x="3274" y="9942"/>
                  </a:cubicBezTo>
                  <a:lnTo>
                    <a:pt x="4096" y="9739"/>
                  </a:lnTo>
                  <a:lnTo>
                    <a:pt x="4918" y="9942"/>
                  </a:lnTo>
                  <a:cubicBezTo>
                    <a:pt x="4989" y="9966"/>
                    <a:pt x="5049" y="9978"/>
                    <a:pt x="5120" y="9978"/>
                  </a:cubicBezTo>
                  <a:cubicBezTo>
                    <a:pt x="5453" y="9978"/>
                    <a:pt x="5763" y="9787"/>
                    <a:pt x="5894" y="9454"/>
                  </a:cubicBezTo>
                  <a:cubicBezTo>
                    <a:pt x="6001" y="9192"/>
                    <a:pt x="6132" y="8787"/>
                    <a:pt x="6144" y="8299"/>
                  </a:cubicBezTo>
                  <a:lnTo>
                    <a:pt x="7275" y="8692"/>
                  </a:lnTo>
                  <a:cubicBezTo>
                    <a:pt x="7418" y="8739"/>
                    <a:pt x="7537" y="8835"/>
                    <a:pt x="7620" y="8918"/>
                  </a:cubicBezTo>
                  <a:lnTo>
                    <a:pt x="6775" y="9644"/>
                  </a:lnTo>
                  <a:cubicBezTo>
                    <a:pt x="6584" y="9811"/>
                    <a:pt x="6477" y="10037"/>
                    <a:pt x="6477" y="10287"/>
                  </a:cubicBezTo>
                  <a:lnTo>
                    <a:pt x="6477" y="10811"/>
                  </a:lnTo>
                  <a:cubicBezTo>
                    <a:pt x="6477" y="10894"/>
                    <a:pt x="6549" y="10978"/>
                    <a:pt x="6644" y="10978"/>
                  </a:cubicBezTo>
                  <a:cubicBezTo>
                    <a:pt x="6727" y="10978"/>
                    <a:pt x="6799" y="10894"/>
                    <a:pt x="6799" y="10811"/>
                  </a:cubicBezTo>
                  <a:lnTo>
                    <a:pt x="6799" y="10287"/>
                  </a:lnTo>
                  <a:cubicBezTo>
                    <a:pt x="6799" y="10144"/>
                    <a:pt x="6858" y="9990"/>
                    <a:pt x="6977" y="9882"/>
                  </a:cubicBezTo>
                  <a:lnTo>
                    <a:pt x="7787" y="9204"/>
                  </a:lnTo>
                  <a:cubicBezTo>
                    <a:pt x="7835" y="9311"/>
                    <a:pt x="7846" y="9406"/>
                    <a:pt x="7846" y="9513"/>
                  </a:cubicBezTo>
                  <a:lnTo>
                    <a:pt x="7846" y="10823"/>
                  </a:lnTo>
                  <a:cubicBezTo>
                    <a:pt x="7846" y="10918"/>
                    <a:pt x="7918" y="10990"/>
                    <a:pt x="8013" y="10990"/>
                  </a:cubicBezTo>
                  <a:cubicBezTo>
                    <a:pt x="8097" y="10990"/>
                    <a:pt x="8168" y="10918"/>
                    <a:pt x="8168" y="10823"/>
                  </a:cubicBezTo>
                  <a:lnTo>
                    <a:pt x="8168" y="9513"/>
                  </a:lnTo>
                  <a:cubicBezTo>
                    <a:pt x="8239" y="8977"/>
                    <a:pt x="7918" y="8513"/>
                    <a:pt x="7442" y="8358"/>
                  </a:cubicBezTo>
                  <a:lnTo>
                    <a:pt x="6215" y="7918"/>
                  </a:lnTo>
                  <a:lnTo>
                    <a:pt x="6215" y="7894"/>
                  </a:lnTo>
                  <a:cubicBezTo>
                    <a:pt x="6192" y="7680"/>
                    <a:pt x="6061" y="7501"/>
                    <a:pt x="5870" y="7442"/>
                  </a:cubicBezTo>
                  <a:lnTo>
                    <a:pt x="5334" y="7263"/>
                  </a:lnTo>
                  <a:lnTo>
                    <a:pt x="5334" y="6870"/>
                  </a:lnTo>
                  <a:cubicBezTo>
                    <a:pt x="5953" y="6513"/>
                    <a:pt x="6406" y="5870"/>
                    <a:pt x="6513" y="5120"/>
                  </a:cubicBezTo>
                  <a:lnTo>
                    <a:pt x="6632" y="5120"/>
                  </a:lnTo>
                  <a:cubicBezTo>
                    <a:pt x="6954" y="5120"/>
                    <a:pt x="7204" y="4858"/>
                    <a:pt x="7204" y="4548"/>
                  </a:cubicBezTo>
                  <a:cubicBezTo>
                    <a:pt x="7204" y="4441"/>
                    <a:pt x="7180" y="4346"/>
                    <a:pt x="7132" y="4263"/>
                  </a:cubicBezTo>
                  <a:cubicBezTo>
                    <a:pt x="7299" y="3953"/>
                    <a:pt x="7370" y="3608"/>
                    <a:pt x="7370" y="3251"/>
                  </a:cubicBezTo>
                  <a:cubicBezTo>
                    <a:pt x="7370" y="2072"/>
                    <a:pt x="6453" y="1107"/>
                    <a:pt x="5299" y="1048"/>
                  </a:cubicBezTo>
                  <a:cubicBezTo>
                    <a:pt x="5322" y="988"/>
                    <a:pt x="5322" y="929"/>
                    <a:pt x="5322" y="857"/>
                  </a:cubicBezTo>
                  <a:cubicBezTo>
                    <a:pt x="5322" y="393"/>
                    <a:pt x="4941" y="0"/>
                    <a:pt x="44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6"/>
            <p:cNvSpPr/>
            <p:nvPr/>
          </p:nvSpPr>
          <p:spPr>
            <a:xfrm>
              <a:off x="5916547" y="3055828"/>
              <a:ext cx="43402" cy="15396"/>
            </a:xfrm>
            <a:custGeom>
              <a:rect b="b" l="l" r="r" t="t"/>
              <a:pathLst>
                <a:path extrusionOk="0" h="486" w="1370">
                  <a:moveTo>
                    <a:pt x="173" y="1"/>
                  </a:moveTo>
                  <a:cubicBezTo>
                    <a:pt x="131" y="1"/>
                    <a:pt x="89" y="16"/>
                    <a:pt x="60" y="45"/>
                  </a:cubicBezTo>
                  <a:cubicBezTo>
                    <a:pt x="0" y="105"/>
                    <a:pt x="0" y="200"/>
                    <a:pt x="60" y="260"/>
                  </a:cubicBezTo>
                  <a:cubicBezTo>
                    <a:pt x="191" y="403"/>
                    <a:pt x="429" y="486"/>
                    <a:pt x="691" y="486"/>
                  </a:cubicBezTo>
                  <a:cubicBezTo>
                    <a:pt x="941" y="486"/>
                    <a:pt x="1179" y="414"/>
                    <a:pt x="1310" y="260"/>
                  </a:cubicBezTo>
                  <a:cubicBezTo>
                    <a:pt x="1369" y="200"/>
                    <a:pt x="1369" y="105"/>
                    <a:pt x="1310" y="45"/>
                  </a:cubicBezTo>
                  <a:cubicBezTo>
                    <a:pt x="1280" y="16"/>
                    <a:pt x="1241" y="1"/>
                    <a:pt x="1201" y="1"/>
                  </a:cubicBezTo>
                  <a:cubicBezTo>
                    <a:pt x="1161" y="1"/>
                    <a:pt x="1119" y="16"/>
                    <a:pt x="1084" y="45"/>
                  </a:cubicBezTo>
                  <a:cubicBezTo>
                    <a:pt x="1024" y="105"/>
                    <a:pt x="893" y="164"/>
                    <a:pt x="691" y="164"/>
                  </a:cubicBezTo>
                  <a:cubicBezTo>
                    <a:pt x="476" y="164"/>
                    <a:pt x="345" y="81"/>
                    <a:pt x="286" y="45"/>
                  </a:cubicBezTo>
                  <a:cubicBezTo>
                    <a:pt x="256" y="16"/>
                    <a:pt x="214" y="1"/>
                    <a:pt x="17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6"/>
            <p:cNvSpPr/>
            <p:nvPr/>
          </p:nvSpPr>
          <p:spPr>
            <a:xfrm>
              <a:off x="5900707" y="3012363"/>
              <a:ext cx="10201" cy="15492"/>
            </a:xfrm>
            <a:custGeom>
              <a:rect b="b" l="l" r="r" t="t"/>
              <a:pathLst>
                <a:path extrusionOk="0" h="489" w="322">
                  <a:moveTo>
                    <a:pt x="167" y="1"/>
                  </a:moveTo>
                  <a:cubicBezTo>
                    <a:pt x="71" y="1"/>
                    <a:pt x="0" y="72"/>
                    <a:pt x="0" y="167"/>
                  </a:cubicBezTo>
                  <a:lnTo>
                    <a:pt x="0" y="322"/>
                  </a:lnTo>
                  <a:cubicBezTo>
                    <a:pt x="0" y="417"/>
                    <a:pt x="71" y="489"/>
                    <a:pt x="167" y="489"/>
                  </a:cubicBezTo>
                  <a:cubicBezTo>
                    <a:pt x="250" y="489"/>
                    <a:pt x="321" y="417"/>
                    <a:pt x="321" y="322"/>
                  </a:cubicBezTo>
                  <a:lnTo>
                    <a:pt x="321" y="167"/>
                  </a:lnTo>
                  <a:cubicBezTo>
                    <a:pt x="321" y="60"/>
                    <a:pt x="250" y="1"/>
                    <a:pt x="1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6"/>
            <p:cNvSpPr/>
            <p:nvPr/>
          </p:nvSpPr>
          <p:spPr>
            <a:xfrm>
              <a:off x="5965556" y="3012363"/>
              <a:ext cx="10613" cy="15492"/>
            </a:xfrm>
            <a:custGeom>
              <a:rect b="b" l="l" r="r" t="t"/>
              <a:pathLst>
                <a:path extrusionOk="0" h="489" w="335">
                  <a:moveTo>
                    <a:pt x="168" y="1"/>
                  </a:moveTo>
                  <a:cubicBezTo>
                    <a:pt x="84" y="1"/>
                    <a:pt x="1" y="72"/>
                    <a:pt x="1" y="167"/>
                  </a:cubicBezTo>
                  <a:lnTo>
                    <a:pt x="1" y="322"/>
                  </a:lnTo>
                  <a:cubicBezTo>
                    <a:pt x="1" y="417"/>
                    <a:pt x="84" y="489"/>
                    <a:pt x="168" y="489"/>
                  </a:cubicBezTo>
                  <a:cubicBezTo>
                    <a:pt x="251" y="489"/>
                    <a:pt x="334" y="417"/>
                    <a:pt x="334" y="322"/>
                  </a:cubicBezTo>
                  <a:lnTo>
                    <a:pt x="334" y="167"/>
                  </a:lnTo>
                  <a:cubicBezTo>
                    <a:pt x="334" y="60"/>
                    <a:pt x="263" y="1"/>
                    <a:pt x="1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6"/>
            <p:cNvSpPr/>
            <p:nvPr/>
          </p:nvSpPr>
          <p:spPr>
            <a:xfrm>
              <a:off x="5933116" y="3206625"/>
              <a:ext cx="10613" cy="10201"/>
            </a:xfrm>
            <a:custGeom>
              <a:rect b="b" l="l" r="r" t="t"/>
              <a:pathLst>
                <a:path extrusionOk="0" h="322" w="335">
                  <a:moveTo>
                    <a:pt x="168" y="0"/>
                  </a:moveTo>
                  <a:cubicBezTo>
                    <a:pt x="72" y="0"/>
                    <a:pt x="1" y="72"/>
                    <a:pt x="1" y="167"/>
                  </a:cubicBezTo>
                  <a:cubicBezTo>
                    <a:pt x="1" y="250"/>
                    <a:pt x="72" y="322"/>
                    <a:pt x="168" y="322"/>
                  </a:cubicBezTo>
                  <a:cubicBezTo>
                    <a:pt x="251" y="322"/>
                    <a:pt x="334" y="250"/>
                    <a:pt x="334" y="167"/>
                  </a:cubicBezTo>
                  <a:cubicBezTo>
                    <a:pt x="334" y="72"/>
                    <a:pt x="251" y="0"/>
                    <a:pt x="1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 name="Google Shape;399;p46"/>
          <p:cNvGrpSpPr/>
          <p:nvPr/>
        </p:nvGrpSpPr>
        <p:grpSpPr>
          <a:xfrm>
            <a:off x="4768002" y="4858473"/>
            <a:ext cx="219067" cy="281869"/>
            <a:chOff x="8907463" y="1231901"/>
            <a:chExt cx="3289300" cy="4232274"/>
          </a:xfrm>
        </p:grpSpPr>
        <p:sp>
          <p:nvSpPr>
            <p:cNvPr id="400" name="Google Shape;400;p46"/>
            <p:cNvSpPr/>
            <p:nvPr/>
          </p:nvSpPr>
          <p:spPr>
            <a:xfrm>
              <a:off x="10109200" y="2716213"/>
              <a:ext cx="139700" cy="214312"/>
            </a:xfrm>
            <a:custGeom>
              <a:rect b="b" l="l" r="r" t="t"/>
              <a:pathLst>
                <a:path extrusionOk="0" h="92" w="60">
                  <a:moveTo>
                    <a:pt x="30" y="92"/>
                  </a:moveTo>
                  <a:cubicBezTo>
                    <a:pt x="46" y="92"/>
                    <a:pt x="60" y="79"/>
                    <a:pt x="60" y="62"/>
                  </a:cubicBezTo>
                  <a:cubicBezTo>
                    <a:pt x="60" y="30"/>
                    <a:pt x="60" y="30"/>
                    <a:pt x="60" y="30"/>
                  </a:cubicBezTo>
                  <a:cubicBezTo>
                    <a:pt x="60" y="13"/>
                    <a:pt x="46" y="0"/>
                    <a:pt x="30" y="0"/>
                  </a:cubicBezTo>
                  <a:cubicBezTo>
                    <a:pt x="13" y="0"/>
                    <a:pt x="0" y="13"/>
                    <a:pt x="0" y="30"/>
                  </a:cubicBezTo>
                  <a:cubicBezTo>
                    <a:pt x="0" y="62"/>
                    <a:pt x="0" y="62"/>
                    <a:pt x="0" y="62"/>
                  </a:cubicBezTo>
                  <a:cubicBezTo>
                    <a:pt x="0" y="79"/>
                    <a:pt x="13" y="92"/>
                    <a:pt x="30" y="92"/>
                  </a:cubicBez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46"/>
            <p:cNvSpPr/>
            <p:nvPr/>
          </p:nvSpPr>
          <p:spPr>
            <a:xfrm>
              <a:off x="10855325" y="2716213"/>
              <a:ext cx="139700" cy="214312"/>
            </a:xfrm>
            <a:custGeom>
              <a:rect b="b" l="l" r="r" t="t"/>
              <a:pathLst>
                <a:path extrusionOk="0" h="92" w="60">
                  <a:moveTo>
                    <a:pt x="30" y="92"/>
                  </a:moveTo>
                  <a:cubicBezTo>
                    <a:pt x="47" y="92"/>
                    <a:pt x="60" y="79"/>
                    <a:pt x="60" y="62"/>
                  </a:cubicBezTo>
                  <a:cubicBezTo>
                    <a:pt x="60" y="30"/>
                    <a:pt x="60" y="30"/>
                    <a:pt x="60" y="30"/>
                  </a:cubicBezTo>
                  <a:cubicBezTo>
                    <a:pt x="60" y="13"/>
                    <a:pt x="47" y="0"/>
                    <a:pt x="30" y="0"/>
                  </a:cubicBezTo>
                  <a:cubicBezTo>
                    <a:pt x="14" y="0"/>
                    <a:pt x="0" y="13"/>
                    <a:pt x="0" y="30"/>
                  </a:cubicBezTo>
                  <a:cubicBezTo>
                    <a:pt x="0" y="62"/>
                    <a:pt x="0" y="62"/>
                    <a:pt x="0" y="62"/>
                  </a:cubicBezTo>
                  <a:cubicBezTo>
                    <a:pt x="0" y="79"/>
                    <a:pt x="14" y="92"/>
                    <a:pt x="30" y="92"/>
                  </a:cubicBez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46"/>
            <p:cNvSpPr/>
            <p:nvPr/>
          </p:nvSpPr>
          <p:spPr>
            <a:xfrm>
              <a:off x="10142538" y="3163888"/>
              <a:ext cx="819150" cy="439737"/>
            </a:xfrm>
            <a:custGeom>
              <a:rect b="b" l="l" r="r" t="t"/>
              <a:pathLst>
                <a:path extrusionOk="0" h="189" w="352">
                  <a:moveTo>
                    <a:pt x="11" y="31"/>
                  </a:moveTo>
                  <a:cubicBezTo>
                    <a:pt x="0" y="51"/>
                    <a:pt x="0" y="75"/>
                    <a:pt x="12" y="94"/>
                  </a:cubicBezTo>
                  <a:cubicBezTo>
                    <a:pt x="46" y="152"/>
                    <a:pt x="109" y="189"/>
                    <a:pt x="176" y="189"/>
                  </a:cubicBezTo>
                  <a:cubicBezTo>
                    <a:pt x="243" y="189"/>
                    <a:pt x="306" y="152"/>
                    <a:pt x="340" y="94"/>
                  </a:cubicBezTo>
                  <a:cubicBezTo>
                    <a:pt x="352" y="75"/>
                    <a:pt x="352" y="51"/>
                    <a:pt x="341" y="31"/>
                  </a:cubicBezTo>
                  <a:cubicBezTo>
                    <a:pt x="329" y="12"/>
                    <a:pt x="309" y="0"/>
                    <a:pt x="287" y="0"/>
                  </a:cubicBezTo>
                  <a:cubicBezTo>
                    <a:pt x="65" y="0"/>
                    <a:pt x="65" y="0"/>
                    <a:pt x="65" y="0"/>
                  </a:cubicBezTo>
                  <a:cubicBezTo>
                    <a:pt x="43" y="0"/>
                    <a:pt x="23" y="12"/>
                    <a:pt x="11" y="31"/>
                  </a:cubicBezTo>
                  <a:close/>
                  <a:moveTo>
                    <a:pt x="63" y="61"/>
                  </a:moveTo>
                  <a:cubicBezTo>
                    <a:pt x="64" y="60"/>
                    <a:pt x="65" y="60"/>
                    <a:pt x="65" y="60"/>
                  </a:cubicBezTo>
                  <a:cubicBezTo>
                    <a:pt x="287" y="60"/>
                    <a:pt x="287" y="60"/>
                    <a:pt x="287" y="60"/>
                  </a:cubicBezTo>
                  <a:cubicBezTo>
                    <a:pt x="287" y="60"/>
                    <a:pt x="288" y="60"/>
                    <a:pt x="289" y="61"/>
                  </a:cubicBezTo>
                  <a:cubicBezTo>
                    <a:pt x="289" y="63"/>
                    <a:pt x="289" y="64"/>
                    <a:pt x="289" y="64"/>
                  </a:cubicBezTo>
                  <a:cubicBezTo>
                    <a:pt x="265" y="104"/>
                    <a:pt x="222" y="129"/>
                    <a:pt x="176" y="129"/>
                  </a:cubicBezTo>
                  <a:cubicBezTo>
                    <a:pt x="130" y="129"/>
                    <a:pt x="87" y="104"/>
                    <a:pt x="63" y="64"/>
                  </a:cubicBezTo>
                  <a:cubicBezTo>
                    <a:pt x="63" y="64"/>
                    <a:pt x="63" y="63"/>
                    <a:pt x="63" y="61"/>
                  </a:cubicBez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46"/>
            <p:cNvSpPr/>
            <p:nvPr/>
          </p:nvSpPr>
          <p:spPr>
            <a:xfrm>
              <a:off x="8907463" y="1231901"/>
              <a:ext cx="3289300" cy="4232274"/>
            </a:xfrm>
            <a:custGeom>
              <a:rect b="b" l="l" r="r" t="t"/>
              <a:pathLst>
                <a:path extrusionOk="0" h="1816" w="1412">
                  <a:moveTo>
                    <a:pt x="1257" y="1332"/>
                  </a:moveTo>
                  <a:cubicBezTo>
                    <a:pt x="1109" y="1283"/>
                    <a:pt x="1109" y="1283"/>
                    <a:pt x="1109" y="1283"/>
                  </a:cubicBezTo>
                  <a:cubicBezTo>
                    <a:pt x="1052" y="1207"/>
                    <a:pt x="1052" y="1207"/>
                    <a:pt x="1052" y="1207"/>
                  </a:cubicBezTo>
                  <a:cubicBezTo>
                    <a:pt x="1030" y="1178"/>
                    <a:pt x="995" y="1165"/>
                    <a:pt x="960" y="1171"/>
                  </a:cubicBezTo>
                  <a:cubicBezTo>
                    <a:pt x="960" y="1081"/>
                    <a:pt x="960" y="1081"/>
                    <a:pt x="960" y="1081"/>
                  </a:cubicBezTo>
                  <a:cubicBezTo>
                    <a:pt x="1024" y="1024"/>
                    <a:pt x="1069" y="945"/>
                    <a:pt x="1084" y="857"/>
                  </a:cubicBezTo>
                  <a:cubicBezTo>
                    <a:pt x="1092" y="858"/>
                    <a:pt x="1101" y="857"/>
                    <a:pt x="1110" y="855"/>
                  </a:cubicBezTo>
                  <a:cubicBezTo>
                    <a:pt x="1153" y="846"/>
                    <a:pt x="1185" y="805"/>
                    <a:pt x="1185" y="759"/>
                  </a:cubicBezTo>
                  <a:cubicBezTo>
                    <a:pt x="1185" y="699"/>
                    <a:pt x="1185" y="699"/>
                    <a:pt x="1185" y="699"/>
                  </a:cubicBezTo>
                  <a:cubicBezTo>
                    <a:pt x="1185" y="671"/>
                    <a:pt x="1172" y="646"/>
                    <a:pt x="1153" y="628"/>
                  </a:cubicBezTo>
                  <a:cubicBezTo>
                    <a:pt x="1153" y="537"/>
                    <a:pt x="1153" y="537"/>
                    <a:pt x="1153" y="537"/>
                  </a:cubicBezTo>
                  <a:cubicBezTo>
                    <a:pt x="1379" y="537"/>
                    <a:pt x="1379" y="537"/>
                    <a:pt x="1379" y="537"/>
                  </a:cubicBezTo>
                  <a:cubicBezTo>
                    <a:pt x="1394" y="537"/>
                    <a:pt x="1406" y="527"/>
                    <a:pt x="1409" y="513"/>
                  </a:cubicBezTo>
                  <a:cubicBezTo>
                    <a:pt x="1412" y="499"/>
                    <a:pt x="1404" y="485"/>
                    <a:pt x="1392" y="479"/>
                  </a:cubicBezTo>
                  <a:cubicBezTo>
                    <a:pt x="1116" y="357"/>
                    <a:pt x="1116" y="357"/>
                    <a:pt x="1116" y="357"/>
                  </a:cubicBezTo>
                  <a:cubicBezTo>
                    <a:pt x="1042" y="95"/>
                    <a:pt x="1042" y="95"/>
                    <a:pt x="1042" y="95"/>
                  </a:cubicBezTo>
                  <a:cubicBezTo>
                    <a:pt x="1028" y="39"/>
                    <a:pt x="977" y="0"/>
                    <a:pt x="919" y="0"/>
                  </a:cubicBezTo>
                  <a:cubicBezTo>
                    <a:pt x="467" y="0"/>
                    <a:pt x="467" y="0"/>
                    <a:pt x="467" y="0"/>
                  </a:cubicBezTo>
                  <a:cubicBezTo>
                    <a:pt x="405" y="0"/>
                    <a:pt x="353" y="44"/>
                    <a:pt x="342" y="105"/>
                  </a:cubicBezTo>
                  <a:cubicBezTo>
                    <a:pt x="294" y="357"/>
                    <a:pt x="294" y="357"/>
                    <a:pt x="294" y="357"/>
                  </a:cubicBezTo>
                  <a:cubicBezTo>
                    <a:pt x="20" y="479"/>
                    <a:pt x="20" y="479"/>
                    <a:pt x="20" y="479"/>
                  </a:cubicBezTo>
                  <a:cubicBezTo>
                    <a:pt x="8" y="485"/>
                    <a:pt x="0" y="499"/>
                    <a:pt x="3" y="513"/>
                  </a:cubicBezTo>
                  <a:cubicBezTo>
                    <a:pt x="6" y="527"/>
                    <a:pt x="18" y="537"/>
                    <a:pt x="33" y="537"/>
                  </a:cubicBezTo>
                  <a:cubicBezTo>
                    <a:pt x="259" y="537"/>
                    <a:pt x="259" y="537"/>
                    <a:pt x="259" y="537"/>
                  </a:cubicBezTo>
                  <a:cubicBezTo>
                    <a:pt x="259" y="628"/>
                    <a:pt x="259" y="628"/>
                    <a:pt x="259" y="628"/>
                  </a:cubicBezTo>
                  <a:cubicBezTo>
                    <a:pt x="240" y="646"/>
                    <a:pt x="227" y="671"/>
                    <a:pt x="227" y="699"/>
                  </a:cubicBezTo>
                  <a:cubicBezTo>
                    <a:pt x="227" y="759"/>
                    <a:pt x="227" y="759"/>
                    <a:pt x="227" y="759"/>
                  </a:cubicBezTo>
                  <a:cubicBezTo>
                    <a:pt x="227" y="805"/>
                    <a:pt x="259" y="846"/>
                    <a:pt x="302" y="855"/>
                  </a:cubicBezTo>
                  <a:cubicBezTo>
                    <a:pt x="311" y="857"/>
                    <a:pt x="320" y="858"/>
                    <a:pt x="328" y="857"/>
                  </a:cubicBezTo>
                  <a:cubicBezTo>
                    <a:pt x="343" y="945"/>
                    <a:pt x="388" y="1024"/>
                    <a:pt x="452" y="1081"/>
                  </a:cubicBezTo>
                  <a:cubicBezTo>
                    <a:pt x="452" y="1171"/>
                    <a:pt x="452" y="1171"/>
                    <a:pt x="452" y="1171"/>
                  </a:cubicBezTo>
                  <a:cubicBezTo>
                    <a:pt x="417" y="1165"/>
                    <a:pt x="382" y="1178"/>
                    <a:pt x="360" y="1207"/>
                  </a:cubicBezTo>
                  <a:cubicBezTo>
                    <a:pt x="303" y="1283"/>
                    <a:pt x="303" y="1283"/>
                    <a:pt x="303" y="1283"/>
                  </a:cubicBezTo>
                  <a:cubicBezTo>
                    <a:pt x="155" y="1332"/>
                    <a:pt x="155" y="1332"/>
                    <a:pt x="155" y="1332"/>
                  </a:cubicBezTo>
                  <a:cubicBezTo>
                    <a:pt x="64" y="1362"/>
                    <a:pt x="3" y="1447"/>
                    <a:pt x="3" y="1543"/>
                  </a:cubicBezTo>
                  <a:cubicBezTo>
                    <a:pt x="3" y="1786"/>
                    <a:pt x="3" y="1786"/>
                    <a:pt x="3" y="1786"/>
                  </a:cubicBezTo>
                  <a:cubicBezTo>
                    <a:pt x="3" y="1802"/>
                    <a:pt x="16" y="1816"/>
                    <a:pt x="33" y="1816"/>
                  </a:cubicBezTo>
                  <a:cubicBezTo>
                    <a:pt x="49" y="1816"/>
                    <a:pt x="63" y="1802"/>
                    <a:pt x="63" y="1786"/>
                  </a:cubicBezTo>
                  <a:cubicBezTo>
                    <a:pt x="63" y="1543"/>
                    <a:pt x="63" y="1543"/>
                    <a:pt x="63" y="1543"/>
                  </a:cubicBezTo>
                  <a:cubicBezTo>
                    <a:pt x="63" y="1473"/>
                    <a:pt x="107" y="1411"/>
                    <a:pt x="174" y="1389"/>
                  </a:cubicBezTo>
                  <a:cubicBezTo>
                    <a:pt x="227" y="1371"/>
                    <a:pt x="227" y="1371"/>
                    <a:pt x="227" y="1371"/>
                  </a:cubicBezTo>
                  <a:cubicBezTo>
                    <a:pt x="227" y="1786"/>
                    <a:pt x="227" y="1786"/>
                    <a:pt x="227" y="1786"/>
                  </a:cubicBezTo>
                  <a:cubicBezTo>
                    <a:pt x="227" y="1802"/>
                    <a:pt x="241" y="1816"/>
                    <a:pt x="257" y="1816"/>
                  </a:cubicBezTo>
                  <a:cubicBezTo>
                    <a:pt x="274" y="1816"/>
                    <a:pt x="287" y="1802"/>
                    <a:pt x="287" y="1786"/>
                  </a:cubicBezTo>
                  <a:cubicBezTo>
                    <a:pt x="287" y="1755"/>
                    <a:pt x="287" y="1755"/>
                    <a:pt x="287" y="1755"/>
                  </a:cubicBezTo>
                  <a:cubicBezTo>
                    <a:pt x="802" y="1755"/>
                    <a:pt x="802" y="1755"/>
                    <a:pt x="802" y="1755"/>
                  </a:cubicBezTo>
                  <a:cubicBezTo>
                    <a:pt x="819" y="1755"/>
                    <a:pt x="832" y="1742"/>
                    <a:pt x="832" y="1725"/>
                  </a:cubicBezTo>
                  <a:cubicBezTo>
                    <a:pt x="832" y="1708"/>
                    <a:pt x="819" y="1695"/>
                    <a:pt x="802" y="1695"/>
                  </a:cubicBezTo>
                  <a:cubicBezTo>
                    <a:pt x="415" y="1695"/>
                    <a:pt x="415" y="1695"/>
                    <a:pt x="415" y="1695"/>
                  </a:cubicBezTo>
                  <a:cubicBezTo>
                    <a:pt x="415" y="1445"/>
                    <a:pt x="415" y="1445"/>
                    <a:pt x="415" y="1445"/>
                  </a:cubicBezTo>
                  <a:cubicBezTo>
                    <a:pt x="475" y="1504"/>
                    <a:pt x="475" y="1504"/>
                    <a:pt x="475" y="1504"/>
                  </a:cubicBezTo>
                  <a:cubicBezTo>
                    <a:pt x="492" y="1522"/>
                    <a:pt x="517" y="1532"/>
                    <a:pt x="541" y="1532"/>
                  </a:cubicBezTo>
                  <a:cubicBezTo>
                    <a:pt x="543" y="1532"/>
                    <a:pt x="544" y="1532"/>
                    <a:pt x="546" y="1532"/>
                  </a:cubicBezTo>
                  <a:cubicBezTo>
                    <a:pt x="572" y="1530"/>
                    <a:pt x="597" y="1518"/>
                    <a:pt x="614" y="1498"/>
                  </a:cubicBezTo>
                  <a:cubicBezTo>
                    <a:pt x="676" y="1423"/>
                    <a:pt x="676" y="1423"/>
                    <a:pt x="676" y="1423"/>
                  </a:cubicBezTo>
                  <a:cubicBezTo>
                    <a:pt x="676" y="1597"/>
                    <a:pt x="676" y="1597"/>
                    <a:pt x="676" y="1597"/>
                  </a:cubicBezTo>
                  <a:cubicBezTo>
                    <a:pt x="676" y="1613"/>
                    <a:pt x="689" y="1627"/>
                    <a:pt x="706" y="1627"/>
                  </a:cubicBezTo>
                  <a:cubicBezTo>
                    <a:pt x="723" y="1627"/>
                    <a:pt x="736" y="1613"/>
                    <a:pt x="736" y="1597"/>
                  </a:cubicBezTo>
                  <a:cubicBezTo>
                    <a:pt x="736" y="1423"/>
                    <a:pt x="736" y="1423"/>
                    <a:pt x="736" y="1423"/>
                  </a:cubicBezTo>
                  <a:cubicBezTo>
                    <a:pt x="798" y="1498"/>
                    <a:pt x="798" y="1498"/>
                    <a:pt x="798" y="1498"/>
                  </a:cubicBezTo>
                  <a:cubicBezTo>
                    <a:pt x="815" y="1518"/>
                    <a:pt x="840" y="1530"/>
                    <a:pt x="866" y="1532"/>
                  </a:cubicBezTo>
                  <a:cubicBezTo>
                    <a:pt x="868" y="1532"/>
                    <a:pt x="869" y="1532"/>
                    <a:pt x="871" y="1532"/>
                  </a:cubicBezTo>
                  <a:cubicBezTo>
                    <a:pt x="895" y="1532"/>
                    <a:pt x="920" y="1522"/>
                    <a:pt x="937" y="1504"/>
                  </a:cubicBezTo>
                  <a:cubicBezTo>
                    <a:pt x="997" y="1445"/>
                    <a:pt x="997" y="1445"/>
                    <a:pt x="997" y="1445"/>
                  </a:cubicBezTo>
                  <a:cubicBezTo>
                    <a:pt x="997" y="1695"/>
                    <a:pt x="997" y="1695"/>
                    <a:pt x="997" y="1695"/>
                  </a:cubicBezTo>
                  <a:cubicBezTo>
                    <a:pt x="930" y="1695"/>
                    <a:pt x="930" y="1695"/>
                    <a:pt x="930" y="1695"/>
                  </a:cubicBezTo>
                  <a:cubicBezTo>
                    <a:pt x="914" y="1695"/>
                    <a:pt x="900" y="1708"/>
                    <a:pt x="900" y="1725"/>
                  </a:cubicBezTo>
                  <a:cubicBezTo>
                    <a:pt x="900" y="1742"/>
                    <a:pt x="914" y="1755"/>
                    <a:pt x="930" y="1755"/>
                  </a:cubicBezTo>
                  <a:cubicBezTo>
                    <a:pt x="1125" y="1755"/>
                    <a:pt x="1125" y="1755"/>
                    <a:pt x="1125" y="1755"/>
                  </a:cubicBezTo>
                  <a:cubicBezTo>
                    <a:pt x="1125" y="1786"/>
                    <a:pt x="1125" y="1786"/>
                    <a:pt x="1125" y="1786"/>
                  </a:cubicBezTo>
                  <a:cubicBezTo>
                    <a:pt x="1125" y="1802"/>
                    <a:pt x="1138" y="1816"/>
                    <a:pt x="1155" y="1816"/>
                  </a:cubicBezTo>
                  <a:cubicBezTo>
                    <a:pt x="1171" y="1816"/>
                    <a:pt x="1185" y="1802"/>
                    <a:pt x="1185" y="1786"/>
                  </a:cubicBezTo>
                  <a:cubicBezTo>
                    <a:pt x="1185" y="1371"/>
                    <a:pt x="1185" y="1371"/>
                    <a:pt x="1185" y="1371"/>
                  </a:cubicBezTo>
                  <a:cubicBezTo>
                    <a:pt x="1238" y="1389"/>
                    <a:pt x="1238" y="1389"/>
                    <a:pt x="1238" y="1389"/>
                  </a:cubicBezTo>
                  <a:cubicBezTo>
                    <a:pt x="1305" y="1411"/>
                    <a:pt x="1349" y="1473"/>
                    <a:pt x="1349" y="1543"/>
                  </a:cubicBezTo>
                  <a:cubicBezTo>
                    <a:pt x="1349" y="1786"/>
                    <a:pt x="1349" y="1786"/>
                    <a:pt x="1349" y="1786"/>
                  </a:cubicBezTo>
                  <a:cubicBezTo>
                    <a:pt x="1349" y="1802"/>
                    <a:pt x="1363" y="1816"/>
                    <a:pt x="1379" y="1816"/>
                  </a:cubicBezTo>
                  <a:cubicBezTo>
                    <a:pt x="1396" y="1816"/>
                    <a:pt x="1409" y="1802"/>
                    <a:pt x="1409" y="1786"/>
                  </a:cubicBezTo>
                  <a:cubicBezTo>
                    <a:pt x="1409" y="1543"/>
                    <a:pt x="1409" y="1543"/>
                    <a:pt x="1409" y="1543"/>
                  </a:cubicBezTo>
                  <a:cubicBezTo>
                    <a:pt x="1409" y="1447"/>
                    <a:pt x="1348" y="1362"/>
                    <a:pt x="1257" y="1332"/>
                  </a:cubicBezTo>
                  <a:close/>
                  <a:moveTo>
                    <a:pt x="355" y="1695"/>
                  </a:moveTo>
                  <a:cubicBezTo>
                    <a:pt x="355" y="1695"/>
                    <a:pt x="355" y="1695"/>
                    <a:pt x="355" y="1695"/>
                  </a:cubicBezTo>
                  <a:cubicBezTo>
                    <a:pt x="287" y="1695"/>
                    <a:pt x="287" y="1695"/>
                    <a:pt x="287" y="1695"/>
                  </a:cubicBezTo>
                  <a:cubicBezTo>
                    <a:pt x="287" y="1351"/>
                    <a:pt x="287" y="1351"/>
                    <a:pt x="287" y="1351"/>
                  </a:cubicBezTo>
                  <a:cubicBezTo>
                    <a:pt x="313" y="1343"/>
                    <a:pt x="313" y="1343"/>
                    <a:pt x="313" y="1343"/>
                  </a:cubicBezTo>
                  <a:cubicBezTo>
                    <a:pt x="355" y="1385"/>
                    <a:pt x="355" y="1385"/>
                    <a:pt x="355" y="1385"/>
                  </a:cubicBezTo>
                  <a:lnTo>
                    <a:pt x="355" y="1695"/>
                  </a:lnTo>
                  <a:close/>
                  <a:moveTo>
                    <a:pt x="402" y="103"/>
                  </a:moveTo>
                  <a:cubicBezTo>
                    <a:pt x="407" y="71"/>
                    <a:pt x="434" y="60"/>
                    <a:pt x="467" y="60"/>
                  </a:cubicBezTo>
                  <a:cubicBezTo>
                    <a:pt x="919" y="60"/>
                    <a:pt x="919" y="60"/>
                    <a:pt x="919" y="60"/>
                  </a:cubicBezTo>
                  <a:cubicBezTo>
                    <a:pt x="950" y="60"/>
                    <a:pt x="976" y="68"/>
                    <a:pt x="984" y="98"/>
                  </a:cubicBezTo>
                  <a:cubicBezTo>
                    <a:pt x="1020" y="220"/>
                    <a:pt x="1020" y="220"/>
                    <a:pt x="1020" y="220"/>
                  </a:cubicBezTo>
                  <a:cubicBezTo>
                    <a:pt x="378" y="220"/>
                    <a:pt x="378" y="220"/>
                    <a:pt x="378" y="220"/>
                  </a:cubicBezTo>
                  <a:lnTo>
                    <a:pt x="402" y="103"/>
                  </a:lnTo>
                  <a:close/>
                  <a:moveTo>
                    <a:pt x="174" y="477"/>
                  </a:moveTo>
                  <a:cubicBezTo>
                    <a:pt x="328" y="408"/>
                    <a:pt x="328" y="408"/>
                    <a:pt x="328" y="408"/>
                  </a:cubicBezTo>
                  <a:cubicBezTo>
                    <a:pt x="834" y="408"/>
                    <a:pt x="834" y="408"/>
                    <a:pt x="834" y="408"/>
                  </a:cubicBezTo>
                  <a:cubicBezTo>
                    <a:pt x="851" y="408"/>
                    <a:pt x="864" y="395"/>
                    <a:pt x="864" y="378"/>
                  </a:cubicBezTo>
                  <a:cubicBezTo>
                    <a:pt x="864" y="362"/>
                    <a:pt x="851" y="348"/>
                    <a:pt x="834" y="348"/>
                  </a:cubicBezTo>
                  <a:cubicBezTo>
                    <a:pt x="357" y="348"/>
                    <a:pt x="357" y="348"/>
                    <a:pt x="357" y="348"/>
                  </a:cubicBezTo>
                  <a:cubicBezTo>
                    <a:pt x="368" y="280"/>
                    <a:pt x="368" y="280"/>
                    <a:pt x="368" y="280"/>
                  </a:cubicBezTo>
                  <a:cubicBezTo>
                    <a:pt x="1035" y="280"/>
                    <a:pt x="1035" y="280"/>
                    <a:pt x="1035" y="280"/>
                  </a:cubicBezTo>
                  <a:cubicBezTo>
                    <a:pt x="1052" y="348"/>
                    <a:pt x="1052" y="348"/>
                    <a:pt x="1052" y="348"/>
                  </a:cubicBezTo>
                  <a:cubicBezTo>
                    <a:pt x="963" y="348"/>
                    <a:pt x="963" y="348"/>
                    <a:pt x="963" y="348"/>
                  </a:cubicBezTo>
                  <a:cubicBezTo>
                    <a:pt x="946" y="348"/>
                    <a:pt x="933" y="362"/>
                    <a:pt x="933" y="378"/>
                  </a:cubicBezTo>
                  <a:cubicBezTo>
                    <a:pt x="933" y="395"/>
                    <a:pt x="946" y="408"/>
                    <a:pt x="963" y="408"/>
                  </a:cubicBezTo>
                  <a:cubicBezTo>
                    <a:pt x="1084" y="408"/>
                    <a:pt x="1084" y="408"/>
                    <a:pt x="1084" y="408"/>
                  </a:cubicBezTo>
                  <a:cubicBezTo>
                    <a:pt x="1238" y="477"/>
                    <a:pt x="1238" y="477"/>
                    <a:pt x="1238" y="477"/>
                  </a:cubicBezTo>
                  <a:lnTo>
                    <a:pt x="174" y="477"/>
                  </a:lnTo>
                  <a:close/>
                  <a:moveTo>
                    <a:pt x="1093" y="537"/>
                  </a:moveTo>
                  <a:cubicBezTo>
                    <a:pt x="1093" y="605"/>
                    <a:pt x="1093" y="605"/>
                    <a:pt x="1093" y="605"/>
                  </a:cubicBezTo>
                  <a:cubicBezTo>
                    <a:pt x="1092" y="605"/>
                    <a:pt x="1091" y="605"/>
                    <a:pt x="1091" y="605"/>
                  </a:cubicBezTo>
                  <a:cubicBezTo>
                    <a:pt x="1027" y="605"/>
                    <a:pt x="1027" y="605"/>
                    <a:pt x="1027" y="605"/>
                  </a:cubicBezTo>
                  <a:cubicBezTo>
                    <a:pt x="1026" y="605"/>
                    <a:pt x="1025" y="604"/>
                    <a:pt x="1025" y="603"/>
                  </a:cubicBezTo>
                  <a:cubicBezTo>
                    <a:pt x="1025" y="537"/>
                    <a:pt x="1025" y="537"/>
                    <a:pt x="1025" y="537"/>
                  </a:cubicBezTo>
                  <a:lnTo>
                    <a:pt x="1093" y="537"/>
                  </a:lnTo>
                  <a:close/>
                  <a:moveTo>
                    <a:pt x="387" y="537"/>
                  </a:moveTo>
                  <a:cubicBezTo>
                    <a:pt x="387" y="603"/>
                    <a:pt x="387" y="603"/>
                    <a:pt x="387" y="603"/>
                  </a:cubicBezTo>
                  <a:cubicBezTo>
                    <a:pt x="387" y="604"/>
                    <a:pt x="386" y="605"/>
                    <a:pt x="385" y="605"/>
                  </a:cubicBezTo>
                  <a:cubicBezTo>
                    <a:pt x="321" y="605"/>
                    <a:pt x="321" y="605"/>
                    <a:pt x="321" y="605"/>
                  </a:cubicBezTo>
                  <a:cubicBezTo>
                    <a:pt x="321" y="605"/>
                    <a:pt x="320" y="605"/>
                    <a:pt x="319" y="605"/>
                  </a:cubicBezTo>
                  <a:cubicBezTo>
                    <a:pt x="319" y="537"/>
                    <a:pt x="319" y="537"/>
                    <a:pt x="319" y="537"/>
                  </a:cubicBezTo>
                  <a:lnTo>
                    <a:pt x="387" y="537"/>
                  </a:lnTo>
                  <a:close/>
                  <a:moveTo>
                    <a:pt x="383" y="795"/>
                  </a:moveTo>
                  <a:cubicBezTo>
                    <a:pt x="383" y="779"/>
                    <a:pt x="370" y="765"/>
                    <a:pt x="353" y="765"/>
                  </a:cubicBezTo>
                  <a:cubicBezTo>
                    <a:pt x="337" y="765"/>
                    <a:pt x="323" y="779"/>
                    <a:pt x="323" y="795"/>
                  </a:cubicBezTo>
                  <a:cubicBezTo>
                    <a:pt x="323" y="797"/>
                    <a:pt x="323" y="797"/>
                    <a:pt x="323" y="797"/>
                  </a:cubicBezTo>
                  <a:cubicBezTo>
                    <a:pt x="320" y="797"/>
                    <a:pt x="317" y="797"/>
                    <a:pt x="314" y="796"/>
                  </a:cubicBezTo>
                  <a:cubicBezTo>
                    <a:pt x="299" y="793"/>
                    <a:pt x="287" y="777"/>
                    <a:pt x="287" y="759"/>
                  </a:cubicBezTo>
                  <a:cubicBezTo>
                    <a:pt x="287" y="699"/>
                    <a:pt x="287" y="699"/>
                    <a:pt x="287" y="699"/>
                  </a:cubicBezTo>
                  <a:cubicBezTo>
                    <a:pt x="287" y="680"/>
                    <a:pt x="302" y="665"/>
                    <a:pt x="321" y="665"/>
                  </a:cubicBezTo>
                  <a:cubicBezTo>
                    <a:pt x="385" y="665"/>
                    <a:pt x="385" y="665"/>
                    <a:pt x="385" y="665"/>
                  </a:cubicBezTo>
                  <a:cubicBezTo>
                    <a:pt x="420" y="665"/>
                    <a:pt x="447" y="637"/>
                    <a:pt x="447" y="603"/>
                  </a:cubicBezTo>
                  <a:cubicBezTo>
                    <a:pt x="447" y="537"/>
                    <a:pt x="447" y="537"/>
                    <a:pt x="447" y="537"/>
                  </a:cubicBezTo>
                  <a:cubicBezTo>
                    <a:pt x="965" y="537"/>
                    <a:pt x="965" y="537"/>
                    <a:pt x="965" y="537"/>
                  </a:cubicBezTo>
                  <a:cubicBezTo>
                    <a:pt x="965" y="603"/>
                    <a:pt x="965" y="603"/>
                    <a:pt x="965" y="603"/>
                  </a:cubicBezTo>
                  <a:cubicBezTo>
                    <a:pt x="965" y="637"/>
                    <a:pt x="992" y="665"/>
                    <a:pt x="1027" y="665"/>
                  </a:cubicBezTo>
                  <a:cubicBezTo>
                    <a:pt x="1091" y="665"/>
                    <a:pt x="1091" y="665"/>
                    <a:pt x="1091" y="665"/>
                  </a:cubicBezTo>
                  <a:cubicBezTo>
                    <a:pt x="1110" y="665"/>
                    <a:pt x="1125" y="680"/>
                    <a:pt x="1125" y="699"/>
                  </a:cubicBezTo>
                  <a:cubicBezTo>
                    <a:pt x="1125" y="759"/>
                    <a:pt x="1125" y="759"/>
                    <a:pt x="1125" y="759"/>
                  </a:cubicBezTo>
                  <a:cubicBezTo>
                    <a:pt x="1125" y="777"/>
                    <a:pt x="1113" y="793"/>
                    <a:pt x="1098" y="796"/>
                  </a:cubicBezTo>
                  <a:cubicBezTo>
                    <a:pt x="1095" y="797"/>
                    <a:pt x="1092" y="797"/>
                    <a:pt x="1089" y="797"/>
                  </a:cubicBezTo>
                  <a:cubicBezTo>
                    <a:pt x="1089" y="795"/>
                    <a:pt x="1089" y="795"/>
                    <a:pt x="1089" y="795"/>
                  </a:cubicBezTo>
                  <a:cubicBezTo>
                    <a:pt x="1089" y="779"/>
                    <a:pt x="1075" y="765"/>
                    <a:pt x="1059" y="765"/>
                  </a:cubicBezTo>
                  <a:cubicBezTo>
                    <a:pt x="1042" y="765"/>
                    <a:pt x="1029" y="779"/>
                    <a:pt x="1029" y="795"/>
                  </a:cubicBezTo>
                  <a:cubicBezTo>
                    <a:pt x="1029" y="973"/>
                    <a:pt x="884" y="1118"/>
                    <a:pt x="706" y="1118"/>
                  </a:cubicBezTo>
                  <a:cubicBezTo>
                    <a:pt x="528" y="1118"/>
                    <a:pt x="383" y="973"/>
                    <a:pt x="383" y="795"/>
                  </a:cubicBezTo>
                  <a:close/>
                  <a:moveTo>
                    <a:pt x="568" y="1460"/>
                  </a:moveTo>
                  <a:cubicBezTo>
                    <a:pt x="561" y="1467"/>
                    <a:pt x="553" y="1471"/>
                    <a:pt x="543" y="1472"/>
                  </a:cubicBezTo>
                  <a:cubicBezTo>
                    <a:pt x="533" y="1472"/>
                    <a:pt x="524" y="1469"/>
                    <a:pt x="517" y="1462"/>
                  </a:cubicBezTo>
                  <a:cubicBezTo>
                    <a:pt x="361" y="1305"/>
                    <a:pt x="361" y="1305"/>
                    <a:pt x="361" y="1305"/>
                  </a:cubicBezTo>
                  <a:cubicBezTo>
                    <a:pt x="408" y="1243"/>
                    <a:pt x="408" y="1243"/>
                    <a:pt x="408" y="1243"/>
                  </a:cubicBezTo>
                  <a:cubicBezTo>
                    <a:pt x="418" y="1229"/>
                    <a:pt x="437" y="1225"/>
                    <a:pt x="452" y="1233"/>
                  </a:cubicBezTo>
                  <a:cubicBezTo>
                    <a:pt x="660" y="1349"/>
                    <a:pt x="660" y="1349"/>
                    <a:pt x="660" y="1349"/>
                  </a:cubicBezTo>
                  <a:lnTo>
                    <a:pt x="568" y="1460"/>
                  </a:lnTo>
                  <a:close/>
                  <a:moveTo>
                    <a:pt x="706" y="1306"/>
                  </a:moveTo>
                  <a:cubicBezTo>
                    <a:pt x="512" y="1198"/>
                    <a:pt x="512" y="1198"/>
                    <a:pt x="512" y="1198"/>
                  </a:cubicBezTo>
                  <a:cubicBezTo>
                    <a:pt x="512" y="1125"/>
                    <a:pt x="512" y="1125"/>
                    <a:pt x="512" y="1125"/>
                  </a:cubicBezTo>
                  <a:cubicBezTo>
                    <a:pt x="569" y="1158"/>
                    <a:pt x="635" y="1178"/>
                    <a:pt x="706" y="1178"/>
                  </a:cubicBezTo>
                  <a:cubicBezTo>
                    <a:pt x="777" y="1178"/>
                    <a:pt x="843" y="1158"/>
                    <a:pt x="900" y="1125"/>
                  </a:cubicBezTo>
                  <a:cubicBezTo>
                    <a:pt x="900" y="1198"/>
                    <a:pt x="900" y="1198"/>
                    <a:pt x="900" y="1198"/>
                  </a:cubicBezTo>
                  <a:lnTo>
                    <a:pt x="706" y="1306"/>
                  </a:lnTo>
                  <a:close/>
                  <a:moveTo>
                    <a:pt x="895" y="1462"/>
                  </a:moveTo>
                  <a:cubicBezTo>
                    <a:pt x="888" y="1469"/>
                    <a:pt x="879" y="1472"/>
                    <a:pt x="869" y="1472"/>
                  </a:cubicBezTo>
                  <a:cubicBezTo>
                    <a:pt x="859" y="1471"/>
                    <a:pt x="851" y="1467"/>
                    <a:pt x="844" y="1460"/>
                  </a:cubicBezTo>
                  <a:cubicBezTo>
                    <a:pt x="752" y="1349"/>
                    <a:pt x="752" y="1349"/>
                    <a:pt x="752" y="1349"/>
                  </a:cubicBezTo>
                  <a:cubicBezTo>
                    <a:pt x="960" y="1233"/>
                    <a:pt x="960" y="1233"/>
                    <a:pt x="960" y="1233"/>
                  </a:cubicBezTo>
                  <a:cubicBezTo>
                    <a:pt x="975" y="1225"/>
                    <a:pt x="994" y="1229"/>
                    <a:pt x="1004" y="1243"/>
                  </a:cubicBezTo>
                  <a:cubicBezTo>
                    <a:pt x="1051" y="1305"/>
                    <a:pt x="1051" y="1305"/>
                    <a:pt x="1051" y="1305"/>
                  </a:cubicBezTo>
                  <a:lnTo>
                    <a:pt x="895" y="1462"/>
                  </a:lnTo>
                  <a:close/>
                  <a:moveTo>
                    <a:pt x="1125" y="1695"/>
                  </a:moveTo>
                  <a:cubicBezTo>
                    <a:pt x="1125" y="1695"/>
                    <a:pt x="1125" y="1695"/>
                    <a:pt x="1125" y="1695"/>
                  </a:cubicBezTo>
                  <a:cubicBezTo>
                    <a:pt x="1057" y="1695"/>
                    <a:pt x="1057" y="1695"/>
                    <a:pt x="1057" y="1695"/>
                  </a:cubicBezTo>
                  <a:cubicBezTo>
                    <a:pt x="1057" y="1385"/>
                    <a:pt x="1057" y="1385"/>
                    <a:pt x="1057" y="1385"/>
                  </a:cubicBezTo>
                  <a:cubicBezTo>
                    <a:pt x="1099" y="1343"/>
                    <a:pt x="1099" y="1343"/>
                    <a:pt x="1099" y="1343"/>
                  </a:cubicBezTo>
                  <a:cubicBezTo>
                    <a:pt x="1125" y="1351"/>
                    <a:pt x="1125" y="1351"/>
                    <a:pt x="1125" y="1351"/>
                  </a:cubicBezTo>
                  <a:lnTo>
                    <a:pt x="1125" y="1695"/>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7"/>
          <p:cNvSpPr txBox="1"/>
          <p:nvPr>
            <p:ph type="title"/>
          </p:nvPr>
        </p:nvSpPr>
        <p:spPr>
          <a:xfrm>
            <a:off x="243450" y="453100"/>
            <a:ext cx="8708700" cy="89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Patrones de ausentismo y eficiencia en RapidExpress</a:t>
            </a:r>
            <a:endParaRPr/>
          </a:p>
        </p:txBody>
      </p:sp>
      <p:pic>
        <p:nvPicPr>
          <p:cNvPr id="409" name="Google Shape;409;p47"/>
          <p:cNvPicPr preferRelativeResize="0"/>
          <p:nvPr/>
        </p:nvPicPr>
        <p:blipFill>
          <a:blip r:embed="rId3">
            <a:alphaModFix/>
          </a:blip>
          <a:stretch>
            <a:fillRect/>
          </a:stretch>
        </p:blipFill>
        <p:spPr>
          <a:xfrm>
            <a:off x="5333399" y="1069370"/>
            <a:ext cx="1515308" cy="896400"/>
          </a:xfrm>
          <a:prstGeom prst="rect">
            <a:avLst/>
          </a:prstGeom>
          <a:noFill/>
          <a:ln>
            <a:noFill/>
          </a:ln>
        </p:spPr>
      </p:pic>
      <p:pic>
        <p:nvPicPr>
          <p:cNvPr id="410" name="Google Shape;410;p47"/>
          <p:cNvPicPr preferRelativeResize="0"/>
          <p:nvPr/>
        </p:nvPicPr>
        <p:blipFill>
          <a:blip r:embed="rId4">
            <a:alphaModFix/>
          </a:blip>
          <a:stretch>
            <a:fillRect/>
          </a:stretch>
        </p:blipFill>
        <p:spPr>
          <a:xfrm>
            <a:off x="2452633" y="1069373"/>
            <a:ext cx="1481005" cy="896400"/>
          </a:xfrm>
          <a:prstGeom prst="rect">
            <a:avLst/>
          </a:prstGeom>
          <a:noFill/>
          <a:ln>
            <a:noFill/>
          </a:ln>
        </p:spPr>
      </p:pic>
      <p:pic>
        <p:nvPicPr>
          <p:cNvPr id="411" name="Google Shape;411;p47"/>
          <p:cNvPicPr preferRelativeResize="0"/>
          <p:nvPr/>
        </p:nvPicPr>
        <p:blipFill>
          <a:blip r:embed="rId5">
            <a:alphaModFix/>
          </a:blip>
          <a:stretch>
            <a:fillRect/>
          </a:stretch>
        </p:blipFill>
        <p:spPr>
          <a:xfrm>
            <a:off x="50399" y="2126185"/>
            <a:ext cx="4534524" cy="2817125"/>
          </a:xfrm>
          <a:prstGeom prst="rect">
            <a:avLst/>
          </a:prstGeom>
          <a:noFill/>
          <a:ln>
            <a:noFill/>
          </a:ln>
        </p:spPr>
      </p:pic>
      <p:pic>
        <p:nvPicPr>
          <p:cNvPr id="412" name="Google Shape;412;p47"/>
          <p:cNvPicPr preferRelativeResize="0"/>
          <p:nvPr/>
        </p:nvPicPr>
        <p:blipFill rotWithShape="1">
          <a:blip r:embed="rId6">
            <a:alphaModFix/>
          </a:blip>
          <a:srcRect b="0" l="3400" r="0" t="0"/>
          <a:stretch/>
        </p:blipFill>
        <p:spPr>
          <a:xfrm>
            <a:off x="4513850" y="2156200"/>
            <a:ext cx="4565549" cy="28171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8"/>
          <p:cNvSpPr txBox="1"/>
          <p:nvPr>
            <p:ph type="title"/>
          </p:nvPr>
        </p:nvSpPr>
        <p:spPr>
          <a:xfrm>
            <a:off x="253400" y="354350"/>
            <a:ext cx="7704000" cy="9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Visión integrada de Rapid Express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18" name="Google Shape;418;p48"/>
          <p:cNvSpPr txBox="1"/>
          <p:nvPr/>
        </p:nvSpPr>
        <p:spPr>
          <a:xfrm>
            <a:off x="253400" y="3845338"/>
            <a:ext cx="8356800" cy="677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El rendimiento depende tanto de cómo se trabaja como de en qué condiciones se trabaja.</a:t>
            </a:r>
            <a:endParaRPr sz="1600">
              <a:solidFill>
                <a:schemeClr val="dk1"/>
              </a:solidFill>
              <a:latin typeface="Albert Sans"/>
              <a:ea typeface="Albert Sans"/>
              <a:cs typeface="Albert Sans"/>
              <a:sym typeface="Albert Sans"/>
            </a:endParaRPr>
          </a:p>
        </p:txBody>
      </p:sp>
      <p:sp>
        <p:nvSpPr>
          <p:cNvPr id="419" name="Google Shape;419;p48"/>
          <p:cNvSpPr txBox="1"/>
          <p:nvPr/>
        </p:nvSpPr>
        <p:spPr>
          <a:xfrm>
            <a:off x="340380" y="1620499"/>
            <a:ext cx="3000000" cy="400200"/>
          </a:xfrm>
          <a:prstGeom prst="rect">
            <a:avLst/>
          </a:prstGeom>
          <a:solidFill>
            <a:schemeClr val="dk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Perfil y Desempeño Profesional</a:t>
            </a:r>
            <a:endParaRPr/>
          </a:p>
        </p:txBody>
      </p:sp>
      <p:sp>
        <p:nvSpPr>
          <p:cNvPr id="420" name="Google Shape;420;p48"/>
          <p:cNvSpPr txBox="1"/>
          <p:nvPr/>
        </p:nvSpPr>
        <p:spPr>
          <a:xfrm>
            <a:off x="5014129" y="1620499"/>
            <a:ext cx="3000000" cy="400200"/>
          </a:xfrm>
          <a:prstGeom prst="rect">
            <a:avLst/>
          </a:prstGeom>
          <a:solidFill>
            <a:schemeClr val="dk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 Bienestar y Absentismo</a:t>
            </a:r>
            <a:endParaRPr/>
          </a:p>
        </p:txBody>
      </p:sp>
      <p:pic>
        <p:nvPicPr>
          <p:cNvPr id="421" name="Google Shape;421;p48" title="flecha-hacia-abajo.png"/>
          <p:cNvPicPr preferRelativeResize="0"/>
          <p:nvPr/>
        </p:nvPicPr>
        <p:blipFill>
          <a:blip r:embed="rId3">
            <a:alphaModFix/>
          </a:blip>
          <a:stretch>
            <a:fillRect/>
          </a:stretch>
        </p:blipFill>
        <p:spPr>
          <a:xfrm>
            <a:off x="1176805" y="1909480"/>
            <a:ext cx="788325" cy="788325"/>
          </a:xfrm>
          <a:prstGeom prst="rect">
            <a:avLst/>
          </a:prstGeom>
          <a:noFill/>
          <a:ln>
            <a:noFill/>
          </a:ln>
        </p:spPr>
      </p:pic>
      <p:sp>
        <p:nvSpPr>
          <p:cNvPr id="422" name="Google Shape;422;p48"/>
          <p:cNvSpPr txBox="1"/>
          <p:nvPr>
            <p:ph idx="4" type="subTitle"/>
          </p:nvPr>
        </p:nvSpPr>
        <p:spPr>
          <a:xfrm>
            <a:off x="240294" y="2692354"/>
            <a:ext cx="33912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Perfiles de riesgo operativos</a:t>
            </a:r>
            <a:endParaRPr sz="1800"/>
          </a:p>
        </p:txBody>
      </p:sp>
      <p:pic>
        <p:nvPicPr>
          <p:cNvPr id="423" name="Google Shape;423;p48" title="flecha-hacia-abajo.png"/>
          <p:cNvPicPr preferRelativeResize="0"/>
          <p:nvPr/>
        </p:nvPicPr>
        <p:blipFill>
          <a:blip r:embed="rId3">
            <a:alphaModFix/>
          </a:blip>
          <a:stretch>
            <a:fillRect/>
          </a:stretch>
        </p:blipFill>
        <p:spPr>
          <a:xfrm>
            <a:off x="6015222" y="1910011"/>
            <a:ext cx="788325" cy="788325"/>
          </a:xfrm>
          <a:prstGeom prst="rect">
            <a:avLst/>
          </a:prstGeom>
          <a:noFill/>
          <a:ln>
            <a:noFill/>
          </a:ln>
        </p:spPr>
      </p:pic>
      <p:sp>
        <p:nvSpPr>
          <p:cNvPr id="424" name="Google Shape;424;p48"/>
          <p:cNvSpPr txBox="1"/>
          <p:nvPr>
            <p:ph idx="4" type="subTitle"/>
          </p:nvPr>
        </p:nvSpPr>
        <p:spPr>
          <a:xfrm>
            <a:off x="4768300" y="2709024"/>
            <a:ext cx="36150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Perfiles de riesgo conductuales</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9"/>
          <p:cNvSpPr/>
          <p:nvPr/>
        </p:nvSpPr>
        <p:spPr>
          <a:xfrm>
            <a:off x="4790774" y="1883872"/>
            <a:ext cx="2241900" cy="1502400"/>
          </a:xfrm>
          <a:prstGeom prst="round2DiagRect">
            <a:avLst>
              <a:gd fmla="val 16667" name="adj1"/>
              <a:gd fmla="val 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30" name="Google Shape;430;p49"/>
          <p:cNvSpPr/>
          <p:nvPr/>
        </p:nvSpPr>
        <p:spPr>
          <a:xfrm>
            <a:off x="1704940" y="1893697"/>
            <a:ext cx="2241900" cy="1502400"/>
          </a:xfrm>
          <a:prstGeom prst="round2DiagRect">
            <a:avLst>
              <a:gd fmla="val 16667" name="adj1"/>
              <a:gd fmla="val 0" name="adj2"/>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lbert Sans"/>
              <a:ea typeface="Albert Sans"/>
              <a:cs typeface="Albert Sans"/>
              <a:sym typeface="Albert Sans"/>
            </a:endParaRPr>
          </a:p>
        </p:txBody>
      </p:sp>
      <p:sp>
        <p:nvSpPr>
          <p:cNvPr id="431" name="Google Shape;431;p49"/>
          <p:cNvSpPr txBox="1"/>
          <p:nvPr/>
        </p:nvSpPr>
        <p:spPr>
          <a:xfrm>
            <a:off x="1951873" y="2199758"/>
            <a:ext cx="1832700" cy="828300"/>
          </a:xfrm>
          <a:prstGeom prst="rect">
            <a:avLst/>
          </a:prstGeom>
          <a:noFill/>
          <a:ln>
            <a:noFill/>
          </a:ln>
        </p:spPr>
        <p:txBody>
          <a:bodyPr anchorCtr="0" anchor="t" bIns="102475" lIns="102475" spcFirstLastPara="1" rIns="102475" wrap="square" tIns="102475">
            <a:spAutoFit/>
          </a:bodyPr>
          <a:lstStyle/>
          <a:p>
            <a:pPr indent="0" lvl="0" marL="0" rtl="0" algn="l">
              <a:spcBef>
                <a:spcPts val="0"/>
              </a:spcBef>
              <a:spcAft>
                <a:spcPts val="0"/>
              </a:spcAft>
              <a:buNone/>
            </a:pPr>
            <a:r>
              <a:rPr lang="en" sz="2017">
                <a:solidFill>
                  <a:schemeClr val="dk1"/>
                </a:solidFill>
                <a:latin typeface="Open Sans Light"/>
                <a:ea typeface="Open Sans Light"/>
                <a:cs typeface="Open Sans Light"/>
                <a:sym typeface="Open Sans Light"/>
              </a:rPr>
              <a:t>Desempeño Profesional</a:t>
            </a:r>
            <a:endParaRPr sz="2017">
              <a:solidFill>
                <a:schemeClr val="dk1"/>
              </a:solidFill>
              <a:latin typeface="Open Sans Light"/>
              <a:ea typeface="Open Sans Light"/>
              <a:cs typeface="Open Sans Light"/>
              <a:sym typeface="Open Sans Light"/>
            </a:endParaRPr>
          </a:p>
        </p:txBody>
      </p:sp>
      <p:sp>
        <p:nvSpPr>
          <p:cNvPr id="432" name="Google Shape;432;p49"/>
          <p:cNvSpPr txBox="1"/>
          <p:nvPr/>
        </p:nvSpPr>
        <p:spPr>
          <a:xfrm>
            <a:off x="4925643" y="2192467"/>
            <a:ext cx="1832700" cy="828300"/>
          </a:xfrm>
          <a:prstGeom prst="rect">
            <a:avLst/>
          </a:prstGeom>
          <a:noFill/>
          <a:ln>
            <a:noFill/>
          </a:ln>
        </p:spPr>
        <p:txBody>
          <a:bodyPr anchorCtr="0" anchor="t" bIns="102475" lIns="102475" spcFirstLastPara="1" rIns="102475" wrap="square" tIns="102475">
            <a:spAutoFit/>
          </a:bodyPr>
          <a:lstStyle/>
          <a:p>
            <a:pPr indent="0" lvl="0" marL="0" rtl="0" algn="ctr">
              <a:spcBef>
                <a:spcPts val="0"/>
              </a:spcBef>
              <a:spcAft>
                <a:spcPts val="0"/>
              </a:spcAft>
              <a:buNone/>
            </a:pPr>
            <a:r>
              <a:rPr lang="en" sz="2017">
                <a:solidFill>
                  <a:schemeClr val="dk1"/>
                </a:solidFill>
                <a:latin typeface="Open Sans Light"/>
                <a:ea typeface="Open Sans Light"/>
                <a:cs typeface="Open Sans Light"/>
                <a:sym typeface="Open Sans Light"/>
              </a:rPr>
              <a:t> Bienestar y absentismo</a:t>
            </a:r>
            <a:endParaRPr sz="2017">
              <a:solidFill>
                <a:schemeClr val="dk1"/>
              </a:solidFill>
              <a:latin typeface="Open Sans Light"/>
              <a:ea typeface="Open Sans Light"/>
              <a:cs typeface="Open Sans Light"/>
              <a:sym typeface="Open Sans Light"/>
            </a:endParaRPr>
          </a:p>
        </p:txBody>
      </p:sp>
      <p:sp>
        <p:nvSpPr>
          <p:cNvPr id="433" name="Google Shape;433;p49"/>
          <p:cNvSpPr txBox="1"/>
          <p:nvPr>
            <p:ph type="title"/>
          </p:nvPr>
        </p:nvSpPr>
        <p:spPr>
          <a:xfrm>
            <a:off x="169974" y="445050"/>
            <a:ext cx="8571000" cy="525600"/>
          </a:xfrm>
          <a:prstGeom prst="rect">
            <a:avLst/>
          </a:prstGeom>
        </p:spPr>
        <p:txBody>
          <a:bodyPr anchorCtr="0" anchor="b" bIns="87625" lIns="87625" spcFirstLastPara="1" rIns="87625" wrap="square" tIns="87625">
            <a:noAutofit/>
          </a:bodyPr>
          <a:lstStyle/>
          <a:p>
            <a:pPr indent="0" lvl="0" marL="0" rtl="0" algn="l">
              <a:spcBef>
                <a:spcPts val="0"/>
              </a:spcBef>
              <a:spcAft>
                <a:spcPts val="0"/>
              </a:spcAft>
              <a:buNone/>
            </a:pPr>
            <a:r>
              <a:rPr lang="en" sz="2587"/>
              <a:t>Gestión del rendimiento y bienestar en Rapid Express</a:t>
            </a:r>
            <a:endParaRPr sz="2587"/>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50" title="Rapid_EXPRESS.jpg"/>
          <p:cNvPicPr preferRelativeResize="0"/>
          <p:nvPr/>
        </p:nvPicPr>
        <p:blipFill rotWithShape="1">
          <a:blip r:embed="rId3">
            <a:alphaModFix/>
          </a:blip>
          <a:srcRect b="0" l="16674" r="16681" t="0"/>
          <a:stretch/>
        </p:blipFill>
        <p:spPr>
          <a:xfrm flipH="1">
            <a:off x="-592804" y="442647"/>
            <a:ext cx="3145200" cy="4719300"/>
          </a:xfrm>
          <a:prstGeom prst="round1Rect">
            <a:avLst>
              <a:gd fmla="val 50000" name="adj"/>
            </a:avLst>
          </a:prstGeom>
          <a:noFill/>
          <a:ln>
            <a:noFill/>
          </a:ln>
        </p:spPr>
      </p:pic>
      <p:sp>
        <p:nvSpPr>
          <p:cNvPr id="439" name="Google Shape;439;p50"/>
          <p:cNvSpPr txBox="1"/>
          <p:nvPr>
            <p:ph type="title"/>
          </p:nvPr>
        </p:nvSpPr>
        <p:spPr>
          <a:xfrm>
            <a:off x="2939903" y="442652"/>
            <a:ext cx="3302100" cy="80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a:t>Foco de análisis</a:t>
            </a:r>
            <a:endParaRPr sz="3100"/>
          </a:p>
        </p:txBody>
      </p:sp>
      <p:sp>
        <p:nvSpPr>
          <p:cNvPr id="440" name="Google Shape;440;p50"/>
          <p:cNvSpPr txBox="1"/>
          <p:nvPr/>
        </p:nvSpPr>
        <p:spPr>
          <a:xfrm>
            <a:off x="2969850" y="1603325"/>
            <a:ext cx="6045900" cy="7389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1800">
                <a:solidFill>
                  <a:schemeClr val="dk1"/>
                </a:solidFill>
                <a:latin typeface="Atkinson Hyperlegible Next"/>
                <a:ea typeface="Atkinson Hyperlegible Next"/>
                <a:cs typeface="Atkinson Hyperlegible Next"/>
                <a:sym typeface="Atkinson Hyperlegible Next"/>
              </a:rPr>
              <a:t>Detectar patrones de bajo rendimiento y definir intervenciones para mejorar resultados.</a:t>
            </a:r>
            <a:endParaRPr b="1" sz="2100">
              <a:solidFill>
                <a:schemeClr val="dk1"/>
              </a:solidFill>
              <a:latin typeface="Atkinson Hyperlegible Next"/>
              <a:ea typeface="Atkinson Hyperlegible Next"/>
              <a:cs typeface="Atkinson Hyperlegible Next"/>
              <a:sym typeface="Atkinson Hyperlegible Next"/>
            </a:endParaRPr>
          </a:p>
        </p:txBody>
      </p:sp>
      <p:sp>
        <p:nvSpPr>
          <p:cNvPr id="441" name="Google Shape;441;p50"/>
          <p:cNvSpPr txBox="1"/>
          <p:nvPr/>
        </p:nvSpPr>
        <p:spPr>
          <a:xfrm>
            <a:off x="2984825" y="2411450"/>
            <a:ext cx="591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ExtraLight"/>
                <a:ea typeface="Albert Sans ExtraLight"/>
                <a:cs typeface="Albert Sans ExtraLight"/>
                <a:sym typeface="Albert Sans ExtraLight"/>
              </a:rPr>
              <a:t>Enfocado en carga, experiencia y condiciones operativas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1"/>
          <p:cNvSpPr txBox="1"/>
          <p:nvPr>
            <p:ph type="title"/>
          </p:nvPr>
        </p:nvSpPr>
        <p:spPr>
          <a:xfrm>
            <a:off x="169983" y="445050"/>
            <a:ext cx="7384200" cy="549000"/>
          </a:xfrm>
          <a:prstGeom prst="rect">
            <a:avLst/>
          </a:prstGeom>
        </p:spPr>
        <p:txBody>
          <a:bodyPr anchorCtr="0" anchor="t" bIns="87625" lIns="87625" spcFirstLastPara="1" rIns="87625" wrap="square" tIns="87625">
            <a:noAutofit/>
          </a:bodyPr>
          <a:lstStyle/>
          <a:p>
            <a:pPr indent="0" lvl="0" marL="0" rtl="0" algn="l">
              <a:spcBef>
                <a:spcPts val="0"/>
              </a:spcBef>
              <a:spcAft>
                <a:spcPts val="0"/>
              </a:spcAft>
              <a:buNone/>
            </a:pPr>
            <a:r>
              <a:rPr lang="en" sz="2587"/>
              <a:t>Metodología</a:t>
            </a:r>
            <a:endParaRPr sz="2587"/>
          </a:p>
        </p:txBody>
      </p:sp>
      <p:sp>
        <p:nvSpPr>
          <p:cNvPr id="447" name="Google Shape;447;p51"/>
          <p:cNvSpPr/>
          <p:nvPr/>
        </p:nvSpPr>
        <p:spPr>
          <a:xfrm>
            <a:off x="2180736"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448" name="Google Shape;448;p51"/>
          <p:cNvSpPr/>
          <p:nvPr/>
        </p:nvSpPr>
        <p:spPr>
          <a:xfrm>
            <a:off x="4356299"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449" name="Google Shape;449;p51"/>
          <p:cNvSpPr/>
          <p:nvPr/>
        </p:nvSpPr>
        <p:spPr>
          <a:xfrm>
            <a:off x="6531862"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450" name="Google Shape;450;p51"/>
          <p:cNvSpPr/>
          <p:nvPr/>
        </p:nvSpPr>
        <p:spPr>
          <a:xfrm>
            <a:off x="6531862"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sz="1550"/>
          </a:p>
        </p:txBody>
      </p:sp>
      <p:sp>
        <p:nvSpPr>
          <p:cNvPr id="451" name="Google Shape;451;p51"/>
          <p:cNvSpPr txBox="1"/>
          <p:nvPr/>
        </p:nvSpPr>
        <p:spPr>
          <a:xfrm flipH="1">
            <a:off x="1274599" y="1806363"/>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br>
              <a:rPr i="1" lang="en" sz="100">
                <a:solidFill>
                  <a:schemeClr val="dk1"/>
                </a:solidFill>
                <a:latin typeface="Open Sans"/>
                <a:ea typeface="Open Sans"/>
                <a:cs typeface="Open Sans"/>
                <a:sym typeface="Open Sans"/>
              </a:rPr>
            </a:br>
            <a:br>
              <a:rPr i="1" lang="en" sz="100">
                <a:solidFill>
                  <a:schemeClr val="dk1"/>
                </a:solidFill>
                <a:latin typeface="Open Sans"/>
                <a:ea typeface="Open Sans"/>
                <a:cs typeface="Open Sans"/>
                <a:sym typeface="Open Sans"/>
              </a:rPr>
            </a:br>
            <a:br>
              <a:rPr i="1" lang="en" sz="100">
                <a:solidFill>
                  <a:schemeClr val="dk1"/>
                </a:solidFill>
                <a:latin typeface="Open Sans"/>
                <a:ea typeface="Open Sans"/>
                <a:cs typeface="Open Sans"/>
                <a:sym typeface="Open Sans"/>
              </a:rPr>
            </a:br>
            <a:r>
              <a:rPr i="1" lang="en" sz="1329">
                <a:solidFill>
                  <a:schemeClr val="dk1"/>
                </a:solidFill>
                <a:latin typeface="Open Sans"/>
                <a:ea typeface="Open Sans"/>
                <a:cs typeface="Open Sans"/>
                <a:sym typeface="Open Sans"/>
              </a:rPr>
              <a:t>Diagnóstico de Causas</a:t>
            </a:r>
            <a:br>
              <a:rPr i="1" lang="en" sz="1329">
                <a:solidFill>
                  <a:schemeClr val="dk1"/>
                </a:solidFill>
                <a:latin typeface="Open Sans"/>
                <a:ea typeface="Open Sans"/>
                <a:cs typeface="Open Sans"/>
                <a:sym typeface="Open Sans"/>
              </a:rPr>
            </a:br>
            <a:r>
              <a:rPr i="1" lang="en" sz="1329">
                <a:solidFill>
                  <a:schemeClr val="dk1"/>
                </a:solidFill>
                <a:latin typeface="Open Sans"/>
                <a:ea typeface="Open Sans"/>
                <a:cs typeface="Open Sans"/>
                <a:sym typeface="Open Sans"/>
              </a:rPr>
              <a:t>(Manual)</a:t>
            </a:r>
            <a:endParaRPr i="1" sz="1329">
              <a:solidFill>
                <a:schemeClr val="dk1"/>
              </a:solidFill>
              <a:latin typeface="Open Sans"/>
              <a:ea typeface="Open Sans"/>
              <a:cs typeface="Open Sans"/>
              <a:sym typeface="Open Sans"/>
            </a:endParaRPr>
          </a:p>
        </p:txBody>
      </p:sp>
      <p:sp>
        <p:nvSpPr>
          <p:cNvPr id="452" name="Google Shape;452;p51"/>
          <p:cNvSpPr txBox="1"/>
          <p:nvPr/>
        </p:nvSpPr>
        <p:spPr>
          <a:xfrm flipH="1">
            <a:off x="3450161" y="1806363"/>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rPr i="1" lang="en" sz="1329">
                <a:solidFill>
                  <a:schemeClr val="dk1"/>
                </a:solidFill>
                <a:latin typeface="Open Sans"/>
                <a:ea typeface="Open Sans"/>
                <a:cs typeface="Open Sans"/>
                <a:sym typeface="Open Sans"/>
              </a:rPr>
              <a:t>Configuración de Reglas de Negocio</a:t>
            </a:r>
            <a:endParaRPr i="1" sz="1329">
              <a:solidFill>
                <a:schemeClr val="dk1"/>
              </a:solidFill>
              <a:latin typeface="Open Sans"/>
              <a:ea typeface="Open Sans"/>
              <a:cs typeface="Open Sans"/>
              <a:sym typeface="Open Sans"/>
            </a:endParaRPr>
          </a:p>
        </p:txBody>
      </p:sp>
      <p:sp>
        <p:nvSpPr>
          <p:cNvPr id="453" name="Google Shape;453;p51"/>
          <p:cNvSpPr txBox="1"/>
          <p:nvPr/>
        </p:nvSpPr>
        <p:spPr>
          <a:xfrm flipH="1">
            <a:off x="5625724" y="1806363"/>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br>
              <a:rPr i="1" lang="en" sz="1329">
                <a:solidFill>
                  <a:schemeClr val="dk1"/>
                </a:solidFill>
                <a:latin typeface="Open Sans"/>
                <a:ea typeface="Open Sans"/>
                <a:cs typeface="Open Sans"/>
                <a:sym typeface="Open Sans"/>
              </a:rPr>
            </a:br>
            <a:r>
              <a:rPr i="1" lang="en" sz="1329">
                <a:solidFill>
                  <a:schemeClr val="dk1"/>
                </a:solidFill>
                <a:latin typeface="Open Sans"/>
                <a:ea typeface="Open Sans"/>
                <a:cs typeface="Open Sans"/>
                <a:sym typeface="Open Sans"/>
              </a:rPr>
              <a:t>Entrenamiento (Machine Learning)</a:t>
            </a:r>
            <a:endParaRPr i="1" sz="1329">
              <a:solidFill>
                <a:schemeClr val="dk1"/>
              </a:solidFill>
              <a:latin typeface="Open Sans"/>
              <a:ea typeface="Open Sans"/>
              <a:cs typeface="Open Sans"/>
              <a:sym typeface="Open Sans"/>
            </a:endParaRPr>
          </a:p>
        </p:txBody>
      </p:sp>
      <p:sp>
        <p:nvSpPr>
          <p:cNvPr id="454" name="Google Shape;454;p51"/>
          <p:cNvSpPr txBox="1"/>
          <p:nvPr/>
        </p:nvSpPr>
        <p:spPr>
          <a:xfrm flipH="1">
            <a:off x="1281854" y="3837740"/>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00">
              <a:solidFill>
                <a:schemeClr val="dk1"/>
              </a:solidFill>
              <a:latin typeface="Open Sans"/>
              <a:ea typeface="Open Sans"/>
              <a:cs typeface="Open Sans"/>
              <a:sym typeface="Open Sans"/>
            </a:endParaRPr>
          </a:p>
          <a:p>
            <a:pPr indent="0" lvl="0" marL="0" rtl="0" algn="ctr">
              <a:spcBef>
                <a:spcPts val="0"/>
              </a:spcBef>
              <a:spcAft>
                <a:spcPts val="0"/>
              </a:spcAft>
              <a:buNone/>
            </a:pPr>
            <a:r>
              <a:rPr i="1" lang="en" sz="1329">
                <a:solidFill>
                  <a:schemeClr val="dk1"/>
                </a:solidFill>
                <a:latin typeface="Open Sans"/>
                <a:ea typeface="Open Sans"/>
                <a:cs typeface="Open Sans"/>
                <a:sym typeface="Open Sans"/>
              </a:rPr>
              <a:t>Drivers de Rendimiento</a:t>
            </a:r>
            <a:endParaRPr i="1" sz="1329">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i="1" sz="1329">
              <a:solidFill>
                <a:schemeClr val="dk1"/>
              </a:solidFill>
              <a:latin typeface="Open Sans"/>
              <a:ea typeface="Open Sans"/>
              <a:cs typeface="Open Sans"/>
              <a:sym typeface="Open Sans"/>
            </a:endParaRPr>
          </a:p>
        </p:txBody>
      </p:sp>
      <p:cxnSp>
        <p:nvCxnSpPr>
          <p:cNvPr id="455" name="Google Shape;455;p51"/>
          <p:cNvCxnSpPr>
            <a:stCxn id="447" idx="6"/>
            <a:endCxn id="448" idx="2"/>
          </p:cNvCxnSpPr>
          <p:nvPr/>
        </p:nvCxnSpPr>
        <p:spPr>
          <a:xfrm>
            <a:off x="2376336" y="1349309"/>
            <a:ext cx="1980000" cy="0"/>
          </a:xfrm>
          <a:prstGeom prst="straightConnector1">
            <a:avLst/>
          </a:prstGeom>
          <a:noFill/>
          <a:ln cap="flat" cmpd="sng" w="38100">
            <a:solidFill>
              <a:schemeClr val="dk1"/>
            </a:solidFill>
            <a:prstDash val="solid"/>
            <a:round/>
            <a:headEnd len="med" w="med" type="none"/>
            <a:tailEnd len="med" w="med" type="none"/>
          </a:ln>
        </p:spPr>
      </p:cxnSp>
      <p:cxnSp>
        <p:nvCxnSpPr>
          <p:cNvPr id="456" name="Google Shape;456;p51"/>
          <p:cNvCxnSpPr>
            <a:stCxn id="448" idx="6"/>
            <a:endCxn id="449" idx="2"/>
          </p:cNvCxnSpPr>
          <p:nvPr/>
        </p:nvCxnSpPr>
        <p:spPr>
          <a:xfrm>
            <a:off x="4551899" y="1349309"/>
            <a:ext cx="1980000" cy="0"/>
          </a:xfrm>
          <a:prstGeom prst="straightConnector1">
            <a:avLst/>
          </a:prstGeom>
          <a:noFill/>
          <a:ln cap="flat" cmpd="sng" w="38100">
            <a:solidFill>
              <a:schemeClr val="dk1"/>
            </a:solidFill>
            <a:prstDash val="solid"/>
            <a:round/>
            <a:headEnd len="med" w="med" type="none"/>
            <a:tailEnd len="med" w="med" type="none"/>
          </a:ln>
        </p:spPr>
      </p:cxnSp>
      <p:cxnSp>
        <p:nvCxnSpPr>
          <p:cNvPr id="457" name="Google Shape;457;p51"/>
          <p:cNvCxnSpPr>
            <a:stCxn id="447" idx="4"/>
            <a:endCxn id="451" idx="0"/>
          </p:cNvCxnSpPr>
          <p:nvPr/>
        </p:nvCxnSpPr>
        <p:spPr>
          <a:xfrm>
            <a:off x="2278536" y="1447109"/>
            <a:ext cx="0" cy="359400"/>
          </a:xfrm>
          <a:prstGeom prst="straightConnector1">
            <a:avLst/>
          </a:prstGeom>
          <a:noFill/>
          <a:ln cap="flat" cmpd="sng" w="28575">
            <a:solidFill>
              <a:schemeClr val="dk1"/>
            </a:solidFill>
            <a:prstDash val="solid"/>
            <a:round/>
            <a:headEnd len="med" w="med" type="none"/>
            <a:tailEnd len="med" w="med" type="none"/>
          </a:ln>
        </p:spPr>
      </p:cxnSp>
      <p:cxnSp>
        <p:nvCxnSpPr>
          <p:cNvPr id="458" name="Google Shape;458;p51"/>
          <p:cNvCxnSpPr>
            <a:stCxn id="448" idx="4"/>
            <a:endCxn id="452" idx="0"/>
          </p:cNvCxnSpPr>
          <p:nvPr/>
        </p:nvCxnSpPr>
        <p:spPr>
          <a:xfrm>
            <a:off x="4454099" y="1447109"/>
            <a:ext cx="0" cy="359400"/>
          </a:xfrm>
          <a:prstGeom prst="straightConnector1">
            <a:avLst/>
          </a:prstGeom>
          <a:noFill/>
          <a:ln cap="flat" cmpd="sng" w="28575">
            <a:solidFill>
              <a:schemeClr val="dk1"/>
            </a:solidFill>
            <a:prstDash val="solid"/>
            <a:round/>
            <a:headEnd len="med" w="med" type="none"/>
            <a:tailEnd len="med" w="med" type="none"/>
          </a:ln>
        </p:spPr>
      </p:cxnSp>
      <p:cxnSp>
        <p:nvCxnSpPr>
          <p:cNvPr id="459" name="Google Shape;459;p51"/>
          <p:cNvCxnSpPr>
            <a:stCxn id="449" idx="4"/>
            <a:endCxn id="453" idx="0"/>
          </p:cNvCxnSpPr>
          <p:nvPr/>
        </p:nvCxnSpPr>
        <p:spPr>
          <a:xfrm>
            <a:off x="6629662" y="1447109"/>
            <a:ext cx="0" cy="359400"/>
          </a:xfrm>
          <a:prstGeom prst="straightConnector1">
            <a:avLst/>
          </a:prstGeom>
          <a:noFill/>
          <a:ln cap="flat" cmpd="sng" w="28575">
            <a:solidFill>
              <a:schemeClr val="dk1"/>
            </a:solidFill>
            <a:prstDash val="solid"/>
            <a:round/>
            <a:headEnd len="med" w="med" type="none"/>
            <a:tailEnd len="med" w="med" type="none"/>
          </a:ln>
        </p:spPr>
      </p:cxnSp>
      <p:sp>
        <p:nvSpPr>
          <p:cNvPr id="460" name="Google Shape;460;p51"/>
          <p:cNvSpPr/>
          <p:nvPr/>
        </p:nvSpPr>
        <p:spPr>
          <a:xfrm>
            <a:off x="2180736" y="3283657"/>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461" name="Google Shape;461;p51"/>
          <p:cNvSpPr txBox="1"/>
          <p:nvPr/>
        </p:nvSpPr>
        <p:spPr>
          <a:xfrm flipH="1">
            <a:off x="3453782" y="3838516"/>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br>
              <a:rPr i="1" lang="en" sz="100">
                <a:solidFill>
                  <a:schemeClr val="dk1"/>
                </a:solidFill>
                <a:latin typeface="Open Sans"/>
                <a:ea typeface="Open Sans"/>
                <a:cs typeface="Open Sans"/>
                <a:sym typeface="Open Sans"/>
              </a:rPr>
            </a:br>
            <a:br>
              <a:rPr i="1" lang="en" sz="100">
                <a:solidFill>
                  <a:schemeClr val="dk1"/>
                </a:solidFill>
                <a:latin typeface="Open Sans"/>
                <a:ea typeface="Open Sans"/>
                <a:cs typeface="Open Sans"/>
                <a:sym typeface="Open Sans"/>
              </a:rPr>
            </a:br>
            <a:br>
              <a:rPr i="1" lang="en" sz="100">
                <a:solidFill>
                  <a:schemeClr val="dk1"/>
                </a:solidFill>
                <a:latin typeface="Open Sans"/>
                <a:ea typeface="Open Sans"/>
                <a:cs typeface="Open Sans"/>
                <a:sym typeface="Open Sans"/>
              </a:rPr>
            </a:br>
            <a:r>
              <a:rPr i="1" lang="en" sz="1329">
                <a:solidFill>
                  <a:schemeClr val="dk1"/>
                </a:solidFill>
                <a:latin typeface="Open Sans"/>
                <a:ea typeface="Open Sans"/>
                <a:cs typeface="Open Sans"/>
                <a:sym typeface="Open Sans"/>
              </a:rPr>
              <a:t>Simulador de Impacto Predictivo</a:t>
            </a:r>
            <a:endParaRPr i="1" sz="1329">
              <a:solidFill>
                <a:schemeClr val="dk1"/>
              </a:solidFill>
              <a:latin typeface="Open Sans"/>
              <a:ea typeface="Open Sans"/>
              <a:cs typeface="Open Sans"/>
              <a:sym typeface="Open Sans"/>
            </a:endParaRPr>
          </a:p>
        </p:txBody>
      </p:sp>
      <p:cxnSp>
        <p:nvCxnSpPr>
          <p:cNvPr id="462" name="Google Shape;462;p51"/>
          <p:cNvCxnSpPr>
            <a:stCxn id="450" idx="6"/>
            <a:endCxn id="460" idx="2"/>
          </p:cNvCxnSpPr>
          <p:nvPr/>
        </p:nvCxnSpPr>
        <p:spPr>
          <a:xfrm flipH="1">
            <a:off x="2180662" y="1349309"/>
            <a:ext cx="4546800" cy="2032200"/>
          </a:xfrm>
          <a:prstGeom prst="bentConnector5">
            <a:avLst>
              <a:gd fmla="val -25480" name="adj1"/>
              <a:gd fmla="val 82120" name="adj2"/>
              <a:gd fmla="val 105236" name="adj3"/>
            </a:avLst>
          </a:prstGeom>
          <a:noFill/>
          <a:ln cap="flat" cmpd="sng" w="38100">
            <a:solidFill>
              <a:schemeClr val="dk1"/>
            </a:solidFill>
            <a:prstDash val="solid"/>
            <a:round/>
            <a:headEnd len="med" w="med" type="none"/>
            <a:tailEnd len="med" w="med" type="none"/>
          </a:ln>
        </p:spPr>
      </p:cxnSp>
      <p:sp>
        <p:nvSpPr>
          <p:cNvPr id="463" name="Google Shape;463;p51"/>
          <p:cNvSpPr/>
          <p:nvPr/>
        </p:nvSpPr>
        <p:spPr>
          <a:xfrm>
            <a:off x="4358113" y="3283657"/>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sz="1550"/>
          </a:p>
        </p:txBody>
      </p:sp>
      <p:cxnSp>
        <p:nvCxnSpPr>
          <p:cNvPr id="464" name="Google Shape;464;p51"/>
          <p:cNvCxnSpPr>
            <a:stCxn id="460" idx="6"/>
            <a:endCxn id="463" idx="2"/>
          </p:cNvCxnSpPr>
          <p:nvPr/>
        </p:nvCxnSpPr>
        <p:spPr>
          <a:xfrm>
            <a:off x="2376336" y="3381457"/>
            <a:ext cx="1981800" cy="0"/>
          </a:xfrm>
          <a:prstGeom prst="straightConnector1">
            <a:avLst/>
          </a:prstGeom>
          <a:noFill/>
          <a:ln cap="flat" cmpd="sng" w="38100">
            <a:solidFill>
              <a:schemeClr val="dk1"/>
            </a:solidFill>
            <a:prstDash val="solid"/>
            <a:round/>
            <a:headEnd len="med" w="med" type="none"/>
            <a:tailEnd len="med" w="med" type="none"/>
          </a:ln>
        </p:spPr>
      </p:cxnSp>
      <p:cxnSp>
        <p:nvCxnSpPr>
          <p:cNvPr id="465" name="Google Shape;465;p51"/>
          <p:cNvCxnSpPr/>
          <p:nvPr/>
        </p:nvCxnSpPr>
        <p:spPr>
          <a:xfrm>
            <a:off x="2282308" y="3475929"/>
            <a:ext cx="0" cy="359700"/>
          </a:xfrm>
          <a:prstGeom prst="straightConnector1">
            <a:avLst/>
          </a:prstGeom>
          <a:noFill/>
          <a:ln cap="flat" cmpd="sng" w="28575">
            <a:solidFill>
              <a:schemeClr val="dk1"/>
            </a:solidFill>
            <a:prstDash val="solid"/>
            <a:round/>
            <a:headEnd len="med" w="med" type="none"/>
            <a:tailEnd len="med" w="med" type="none"/>
          </a:ln>
        </p:spPr>
      </p:cxnSp>
      <p:cxnSp>
        <p:nvCxnSpPr>
          <p:cNvPr id="466" name="Google Shape;466;p51"/>
          <p:cNvCxnSpPr/>
          <p:nvPr/>
        </p:nvCxnSpPr>
        <p:spPr>
          <a:xfrm>
            <a:off x="4464289" y="3475943"/>
            <a:ext cx="0" cy="3597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2"/>
          <p:cNvSpPr txBox="1"/>
          <p:nvPr>
            <p:ph type="title"/>
          </p:nvPr>
        </p:nvSpPr>
        <p:spPr>
          <a:xfrm>
            <a:off x="253400" y="354350"/>
            <a:ext cx="7704000" cy="9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Análisis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72" name="Google Shape;472;p52"/>
          <p:cNvSpPr txBox="1"/>
          <p:nvPr>
            <p:ph idx="4" type="subTitle"/>
          </p:nvPr>
        </p:nvSpPr>
        <p:spPr>
          <a:xfrm>
            <a:off x="253400" y="1242650"/>
            <a:ext cx="6517500" cy="1175100"/>
          </a:xfrm>
          <a:prstGeom prst="rect">
            <a:avLst/>
          </a:prstGeom>
        </p:spPr>
        <p:txBody>
          <a:bodyPr anchorCtr="0" anchor="b" bIns="91425" lIns="91425" spcFirstLastPara="1" rIns="91425" wrap="square" tIns="91425">
            <a:noAutofit/>
          </a:bodyPr>
          <a:lstStyle/>
          <a:p>
            <a:pPr indent="0" lvl="0" marL="0" rtl="0" algn="just">
              <a:spcBef>
                <a:spcPts val="0"/>
              </a:spcBef>
              <a:spcAft>
                <a:spcPts val="0"/>
              </a:spcAft>
              <a:buNone/>
            </a:pPr>
            <a:r>
              <a:rPr lang="en" sz="1800">
                <a:latin typeface="Albert Sans"/>
                <a:ea typeface="Albert Sans"/>
                <a:cs typeface="Albert Sans"/>
                <a:sym typeface="Albert Sans"/>
              </a:rPr>
              <a:t>Para entender qué está pasando con el rendimiento en Rapid Express, hemos construido este dashboard que nos permite analizar la información de forma visual y estructurada.</a:t>
            </a:r>
            <a:endParaRPr sz="1800">
              <a:latin typeface="Albert Sans"/>
              <a:ea typeface="Albert Sans"/>
              <a:cs typeface="Albert Sans"/>
              <a:sym typeface="Alber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3"/>
          <p:cNvSpPr txBox="1"/>
          <p:nvPr>
            <p:ph type="title"/>
          </p:nvPr>
        </p:nvSpPr>
        <p:spPr>
          <a:xfrm>
            <a:off x="253400" y="354350"/>
            <a:ext cx="7704000" cy="9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 datos a decisiones: optimización del rendimiento en Rapid Express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478" name="Google Shape;478;p53"/>
          <p:cNvGraphicFramePr/>
          <p:nvPr/>
        </p:nvGraphicFramePr>
        <p:xfrm>
          <a:off x="1170844" y="1915426"/>
          <a:ext cx="3000000" cy="3000000"/>
        </p:xfrm>
        <a:graphic>
          <a:graphicData uri="http://schemas.openxmlformats.org/drawingml/2006/table">
            <a:tbl>
              <a:tblPr>
                <a:noFill/>
                <a:tableStyleId>{3253C111-60A9-42EC-B3C6-4C5E8A63008F}</a:tableStyleId>
              </a:tblPr>
              <a:tblGrid>
                <a:gridCol w="681950"/>
                <a:gridCol w="5651250"/>
              </a:tblGrid>
              <a:tr h="751375">
                <a:tc>
                  <a:txBody>
                    <a:bodyPr/>
                    <a:lstStyle/>
                    <a:p>
                      <a:pPr indent="0" lvl="0" marL="0" rtl="0" algn="ctr">
                        <a:spcBef>
                          <a:spcPts val="0"/>
                        </a:spcBef>
                        <a:spcAft>
                          <a:spcPts val="0"/>
                        </a:spcAft>
                        <a:buNone/>
                      </a:pPr>
                      <a:r>
                        <a:t/>
                      </a:r>
                      <a:endParaRPr>
                        <a:solidFill>
                          <a:srgbClr val="93C47D"/>
                        </a:solidFill>
                        <a:latin typeface="Albert Sans"/>
                        <a:ea typeface="Albert Sans"/>
                        <a:cs typeface="Albert Sans"/>
                        <a:sym typeface="Albert Sans"/>
                      </a:endParaRPr>
                    </a:p>
                  </a:txBody>
                  <a:tcPr marT="91425" marB="91425" marR="91425" marL="91425">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Perfiles de Alto Riesgo  - 71.5%</a:t>
                      </a:r>
                      <a:endParaRPr b="1">
                        <a:solidFill>
                          <a:srgbClr val="6AA84F"/>
                        </a:solidFill>
                        <a:latin typeface="Albert Sans"/>
                        <a:ea typeface="Albert Sans"/>
                        <a:cs typeface="Albert Sans"/>
                        <a:sym typeface="Albert Sans"/>
                      </a:endParaRPr>
                    </a:p>
                  </a:txBody>
                  <a:tcPr marT="91425" marB="91425" marR="91425" marL="91425" anchor="ctr">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153A2F"/>
                    </a:solidFill>
                  </a:tcPr>
                </a:tc>
              </a:tr>
              <a:tr h="751375">
                <a:tc>
                  <a:txBody>
                    <a:bodyPr/>
                    <a:lstStyle/>
                    <a:p>
                      <a:pPr indent="0" lvl="0" marL="0" marR="0" rtl="0" algn="l">
                        <a:lnSpc>
                          <a:spcPct val="100000"/>
                        </a:lnSpc>
                        <a:spcBef>
                          <a:spcPts val="0"/>
                        </a:spcBef>
                        <a:spcAft>
                          <a:spcPts val="0"/>
                        </a:spcAft>
                        <a:buNone/>
                      </a:pPr>
                      <a:r>
                        <a:t/>
                      </a:r>
                      <a:endParaRPr sz="1600">
                        <a:solidFill>
                          <a:schemeClr val="dk1"/>
                        </a:solidFill>
                        <a:latin typeface="Albert Sans"/>
                        <a:ea typeface="Albert Sans"/>
                        <a:cs typeface="Albert Sans"/>
                        <a:sym typeface="Albert Sans"/>
                      </a:endParaRPr>
                    </a:p>
                  </a:txBody>
                  <a:tcPr marT="91425" marB="91425" marR="91425" marL="91425">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93C47D"/>
                    </a:solidFill>
                  </a:tcPr>
                </a:tc>
                <a:tc>
                  <a:txBody>
                    <a:bodyPr/>
                    <a:lstStyle/>
                    <a:p>
                      <a:pPr indent="0" lvl="0" marL="0" marR="0" rtl="0" algn="ctr">
                        <a:lnSpc>
                          <a:spcPct val="100000"/>
                        </a:lnSpc>
                        <a:spcBef>
                          <a:spcPts val="0"/>
                        </a:spcBef>
                        <a:spcAft>
                          <a:spcPts val="0"/>
                        </a:spcAft>
                        <a:buNone/>
                      </a:pPr>
                      <a:r>
                        <a:rPr lang="en" sz="1600">
                          <a:solidFill>
                            <a:schemeClr val="dk1"/>
                          </a:solidFill>
                          <a:latin typeface="Albert Sans"/>
                          <a:ea typeface="Albert Sans"/>
                          <a:cs typeface="Albert Sans"/>
                          <a:sym typeface="Albert Sans"/>
                        </a:rPr>
                        <a:t>Perfil de Referencia (Casos de Éxito) - 28.5%</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153A2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graphicFrame>
        <p:nvGraphicFramePr>
          <p:cNvPr id="483" name="Google Shape;483;p54"/>
          <p:cNvGraphicFramePr/>
          <p:nvPr/>
        </p:nvGraphicFramePr>
        <p:xfrm>
          <a:off x="1170844" y="1915426"/>
          <a:ext cx="3000000" cy="3000000"/>
        </p:xfrm>
        <a:graphic>
          <a:graphicData uri="http://schemas.openxmlformats.org/drawingml/2006/table">
            <a:tbl>
              <a:tblPr>
                <a:noFill/>
                <a:tableStyleId>{3253C111-60A9-42EC-B3C6-4C5E8A63008F}</a:tableStyleId>
              </a:tblPr>
              <a:tblGrid>
                <a:gridCol w="681950"/>
                <a:gridCol w="5651250"/>
              </a:tblGrid>
              <a:tr h="751375">
                <a:tc>
                  <a:txBody>
                    <a:bodyPr/>
                    <a:lstStyle/>
                    <a:p>
                      <a:pPr indent="0" lvl="0" marL="0" rtl="0" algn="ctr">
                        <a:spcBef>
                          <a:spcPts val="0"/>
                        </a:spcBef>
                        <a:spcAft>
                          <a:spcPts val="0"/>
                        </a:spcAft>
                        <a:buNone/>
                      </a:pPr>
                      <a:r>
                        <a:t/>
                      </a:r>
                      <a:endParaRPr>
                        <a:solidFill>
                          <a:srgbClr val="93C47D"/>
                        </a:solidFill>
                        <a:latin typeface="Albert Sans"/>
                        <a:ea typeface="Albert Sans"/>
                        <a:cs typeface="Albert Sans"/>
                        <a:sym typeface="Albert Sans"/>
                      </a:endParaRPr>
                    </a:p>
                  </a:txBody>
                  <a:tcPr marT="91425" marB="91425" marR="91425" marL="91425">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Perfiles de Alto Riesgo  - 71.5%</a:t>
                      </a:r>
                      <a:endParaRPr b="1">
                        <a:solidFill>
                          <a:srgbClr val="6AA84F"/>
                        </a:solidFill>
                        <a:latin typeface="Albert Sans"/>
                        <a:ea typeface="Albert Sans"/>
                        <a:cs typeface="Albert Sans"/>
                        <a:sym typeface="Albert Sans"/>
                      </a:endParaRPr>
                    </a:p>
                  </a:txBody>
                  <a:tcPr marT="91425" marB="91425" marR="91425" marL="91425" anchor="ctr">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153A2F"/>
                    </a:solidFill>
                  </a:tcPr>
                </a:tc>
              </a:tr>
              <a:tr h="751375">
                <a:tc>
                  <a:txBody>
                    <a:bodyPr/>
                    <a:lstStyle/>
                    <a:p>
                      <a:pPr indent="0" lvl="0" marL="0" marR="0" rtl="0" algn="l">
                        <a:lnSpc>
                          <a:spcPct val="100000"/>
                        </a:lnSpc>
                        <a:spcBef>
                          <a:spcPts val="0"/>
                        </a:spcBef>
                        <a:spcAft>
                          <a:spcPts val="0"/>
                        </a:spcAft>
                        <a:buNone/>
                      </a:pPr>
                      <a:r>
                        <a:t/>
                      </a:r>
                      <a:endParaRPr sz="1600">
                        <a:solidFill>
                          <a:schemeClr val="dk1"/>
                        </a:solidFill>
                        <a:latin typeface="Albert Sans"/>
                        <a:ea typeface="Albert Sans"/>
                        <a:cs typeface="Albert Sans"/>
                        <a:sym typeface="Albert Sans"/>
                      </a:endParaRPr>
                    </a:p>
                  </a:txBody>
                  <a:tcPr marT="91425" marB="91425" marR="91425" marL="91425">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93C47D"/>
                    </a:solidFill>
                  </a:tcPr>
                </a:tc>
                <a:tc>
                  <a:txBody>
                    <a:bodyPr/>
                    <a:lstStyle/>
                    <a:p>
                      <a:pPr indent="0" lvl="0" marL="0" marR="0" rtl="0" algn="ctr">
                        <a:lnSpc>
                          <a:spcPct val="100000"/>
                        </a:lnSpc>
                        <a:spcBef>
                          <a:spcPts val="0"/>
                        </a:spcBef>
                        <a:spcAft>
                          <a:spcPts val="0"/>
                        </a:spcAft>
                        <a:buNone/>
                      </a:pPr>
                      <a:r>
                        <a:rPr lang="en" sz="1600">
                          <a:solidFill>
                            <a:schemeClr val="dk1"/>
                          </a:solidFill>
                          <a:latin typeface="Albert Sans"/>
                          <a:ea typeface="Albert Sans"/>
                          <a:cs typeface="Albert Sans"/>
                          <a:sym typeface="Albert Sans"/>
                        </a:rPr>
                        <a:t>Perfil de Referencia (Casos de Éxito) - 28.5%</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153A2F"/>
                    </a:solidFill>
                  </a:tcPr>
                </a:tc>
              </a:tr>
            </a:tbl>
          </a:graphicData>
        </a:graphic>
      </p:graphicFrame>
      <p:sp>
        <p:nvSpPr>
          <p:cNvPr id="484" name="Google Shape;484;p54"/>
          <p:cNvSpPr/>
          <p:nvPr/>
        </p:nvSpPr>
        <p:spPr>
          <a:xfrm>
            <a:off x="1092350" y="2666800"/>
            <a:ext cx="6490200" cy="1534500"/>
          </a:xfrm>
          <a:prstGeom prst="rect">
            <a:avLst/>
          </a:prstGeom>
          <a:solidFill>
            <a:srgbClr val="0E2A22">
              <a:alpha val="654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85" name="Google Shape;485;p54"/>
          <p:cNvSpPr txBox="1"/>
          <p:nvPr>
            <p:ph type="title"/>
          </p:nvPr>
        </p:nvSpPr>
        <p:spPr>
          <a:xfrm>
            <a:off x="253400" y="354350"/>
            <a:ext cx="8418000" cy="63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Perfiles de Alto Riesgo</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5"/>
          <p:cNvSpPr txBox="1"/>
          <p:nvPr>
            <p:ph type="title"/>
          </p:nvPr>
        </p:nvSpPr>
        <p:spPr>
          <a:xfrm>
            <a:off x="253400" y="354350"/>
            <a:ext cx="84180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Perfiles de Alto Riesgo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91" name="Google Shape;491;p55"/>
          <p:cNvSpPr txBox="1"/>
          <p:nvPr>
            <p:ph idx="4" type="subTitle"/>
          </p:nvPr>
        </p:nvSpPr>
        <p:spPr>
          <a:xfrm>
            <a:off x="253400" y="1538025"/>
            <a:ext cx="3242700" cy="49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Perfil 1. Saturado Logístico</a:t>
            </a:r>
            <a:endParaRPr sz="1800"/>
          </a:p>
        </p:txBody>
      </p:sp>
      <p:sp>
        <p:nvSpPr>
          <p:cNvPr id="492" name="Google Shape;492;p55"/>
          <p:cNvSpPr txBox="1"/>
          <p:nvPr/>
        </p:nvSpPr>
        <p:spPr>
          <a:xfrm>
            <a:off x="253396" y="1940750"/>
            <a:ext cx="3648300" cy="9234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88 empleados</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Carga media: 250</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a:t>
            </a:r>
            <a:r>
              <a:rPr lang="en" sz="1600">
                <a:solidFill>
                  <a:schemeClr val="dk1"/>
                </a:solidFill>
                <a:latin typeface="Albert Sans"/>
                <a:ea typeface="Albert Sans"/>
                <a:cs typeface="Albert Sans"/>
                <a:sym typeface="Albert Sans"/>
              </a:rPr>
              <a:t> Distancia residencia elevada</a:t>
            </a:r>
            <a:endParaRPr sz="1600">
              <a:solidFill>
                <a:schemeClr val="dk1"/>
              </a:solidFill>
              <a:latin typeface="Albert Sans"/>
              <a:ea typeface="Albert Sans"/>
              <a:cs typeface="Albert Sans"/>
              <a:sym typeface="Albert Sans"/>
            </a:endParaRPr>
          </a:p>
        </p:txBody>
      </p:sp>
      <p:sp>
        <p:nvSpPr>
          <p:cNvPr id="493" name="Google Shape;493;p55"/>
          <p:cNvSpPr txBox="1"/>
          <p:nvPr/>
        </p:nvSpPr>
        <p:spPr>
          <a:xfrm>
            <a:off x="310250" y="3145665"/>
            <a:ext cx="7227900" cy="677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El riesgo no viene por exceso de carga, sino por el esfuerzo acumulado fuera de la operación.</a:t>
            </a:r>
            <a:endParaRPr b="1" i="1" sz="1600">
              <a:solidFill>
                <a:schemeClr val="dk1"/>
              </a:solidFill>
              <a:latin typeface="Albert Sans"/>
              <a:ea typeface="Albert Sans"/>
              <a:cs typeface="Albert Sans"/>
              <a:sym typeface="Albert Sans"/>
            </a:endParaRPr>
          </a:p>
        </p:txBody>
      </p:sp>
      <p:pic>
        <p:nvPicPr>
          <p:cNvPr id="494" name="Google Shape;494;p55" title="empleados.png"/>
          <p:cNvPicPr preferRelativeResize="0"/>
          <p:nvPr/>
        </p:nvPicPr>
        <p:blipFill>
          <a:blip r:embed="rId3">
            <a:alphaModFix/>
          </a:blip>
          <a:stretch>
            <a:fillRect/>
          </a:stretch>
        </p:blipFill>
        <p:spPr>
          <a:xfrm>
            <a:off x="328840" y="1954987"/>
            <a:ext cx="320040" cy="320040"/>
          </a:xfrm>
          <a:prstGeom prst="rect">
            <a:avLst/>
          </a:prstGeom>
          <a:noFill/>
          <a:ln>
            <a:noFill/>
          </a:ln>
        </p:spPr>
      </p:pic>
      <p:pic>
        <p:nvPicPr>
          <p:cNvPr id="495" name="Google Shape;495;p55" title="entrega-de-paquetes.png"/>
          <p:cNvPicPr preferRelativeResize="0"/>
          <p:nvPr/>
        </p:nvPicPr>
        <p:blipFill>
          <a:blip r:embed="rId4">
            <a:alphaModFix/>
          </a:blip>
          <a:stretch>
            <a:fillRect/>
          </a:stretch>
        </p:blipFill>
        <p:spPr>
          <a:xfrm>
            <a:off x="329184" y="2241705"/>
            <a:ext cx="320040" cy="320040"/>
          </a:xfrm>
          <a:prstGeom prst="rect">
            <a:avLst/>
          </a:prstGeom>
          <a:noFill/>
          <a:ln>
            <a:noFill/>
          </a:ln>
        </p:spPr>
      </p:pic>
      <p:pic>
        <p:nvPicPr>
          <p:cNvPr id="496" name="Google Shape;496;p55" title="distancia.png"/>
          <p:cNvPicPr preferRelativeResize="0"/>
          <p:nvPr/>
        </p:nvPicPr>
        <p:blipFill>
          <a:blip r:embed="rId5">
            <a:alphaModFix/>
          </a:blip>
          <a:stretch>
            <a:fillRect/>
          </a:stretch>
        </p:blipFill>
        <p:spPr>
          <a:xfrm>
            <a:off x="329184" y="2523744"/>
            <a:ext cx="320040" cy="3200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6"/>
          <p:cNvSpPr txBox="1"/>
          <p:nvPr>
            <p:ph type="title"/>
          </p:nvPr>
        </p:nvSpPr>
        <p:spPr>
          <a:xfrm>
            <a:off x="253400" y="354350"/>
            <a:ext cx="84180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Saturado Logístico: Cómo intervenimos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502" name="Google Shape;502;p56"/>
          <p:cNvGraphicFramePr/>
          <p:nvPr/>
        </p:nvGraphicFramePr>
        <p:xfrm>
          <a:off x="315899" y="1311573"/>
          <a:ext cx="3000000" cy="3000000"/>
        </p:xfrm>
        <a:graphic>
          <a:graphicData uri="http://schemas.openxmlformats.org/drawingml/2006/table">
            <a:tbl>
              <a:tblPr>
                <a:noFill/>
                <a:tableStyleId>{3253C111-60A9-42EC-B3C6-4C5E8A63008F}</a:tableStyleId>
              </a:tblPr>
              <a:tblGrid>
                <a:gridCol w="1789450"/>
                <a:gridCol w="6722775"/>
              </a:tblGrid>
              <a:tr h="1187750">
                <a:tc>
                  <a:txBody>
                    <a:bodyPr/>
                    <a:lstStyle/>
                    <a:p>
                      <a:pPr indent="0" lvl="0" marL="0" rtl="0" algn="ctr">
                        <a:lnSpc>
                          <a:spcPct val="87000"/>
                        </a:lnSpc>
                        <a:spcBef>
                          <a:spcPts val="9200"/>
                        </a:spcBef>
                        <a:spcAft>
                          <a:spcPts val="9200"/>
                        </a:spcAft>
                        <a:buNone/>
                      </a:pPr>
                      <a:r>
                        <a:rPr lang="en" sz="1600">
                          <a:solidFill>
                            <a:srgbClr val="153A2F"/>
                          </a:solidFill>
                          <a:latin typeface="Albert Sans"/>
                          <a:ea typeface="Albert Sans"/>
                          <a:cs typeface="Albert Sans"/>
                          <a:sym typeface="Albert Sans"/>
                        </a:rPr>
                        <a:t>Optimización de rutas</a:t>
                      </a:r>
                      <a:endParaRPr sz="1600">
                        <a:solidFill>
                          <a:srgbClr val="153A2F"/>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BFCE84"/>
                    </a:solidFill>
                  </a:tcPr>
                </a:tc>
                <a:tc>
                  <a:txBody>
                    <a:bodyPr/>
                    <a:lstStyle/>
                    <a:p>
                      <a:pPr indent="0" lvl="0" marL="0" rtl="0" algn="l">
                        <a:lnSpc>
                          <a:spcPct val="150000"/>
                        </a:lnSpc>
                        <a:spcBef>
                          <a:spcPts val="0"/>
                        </a:spcBef>
                        <a:spcAft>
                          <a:spcPts val="0"/>
                        </a:spcAft>
                        <a:buNone/>
                      </a:pPr>
                      <a:br>
                        <a:rPr lang="en" sz="100">
                          <a:solidFill>
                            <a:srgbClr val="FFFFFF"/>
                          </a:solidFill>
                          <a:latin typeface="Albert Sans Light"/>
                          <a:ea typeface="Albert Sans Light"/>
                          <a:cs typeface="Albert Sans Light"/>
                          <a:sym typeface="Albert Sans Light"/>
                        </a:rPr>
                      </a:br>
                      <a:r>
                        <a:rPr lang="en" sz="1600">
                          <a:solidFill>
                            <a:schemeClr val="dk1"/>
                          </a:solidFill>
                          <a:latin typeface="Albert Sans"/>
                          <a:ea typeface="Albert Sans"/>
                          <a:cs typeface="Albert Sans"/>
                          <a:sym typeface="Albert Sans"/>
                        </a:rPr>
                        <a:t>Transversal con dept. Operaciones - Reducir distancia operativa</a:t>
                      </a:r>
                      <a:endParaRPr sz="1600">
                        <a:solidFill>
                          <a:schemeClr val="dk1"/>
                        </a:solidFill>
                        <a:latin typeface="Albert Sans"/>
                        <a:ea typeface="Albert Sans"/>
                        <a:cs typeface="Albert Sans"/>
                        <a:sym typeface="Albert Sans"/>
                      </a:endParaRPr>
                    </a:p>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Impacto: </a:t>
                      </a:r>
                      <a:r>
                        <a:rPr lang="en" sz="1600">
                          <a:solidFill>
                            <a:schemeClr val="dk1"/>
                          </a:solidFill>
                          <a:latin typeface="Albert Sans"/>
                          <a:ea typeface="Albert Sans"/>
                          <a:cs typeface="Albert Sans"/>
                          <a:sym typeface="Albert Sans"/>
                        </a:rPr>
                        <a:t>Reducción km improductivos y mayor estabilidad operativa</a:t>
                      </a:r>
                      <a:endParaRPr sz="1600">
                        <a:solidFill>
                          <a:schemeClr val="dk1"/>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03" name="Google Shape;503;p56"/>
          <p:cNvGraphicFramePr/>
          <p:nvPr/>
        </p:nvGraphicFramePr>
        <p:xfrm>
          <a:off x="333335" y="2632139"/>
          <a:ext cx="3000000" cy="3000000"/>
        </p:xfrm>
        <a:graphic>
          <a:graphicData uri="http://schemas.openxmlformats.org/drawingml/2006/table">
            <a:tbl>
              <a:tblPr>
                <a:noFill/>
                <a:tableStyleId>{3253C111-60A9-42EC-B3C6-4C5E8A63008F}</a:tableStyleId>
              </a:tblPr>
              <a:tblGrid>
                <a:gridCol w="1789450"/>
                <a:gridCol w="6722775"/>
              </a:tblGrid>
              <a:tr h="1187750">
                <a:tc>
                  <a:txBody>
                    <a:bodyPr/>
                    <a:lstStyle/>
                    <a:p>
                      <a:pPr indent="0" lvl="0" marL="0" rtl="0" algn="ctr">
                        <a:lnSpc>
                          <a:spcPct val="87000"/>
                        </a:lnSpc>
                        <a:spcBef>
                          <a:spcPts val="9200"/>
                        </a:spcBef>
                        <a:spcAft>
                          <a:spcPts val="9200"/>
                        </a:spcAft>
                        <a:buNone/>
                      </a:pPr>
                      <a:r>
                        <a:rPr lang="en" sz="1600">
                          <a:solidFill>
                            <a:srgbClr val="153A2F"/>
                          </a:solidFill>
                          <a:latin typeface="Albert Sans"/>
                          <a:ea typeface="Albert Sans"/>
                          <a:cs typeface="Albert Sans"/>
                          <a:sym typeface="Albert Sans"/>
                        </a:rPr>
                        <a:t>Carga ajustada al contexto</a:t>
                      </a:r>
                      <a:endParaRPr sz="1600">
                        <a:solidFill>
                          <a:srgbClr val="153A2F"/>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BFCE84"/>
                    </a:solidFill>
                  </a:tcPr>
                </a:tc>
                <a:tc>
                  <a:txBody>
                    <a:bodyPr/>
                    <a:lstStyle/>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Adaptar carga según condiciones reales</a:t>
                      </a:r>
                      <a:endParaRPr sz="1600">
                        <a:solidFill>
                          <a:schemeClr val="dk1"/>
                        </a:solidFill>
                        <a:latin typeface="Albert Sans"/>
                        <a:ea typeface="Albert Sans"/>
                        <a:cs typeface="Albert Sans"/>
                        <a:sym typeface="Albert Sans"/>
                      </a:endParaRPr>
                    </a:p>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Impacto: Distribuir el esfuerzo de forma equitativa</a:t>
                      </a:r>
                      <a:endParaRPr sz="1600">
                        <a:solidFill>
                          <a:schemeClr val="dk1"/>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04" name="Google Shape;504;p56"/>
          <p:cNvSpPr txBox="1"/>
          <p:nvPr/>
        </p:nvSpPr>
        <p:spPr>
          <a:xfrm>
            <a:off x="333325" y="4147890"/>
            <a:ext cx="72279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Albert Sans"/>
                <a:ea typeface="Albert Sans"/>
                <a:cs typeface="Albert Sans"/>
                <a:sym typeface="Albert Sans"/>
              </a:rPr>
              <a:t>Reducir fatiga para estabilizar rendimiento.</a:t>
            </a:r>
            <a:endParaRPr b="1" i="1" sz="1600">
              <a:solidFill>
                <a:schemeClr val="dk1"/>
              </a:solidFill>
              <a:latin typeface="Albert Sans"/>
              <a:ea typeface="Albert Sans"/>
              <a:cs typeface="Albert Sans"/>
              <a:sym typeface="Alber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7"/>
          <p:cNvSpPr txBox="1"/>
          <p:nvPr>
            <p:ph type="title"/>
          </p:nvPr>
        </p:nvSpPr>
        <p:spPr>
          <a:xfrm>
            <a:off x="253400" y="354350"/>
            <a:ext cx="84180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Perfiles de Alto Riesgo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10" name="Google Shape;510;p57"/>
          <p:cNvSpPr txBox="1"/>
          <p:nvPr>
            <p:ph idx="4" type="subTitle"/>
          </p:nvPr>
        </p:nvSpPr>
        <p:spPr>
          <a:xfrm>
            <a:off x="253400" y="1538025"/>
            <a:ext cx="6133800" cy="4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Perfil 2. Situaciones de Inestabilidad Operativa</a:t>
            </a:r>
            <a:endParaRPr sz="1800"/>
          </a:p>
        </p:txBody>
      </p:sp>
      <p:sp>
        <p:nvSpPr>
          <p:cNvPr id="511" name="Google Shape;511;p57"/>
          <p:cNvSpPr txBox="1"/>
          <p:nvPr/>
        </p:nvSpPr>
        <p:spPr>
          <a:xfrm>
            <a:off x="253401" y="1940750"/>
            <a:ext cx="6258000" cy="9234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59 empleados</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Bajo rendimiento sostenido: fallos disciplinarios</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Carga muy elevada  (Media de 338)</a:t>
            </a:r>
            <a:endParaRPr sz="1600">
              <a:solidFill>
                <a:schemeClr val="dk1"/>
              </a:solidFill>
              <a:latin typeface="Albert Sans"/>
              <a:ea typeface="Albert Sans"/>
              <a:cs typeface="Albert Sans"/>
              <a:sym typeface="Albert Sans"/>
            </a:endParaRPr>
          </a:p>
        </p:txBody>
      </p:sp>
      <p:sp>
        <p:nvSpPr>
          <p:cNvPr id="512" name="Google Shape;512;p57"/>
          <p:cNvSpPr txBox="1"/>
          <p:nvPr/>
        </p:nvSpPr>
        <p:spPr>
          <a:xfrm>
            <a:off x="310250" y="3688230"/>
            <a:ext cx="72279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Aquí sí aparece un problema estructural claro: sobrecarga operativa.</a:t>
            </a:r>
            <a:endParaRPr b="1" i="1" sz="1600">
              <a:solidFill>
                <a:schemeClr val="dk1"/>
              </a:solidFill>
              <a:latin typeface="Albert Sans"/>
              <a:ea typeface="Albert Sans"/>
              <a:cs typeface="Albert Sans"/>
              <a:sym typeface="Albert Sans"/>
            </a:endParaRPr>
          </a:p>
        </p:txBody>
      </p:sp>
      <p:pic>
        <p:nvPicPr>
          <p:cNvPr id="513" name="Google Shape;513;p57" title="empleados.png"/>
          <p:cNvPicPr preferRelativeResize="0"/>
          <p:nvPr/>
        </p:nvPicPr>
        <p:blipFill>
          <a:blip r:embed="rId3">
            <a:alphaModFix/>
          </a:blip>
          <a:stretch>
            <a:fillRect/>
          </a:stretch>
        </p:blipFill>
        <p:spPr>
          <a:xfrm>
            <a:off x="328840" y="1954987"/>
            <a:ext cx="320040" cy="320040"/>
          </a:xfrm>
          <a:prstGeom prst="rect">
            <a:avLst/>
          </a:prstGeom>
          <a:noFill/>
          <a:ln>
            <a:noFill/>
          </a:ln>
        </p:spPr>
      </p:pic>
      <p:pic>
        <p:nvPicPr>
          <p:cNvPr id="514" name="Google Shape;514;p57" title="entrega-de-paquetes.png"/>
          <p:cNvPicPr preferRelativeResize="0"/>
          <p:nvPr/>
        </p:nvPicPr>
        <p:blipFill>
          <a:blip r:embed="rId4">
            <a:alphaModFix/>
          </a:blip>
          <a:stretch>
            <a:fillRect/>
          </a:stretch>
        </p:blipFill>
        <p:spPr>
          <a:xfrm>
            <a:off x="294313" y="2503239"/>
            <a:ext cx="320040" cy="3200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8"/>
          <p:cNvSpPr txBox="1"/>
          <p:nvPr>
            <p:ph type="title"/>
          </p:nvPr>
        </p:nvSpPr>
        <p:spPr>
          <a:xfrm>
            <a:off x="253400" y="354350"/>
            <a:ext cx="8418000" cy="96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Situaciones de Inestabilidad Operativa: Cómo intervenimos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520" name="Google Shape;520;p58"/>
          <p:cNvGraphicFramePr/>
          <p:nvPr/>
        </p:nvGraphicFramePr>
        <p:xfrm>
          <a:off x="315899" y="1374200"/>
          <a:ext cx="3000000" cy="3000000"/>
        </p:xfrm>
        <a:graphic>
          <a:graphicData uri="http://schemas.openxmlformats.org/drawingml/2006/table">
            <a:tbl>
              <a:tblPr>
                <a:noFill/>
                <a:tableStyleId>{3253C111-60A9-42EC-B3C6-4C5E8A63008F}</a:tableStyleId>
              </a:tblPr>
              <a:tblGrid>
                <a:gridCol w="1789450"/>
                <a:gridCol w="6722775"/>
              </a:tblGrid>
              <a:tr h="1320575">
                <a:tc>
                  <a:txBody>
                    <a:bodyPr/>
                    <a:lstStyle/>
                    <a:p>
                      <a:pPr indent="0" lvl="0" marL="0" rtl="0" algn="ctr">
                        <a:lnSpc>
                          <a:spcPct val="87000"/>
                        </a:lnSpc>
                        <a:spcBef>
                          <a:spcPts val="9200"/>
                        </a:spcBef>
                        <a:spcAft>
                          <a:spcPts val="9200"/>
                        </a:spcAft>
                        <a:buNone/>
                      </a:pPr>
                      <a:r>
                        <a:rPr lang="en" sz="1600">
                          <a:solidFill>
                            <a:srgbClr val="153A2F"/>
                          </a:solidFill>
                          <a:latin typeface="Albert Sans"/>
                          <a:ea typeface="Albert Sans"/>
                          <a:cs typeface="Albert Sans"/>
                          <a:sym typeface="Albert Sans"/>
                        </a:rPr>
                        <a:t>Rebalanceo de carga operativa</a:t>
                      </a:r>
                      <a:endParaRPr sz="1600">
                        <a:solidFill>
                          <a:srgbClr val="153A2F"/>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BFCE84"/>
                    </a:solidFill>
                  </a:tcPr>
                </a:tc>
                <a:tc>
                  <a:txBody>
                    <a:bodyPr/>
                    <a:lstStyle/>
                    <a:p>
                      <a:pPr indent="0" lvl="0" marL="0" rtl="0" algn="l">
                        <a:lnSpc>
                          <a:spcPct val="150000"/>
                        </a:lnSpc>
                        <a:spcBef>
                          <a:spcPts val="0"/>
                        </a:spcBef>
                        <a:spcAft>
                          <a:spcPts val="0"/>
                        </a:spcAft>
                        <a:buNone/>
                      </a:pPr>
                      <a:br>
                        <a:rPr lang="en" sz="100">
                          <a:solidFill>
                            <a:srgbClr val="FFFFFF"/>
                          </a:solidFill>
                          <a:latin typeface="Albert Sans Light"/>
                          <a:ea typeface="Albert Sans Light"/>
                          <a:cs typeface="Albert Sans Light"/>
                          <a:sym typeface="Albert Sans Light"/>
                        </a:rPr>
                      </a:br>
                      <a:br>
                        <a:rPr lang="en" sz="100">
                          <a:solidFill>
                            <a:srgbClr val="FFFFFF"/>
                          </a:solidFill>
                          <a:latin typeface="Albert Sans Light"/>
                          <a:ea typeface="Albert Sans Light"/>
                          <a:cs typeface="Albert Sans Light"/>
                          <a:sym typeface="Albert Sans Light"/>
                        </a:rPr>
                      </a:br>
                      <a:br>
                        <a:rPr lang="en" sz="100">
                          <a:solidFill>
                            <a:srgbClr val="FFFFFF"/>
                          </a:solidFill>
                          <a:latin typeface="Albert Sans Light"/>
                          <a:ea typeface="Albert Sans Light"/>
                          <a:cs typeface="Albert Sans Light"/>
                          <a:sym typeface="Albert Sans Light"/>
                        </a:rPr>
                      </a:br>
                      <a:r>
                        <a:rPr lang="en" sz="1600">
                          <a:solidFill>
                            <a:schemeClr val="dk1"/>
                          </a:solidFill>
                          <a:latin typeface="Albert Sans"/>
                          <a:ea typeface="Albert Sans"/>
                          <a:cs typeface="Albert Sans"/>
                          <a:sym typeface="Albert Sans"/>
                        </a:rPr>
                        <a:t>Ajustar niveles de carga excesivos</a:t>
                      </a:r>
                      <a:endParaRPr sz="1600">
                        <a:solidFill>
                          <a:schemeClr val="dk1"/>
                        </a:solidFill>
                        <a:latin typeface="Albert Sans"/>
                        <a:ea typeface="Albert Sans"/>
                        <a:cs typeface="Albert Sans"/>
                        <a:sym typeface="Albert Sans"/>
                      </a:endParaRPr>
                    </a:p>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Impacto: Distribuir el esfuerzo de forma sostenible</a:t>
                      </a:r>
                      <a:endParaRPr sz="1600">
                        <a:solidFill>
                          <a:schemeClr val="dk1"/>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21" name="Google Shape;521;p58"/>
          <p:cNvGraphicFramePr/>
          <p:nvPr/>
        </p:nvGraphicFramePr>
        <p:xfrm>
          <a:off x="333335" y="2799380"/>
          <a:ext cx="3000000" cy="3000000"/>
        </p:xfrm>
        <a:graphic>
          <a:graphicData uri="http://schemas.openxmlformats.org/drawingml/2006/table">
            <a:tbl>
              <a:tblPr>
                <a:noFill/>
                <a:tableStyleId>{3253C111-60A9-42EC-B3C6-4C5E8A63008F}</a:tableStyleId>
              </a:tblPr>
              <a:tblGrid>
                <a:gridCol w="1789450"/>
                <a:gridCol w="6722775"/>
              </a:tblGrid>
              <a:tr h="1187750">
                <a:tc>
                  <a:txBody>
                    <a:bodyPr/>
                    <a:lstStyle/>
                    <a:p>
                      <a:pPr indent="0" lvl="0" marL="0" rtl="0" algn="ctr">
                        <a:lnSpc>
                          <a:spcPct val="87000"/>
                        </a:lnSpc>
                        <a:spcBef>
                          <a:spcPts val="9200"/>
                        </a:spcBef>
                        <a:spcAft>
                          <a:spcPts val="9200"/>
                        </a:spcAft>
                        <a:buNone/>
                      </a:pPr>
                      <a:r>
                        <a:rPr lang="en" sz="1600">
                          <a:solidFill>
                            <a:srgbClr val="153A2F"/>
                          </a:solidFill>
                          <a:latin typeface="Albert Sans"/>
                          <a:ea typeface="Albert Sans"/>
                          <a:cs typeface="Albert Sans"/>
                          <a:sym typeface="Albert Sans"/>
                        </a:rPr>
                        <a:t>Monitorización de estabilidad</a:t>
                      </a:r>
                      <a:endParaRPr sz="1600">
                        <a:solidFill>
                          <a:srgbClr val="153A2F"/>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BFCE84"/>
                    </a:solidFill>
                  </a:tcPr>
                </a:tc>
                <a:tc>
                  <a:txBody>
                    <a:bodyPr/>
                    <a:lstStyle/>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Seguimiento de variabilidad en rendimiento</a:t>
                      </a:r>
                      <a:endParaRPr sz="1600">
                        <a:solidFill>
                          <a:schemeClr val="dk1"/>
                        </a:solidFill>
                        <a:latin typeface="Albert Sans"/>
                        <a:ea typeface="Albert Sans"/>
                        <a:cs typeface="Albert Sans"/>
                        <a:sym typeface="Albert Sans"/>
                      </a:endParaRPr>
                    </a:p>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Impacto: Detección temprana de desviaciones</a:t>
                      </a:r>
                      <a:endParaRPr sz="1600">
                        <a:solidFill>
                          <a:schemeClr val="dk1"/>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22" name="Google Shape;522;p58"/>
          <p:cNvSpPr txBox="1"/>
          <p:nvPr/>
        </p:nvSpPr>
        <p:spPr>
          <a:xfrm>
            <a:off x="333325" y="4147890"/>
            <a:ext cx="72279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Albert Sans"/>
                <a:ea typeface="Albert Sans"/>
                <a:cs typeface="Albert Sans"/>
                <a:sym typeface="Albert Sans"/>
              </a:rPr>
              <a:t>La inestabilidad no se corrige con control, sino ajustando el sistema.</a:t>
            </a:r>
            <a:endParaRPr b="1" i="1" sz="1600">
              <a:solidFill>
                <a:schemeClr val="dk1"/>
              </a:solidFill>
              <a:latin typeface="Albert Sans"/>
              <a:ea typeface="Albert Sans"/>
              <a:cs typeface="Albert Sans"/>
              <a:sym typeface="Albert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9"/>
          <p:cNvSpPr txBox="1"/>
          <p:nvPr>
            <p:ph type="title"/>
          </p:nvPr>
        </p:nvSpPr>
        <p:spPr>
          <a:xfrm>
            <a:off x="253400" y="354350"/>
            <a:ext cx="84180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Perfiles de Alto Riesgo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28" name="Google Shape;528;p59"/>
          <p:cNvSpPr txBox="1"/>
          <p:nvPr>
            <p:ph idx="4" type="subTitle"/>
          </p:nvPr>
        </p:nvSpPr>
        <p:spPr>
          <a:xfrm>
            <a:off x="253400" y="1538025"/>
            <a:ext cx="4390200" cy="43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Perfil 3. </a:t>
            </a:r>
            <a:r>
              <a:rPr lang="en" sz="1800"/>
              <a:t>Etapa de Desarrollo Operativo</a:t>
            </a:r>
            <a:endParaRPr sz="1800"/>
          </a:p>
        </p:txBody>
      </p:sp>
      <p:sp>
        <p:nvSpPr>
          <p:cNvPr id="529" name="Google Shape;529;p59"/>
          <p:cNvSpPr txBox="1"/>
          <p:nvPr/>
        </p:nvSpPr>
        <p:spPr>
          <a:xfrm>
            <a:off x="253394" y="1940750"/>
            <a:ext cx="4253400" cy="9234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129 empleados</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Baja experiencia</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Alta sensibilidad a carga</a:t>
            </a:r>
            <a:endParaRPr sz="1600">
              <a:solidFill>
                <a:schemeClr val="dk1"/>
              </a:solidFill>
              <a:latin typeface="Albert Sans"/>
              <a:ea typeface="Albert Sans"/>
              <a:cs typeface="Albert Sans"/>
              <a:sym typeface="Albert Sans"/>
            </a:endParaRPr>
          </a:p>
        </p:txBody>
      </p:sp>
      <p:sp>
        <p:nvSpPr>
          <p:cNvPr id="530" name="Google Shape;530;p59"/>
          <p:cNvSpPr txBox="1"/>
          <p:nvPr/>
        </p:nvSpPr>
        <p:spPr>
          <a:xfrm>
            <a:off x="310250" y="3145665"/>
            <a:ext cx="72279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No es falta de capacidad, es una fase de aprendizaje</a:t>
            </a:r>
            <a:r>
              <a:rPr lang="en" sz="1600">
                <a:solidFill>
                  <a:schemeClr val="dk1"/>
                </a:solidFill>
                <a:latin typeface="Albert Sans"/>
                <a:ea typeface="Albert Sans"/>
                <a:cs typeface="Albert Sans"/>
                <a:sym typeface="Albert Sans"/>
              </a:rPr>
              <a:t>.</a:t>
            </a:r>
            <a:endParaRPr b="1" i="1" sz="1600">
              <a:solidFill>
                <a:schemeClr val="dk1"/>
              </a:solidFill>
              <a:latin typeface="Albert Sans"/>
              <a:ea typeface="Albert Sans"/>
              <a:cs typeface="Albert Sans"/>
              <a:sym typeface="Albert Sans"/>
            </a:endParaRPr>
          </a:p>
        </p:txBody>
      </p:sp>
      <p:pic>
        <p:nvPicPr>
          <p:cNvPr id="531" name="Google Shape;531;p59" title="empleados.png"/>
          <p:cNvPicPr preferRelativeResize="0"/>
          <p:nvPr/>
        </p:nvPicPr>
        <p:blipFill>
          <a:blip r:embed="rId3">
            <a:alphaModFix/>
          </a:blip>
          <a:stretch>
            <a:fillRect/>
          </a:stretch>
        </p:blipFill>
        <p:spPr>
          <a:xfrm>
            <a:off x="328840" y="1954987"/>
            <a:ext cx="320040" cy="3200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0"/>
          <p:cNvSpPr txBox="1"/>
          <p:nvPr>
            <p:ph type="title"/>
          </p:nvPr>
        </p:nvSpPr>
        <p:spPr>
          <a:xfrm>
            <a:off x="253400" y="354350"/>
            <a:ext cx="84180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Etapa de Desarrollo Operativo: Cómo intervenimos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537" name="Google Shape;537;p60"/>
          <p:cNvGraphicFramePr/>
          <p:nvPr/>
        </p:nvGraphicFramePr>
        <p:xfrm>
          <a:off x="315899" y="1260741"/>
          <a:ext cx="3000000" cy="3000000"/>
        </p:xfrm>
        <a:graphic>
          <a:graphicData uri="http://schemas.openxmlformats.org/drawingml/2006/table">
            <a:tbl>
              <a:tblPr>
                <a:noFill/>
                <a:tableStyleId>{3253C111-60A9-42EC-B3C6-4C5E8A63008F}</a:tableStyleId>
              </a:tblPr>
              <a:tblGrid>
                <a:gridCol w="1789450"/>
                <a:gridCol w="6722775"/>
              </a:tblGrid>
              <a:tr h="1320575">
                <a:tc>
                  <a:txBody>
                    <a:bodyPr/>
                    <a:lstStyle/>
                    <a:p>
                      <a:pPr indent="0" lvl="0" marL="0" rtl="0" algn="ctr">
                        <a:lnSpc>
                          <a:spcPct val="87000"/>
                        </a:lnSpc>
                        <a:spcBef>
                          <a:spcPts val="9200"/>
                        </a:spcBef>
                        <a:spcAft>
                          <a:spcPts val="9200"/>
                        </a:spcAft>
                        <a:buNone/>
                      </a:pPr>
                      <a:r>
                        <a:rPr lang="en" sz="1600">
                          <a:solidFill>
                            <a:srgbClr val="153A2F"/>
                          </a:solidFill>
                          <a:latin typeface="Albert Sans"/>
                          <a:ea typeface="Albert Sans"/>
                          <a:cs typeface="Albert Sans"/>
                          <a:sym typeface="Albert Sans"/>
                        </a:rPr>
                        <a:t>Programa de escalado progresivo de carga</a:t>
                      </a:r>
                      <a:endParaRPr sz="1600">
                        <a:solidFill>
                          <a:srgbClr val="153A2F"/>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BFCE84"/>
                    </a:solidFill>
                  </a:tcPr>
                </a:tc>
                <a:tc>
                  <a:txBody>
                    <a:bodyPr/>
                    <a:lstStyle/>
                    <a:p>
                      <a:pPr indent="0" lvl="0" marL="0" rtl="0" algn="l">
                        <a:lnSpc>
                          <a:spcPct val="150000"/>
                        </a:lnSpc>
                        <a:spcBef>
                          <a:spcPts val="0"/>
                        </a:spcBef>
                        <a:spcAft>
                          <a:spcPts val="0"/>
                        </a:spcAft>
                        <a:buNone/>
                      </a:pPr>
                      <a:br>
                        <a:rPr lang="en" sz="100">
                          <a:solidFill>
                            <a:srgbClr val="FFFFFF"/>
                          </a:solidFill>
                          <a:latin typeface="Albert Sans Light"/>
                          <a:ea typeface="Albert Sans Light"/>
                          <a:cs typeface="Albert Sans Light"/>
                          <a:sym typeface="Albert Sans Light"/>
                        </a:rPr>
                      </a:br>
                      <a:br>
                        <a:rPr lang="en" sz="100">
                          <a:solidFill>
                            <a:srgbClr val="FFFFFF"/>
                          </a:solidFill>
                          <a:latin typeface="Albert Sans Light"/>
                          <a:ea typeface="Albert Sans Light"/>
                          <a:cs typeface="Albert Sans Light"/>
                          <a:sym typeface="Albert Sans Light"/>
                        </a:rPr>
                      </a:br>
                      <a:br>
                        <a:rPr lang="en" sz="100">
                          <a:solidFill>
                            <a:srgbClr val="FFFFFF"/>
                          </a:solidFill>
                          <a:latin typeface="Albert Sans Light"/>
                          <a:ea typeface="Albert Sans Light"/>
                          <a:cs typeface="Albert Sans Light"/>
                          <a:sym typeface="Albert Sans Light"/>
                        </a:rPr>
                      </a:br>
                      <a:r>
                        <a:rPr lang="en" sz="1600">
                          <a:solidFill>
                            <a:schemeClr val="dk1"/>
                          </a:solidFill>
                          <a:latin typeface="Albert Sans"/>
                          <a:ea typeface="Albert Sans"/>
                          <a:cs typeface="Albert Sans"/>
                          <a:sym typeface="Albert Sans"/>
                        </a:rPr>
                        <a:t>Itinerario de adaptación gradual</a:t>
                      </a:r>
                      <a:endParaRPr sz="1600">
                        <a:solidFill>
                          <a:schemeClr val="dk1"/>
                        </a:solidFill>
                        <a:latin typeface="Albert Sans"/>
                        <a:ea typeface="Albert Sans"/>
                        <a:cs typeface="Albert Sans"/>
                        <a:sym typeface="Albert Sans"/>
                      </a:endParaRPr>
                    </a:p>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Transversal con dept. Formación</a:t>
                      </a:r>
                      <a:endParaRPr sz="1600">
                        <a:solidFill>
                          <a:schemeClr val="dk1"/>
                        </a:solidFill>
                        <a:latin typeface="Albert Sans"/>
                        <a:ea typeface="Albert Sans"/>
                        <a:cs typeface="Albert Sans"/>
                        <a:sym typeface="Albert Sans"/>
                      </a:endParaRPr>
                    </a:p>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Impacto: Reducción rotación y mejora habilidades</a:t>
                      </a:r>
                      <a:endParaRPr sz="1600">
                        <a:solidFill>
                          <a:schemeClr val="dk1"/>
                        </a:solidFill>
                        <a:latin typeface="Albert Sans"/>
                        <a:ea typeface="Albert Sans"/>
                        <a:cs typeface="Albert Sans"/>
                        <a:sym typeface="Albert Sans"/>
                      </a:endParaRPr>
                    </a:p>
                  </a:txBody>
                  <a:tcPr marT="0" marB="0"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38" name="Google Shape;538;p60"/>
          <p:cNvGraphicFramePr/>
          <p:nvPr/>
        </p:nvGraphicFramePr>
        <p:xfrm>
          <a:off x="333335" y="2685920"/>
          <a:ext cx="3000000" cy="3000000"/>
        </p:xfrm>
        <a:graphic>
          <a:graphicData uri="http://schemas.openxmlformats.org/drawingml/2006/table">
            <a:tbl>
              <a:tblPr>
                <a:noFill/>
                <a:tableStyleId>{3253C111-60A9-42EC-B3C6-4C5E8A63008F}</a:tableStyleId>
              </a:tblPr>
              <a:tblGrid>
                <a:gridCol w="1789450"/>
                <a:gridCol w="6722775"/>
              </a:tblGrid>
              <a:tr h="1187750">
                <a:tc>
                  <a:txBody>
                    <a:bodyPr/>
                    <a:lstStyle/>
                    <a:p>
                      <a:pPr indent="0" lvl="0" marL="0" rtl="0" algn="ctr">
                        <a:lnSpc>
                          <a:spcPct val="87000"/>
                        </a:lnSpc>
                        <a:spcBef>
                          <a:spcPts val="9200"/>
                        </a:spcBef>
                        <a:spcAft>
                          <a:spcPts val="9200"/>
                        </a:spcAft>
                        <a:buNone/>
                      </a:pPr>
                      <a:r>
                        <a:rPr lang="en" sz="1600">
                          <a:solidFill>
                            <a:srgbClr val="153A2F"/>
                          </a:solidFill>
                          <a:latin typeface="Albert Sans"/>
                          <a:ea typeface="Albert Sans"/>
                          <a:cs typeface="Albert Sans"/>
                          <a:sym typeface="Albert Sans"/>
                        </a:rPr>
                        <a:t>Sistema de mentoría</a:t>
                      </a:r>
                      <a:endParaRPr sz="1600">
                        <a:solidFill>
                          <a:srgbClr val="153A2F"/>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BFCE84"/>
                    </a:solidFill>
                  </a:tcPr>
                </a:tc>
                <a:tc>
                  <a:txBody>
                    <a:bodyPr/>
                    <a:lstStyle/>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Asignar mentores del Perfil Estable</a:t>
                      </a:r>
                      <a:endParaRPr sz="1600">
                        <a:solidFill>
                          <a:schemeClr val="dk1"/>
                        </a:solidFill>
                        <a:latin typeface="Albert Sans"/>
                        <a:ea typeface="Albert Sans"/>
                        <a:cs typeface="Albert Sans"/>
                        <a:sym typeface="Albert Sans"/>
                      </a:endParaRPr>
                    </a:p>
                    <a:p>
                      <a:pPr indent="0" lvl="0" marL="0" rtl="0" algn="l">
                        <a:lnSpc>
                          <a:spcPct val="150000"/>
                        </a:lnSpc>
                        <a:spcBef>
                          <a:spcPts val="0"/>
                        </a:spcBef>
                        <a:spcAft>
                          <a:spcPts val="0"/>
                        </a:spcAft>
                        <a:buNone/>
                      </a:pPr>
                      <a:r>
                        <a:rPr lang="en" sz="1600">
                          <a:solidFill>
                            <a:schemeClr val="dk1"/>
                          </a:solidFill>
                          <a:latin typeface="Albert Sans"/>
                          <a:ea typeface="Albert Sans"/>
                          <a:cs typeface="Albert Sans"/>
                          <a:sym typeface="Albert Sans"/>
                        </a:rPr>
                        <a:t>Impacto: </a:t>
                      </a:r>
                      <a:r>
                        <a:rPr lang="en" sz="1600">
                          <a:solidFill>
                            <a:schemeClr val="dk1"/>
                          </a:solidFill>
                          <a:latin typeface="Albert Sans"/>
                          <a:ea typeface="Albert Sans"/>
                          <a:cs typeface="Albert Sans"/>
                          <a:sym typeface="Albert Sans"/>
                        </a:rPr>
                        <a:t>Aceleración del aprendizaje</a:t>
                      </a:r>
                      <a:endParaRPr sz="1600">
                        <a:solidFill>
                          <a:schemeClr val="dk1"/>
                        </a:solidFill>
                        <a:latin typeface="Albert Sans"/>
                        <a:ea typeface="Albert Sans"/>
                        <a:cs typeface="Albert Sans"/>
                        <a:sym typeface="Albert Sans"/>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39" name="Google Shape;539;p60"/>
          <p:cNvSpPr txBox="1"/>
          <p:nvPr/>
        </p:nvSpPr>
        <p:spPr>
          <a:xfrm>
            <a:off x="333325" y="4147890"/>
            <a:ext cx="72279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Albert Sans"/>
                <a:ea typeface="Albert Sans"/>
                <a:cs typeface="Albert Sans"/>
                <a:sym typeface="Albert Sans"/>
              </a:rPr>
              <a:t>Acompañar el desarrollo para evitar abandono.</a:t>
            </a:r>
            <a:endParaRPr b="1" i="1" sz="1600">
              <a:solidFill>
                <a:schemeClr val="dk1"/>
              </a:solidFill>
              <a:latin typeface="Albert Sans"/>
              <a:ea typeface="Albert Sans"/>
              <a:cs typeface="Albert Sans"/>
              <a:sym typeface="Albert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graphicFrame>
        <p:nvGraphicFramePr>
          <p:cNvPr id="544" name="Google Shape;544;p61"/>
          <p:cNvGraphicFramePr/>
          <p:nvPr/>
        </p:nvGraphicFramePr>
        <p:xfrm>
          <a:off x="1170844" y="1915426"/>
          <a:ext cx="3000000" cy="3000000"/>
        </p:xfrm>
        <a:graphic>
          <a:graphicData uri="http://schemas.openxmlformats.org/drawingml/2006/table">
            <a:tbl>
              <a:tblPr>
                <a:noFill/>
                <a:tableStyleId>{3253C111-60A9-42EC-B3C6-4C5E8A63008F}</a:tableStyleId>
              </a:tblPr>
              <a:tblGrid>
                <a:gridCol w="681950"/>
                <a:gridCol w="5651250"/>
              </a:tblGrid>
              <a:tr h="751375">
                <a:tc>
                  <a:txBody>
                    <a:bodyPr/>
                    <a:lstStyle/>
                    <a:p>
                      <a:pPr indent="0" lvl="0" marL="0" rtl="0" algn="ctr">
                        <a:spcBef>
                          <a:spcPts val="0"/>
                        </a:spcBef>
                        <a:spcAft>
                          <a:spcPts val="0"/>
                        </a:spcAft>
                        <a:buNone/>
                      </a:pPr>
                      <a:r>
                        <a:t/>
                      </a:r>
                      <a:endParaRPr>
                        <a:solidFill>
                          <a:srgbClr val="93C47D"/>
                        </a:solidFill>
                        <a:latin typeface="Albert Sans"/>
                        <a:ea typeface="Albert Sans"/>
                        <a:cs typeface="Albert Sans"/>
                        <a:sym typeface="Albert Sans"/>
                      </a:endParaRPr>
                    </a:p>
                  </a:txBody>
                  <a:tcPr marT="91425" marB="91425" marR="91425" marL="91425">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sz="1600">
                          <a:solidFill>
                            <a:schemeClr val="dk1"/>
                          </a:solidFill>
                          <a:latin typeface="Albert Sans"/>
                          <a:ea typeface="Albert Sans"/>
                          <a:cs typeface="Albert Sans"/>
                          <a:sym typeface="Albert Sans"/>
                        </a:rPr>
                        <a:t>Perfiles de Alto Riesgo  - 71.5%</a:t>
                      </a:r>
                      <a:endParaRPr b="1">
                        <a:solidFill>
                          <a:srgbClr val="6AA84F"/>
                        </a:solidFill>
                        <a:latin typeface="Albert Sans"/>
                        <a:ea typeface="Albert Sans"/>
                        <a:cs typeface="Albert Sans"/>
                        <a:sym typeface="Albert Sans"/>
                      </a:endParaRPr>
                    </a:p>
                  </a:txBody>
                  <a:tcPr marT="91425" marB="91425" marR="91425" marL="91425" anchor="ctr">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153A2F"/>
                    </a:solidFill>
                  </a:tcPr>
                </a:tc>
              </a:tr>
              <a:tr h="751375">
                <a:tc>
                  <a:txBody>
                    <a:bodyPr/>
                    <a:lstStyle/>
                    <a:p>
                      <a:pPr indent="0" lvl="0" marL="0" marR="0" rtl="0" algn="l">
                        <a:lnSpc>
                          <a:spcPct val="100000"/>
                        </a:lnSpc>
                        <a:spcBef>
                          <a:spcPts val="0"/>
                        </a:spcBef>
                        <a:spcAft>
                          <a:spcPts val="0"/>
                        </a:spcAft>
                        <a:buNone/>
                      </a:pPr>
                      <a:r>
                        <a:t/>
                      </a:r>
                      <a:endParaRPr sz="1600">
                        <a:solidFill>
                          <a:schemeClr val="dk1"/>
                        </a:solidFill>
                        <a:latin typeface="Albert Sans"/>
                        <a:ea typeface="Albert Sans"/>
                        <a:cs typeface="Albert Sans"/>
                        <a:sym typeface="Albert Sans"/>
                      </a:endParaRPr>
                    </a:p>
                  </a:txBody>
                  <a:tcPr marT="91425" marB="91425" marR="91425" marL="91425">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93C47D"/>
                    </a:solidFill>
                  </a:tcPr>
                </a:tc>
                <a:tc>
                  <a:txBody>
                    <a:bodyPr/>
                    <a:lstStyle/>
                    <a:p>
                      <a:pPr indent="0" lvl="0" marL="0" marR="0" rtl="0" algn="ctr">
                        <a:lnSpc>
                          <a:spcPct val="100000"/>
                        </a:lnSpc>
                        <a:spcBef>
                          <a:spcPts val="0"/>
                        </a:spcBef>
                        <a:spcAft>
                          <a:spcPts val="0"/>
                        </a:spcAft>
                        <a:buNone/>
                      </a:pPr>
                      <a:r>
                        <a:rPr lang="en" sz="1600">
                          <a:solidFill>
                            <a:schemeClr val="dk1"/>
                          </a:solidFill>
                          <a:latin typeface="Albert Sans"/>
                          <a:ea typeface="Albert Sans"/>
                          <a:cs typeface="Albert Sans"/>
                          <a:sym typeface="Albert Sans"/>
                        </a:rPr>
                        <a:t>Perfil de Referencia (Casos de Éxito) - 28.5%</a:t>
                      </a:r>
                      <a:endParaRPr sz="1600">
                        <a:solidFill>
                          <a:schemeClr val="dk1"/>
                        </a:solidFill>
                        <a:latin typeface="Albert Sans"/>
                        <a:ea typeface="Albert Sans"/>
                        <a:cs typeface="Albert Sans"/>
                        <a:sym typeface="Albert Sans"/>
                      </a:endParaRPr>
                    </a:p>
                  </a:txBody>
                  <a:tcPr marT="91425" marB="91425" marR="91425" marL="91425" anchor="ctr">
                    <a:lnL cap="flat" cmpd="sng" w="9525">
                      <a:solidFill>
                        <a:srgbClr val="8FAF63"/>
                      </a:solidFill>
                      <a:prstDash val="solid"/>
                      <a:round/>
                      <a:headEnd len="sm" w="sm" type="none"/>
                      <a:tailEnd len="sm" w="sm" type="none"/>
                    </a:lnL>
                    <a:lnR cap="flat" cmpd="sng" w="9525">
                      <a:solidFill>
                        <a:srgbClr val="8FAF63"/>
                      </a:solidFill>
                      <a:prstDash val="solid"/>
                      <a:round/>
                      <a:headEnd len="sm" w="sm" type="none"/>
                      <a:tailEnd len="sm" w="sm" type="none"/>
                    </a:lnR>
                    <a:lnT cap="flat" cmpd="sng" w="9525">
                      <a:solidFill>
                        <a:srgbClr val="8FAF63"/>
                      </a:solidFill>
                      <a:prstDash val="solid"/>
                      <a:round/>
                      <a:headEnd len="sm" w="sm" type="none"/>
                      <a:tailEnd len="sm" w="sm" type="none"/>
                    </a:lnT>
                    <a:lnB cap="flat" cmpd="sng" w="9525">
                      <a:solidFill>
                        <a:srgbClr val="8FAF63"/>
                      </a:solidFill>
                      <a:prstDash val="solid"/>
                      <a:round/>
                      <a:headEnd len="sm" w="sm" type="none"/>
                      <a:tailEnd len="sm" w="sm" type="none"/>
                    </a:lnB>
                    <a:solidFill>
                      <a:srgbClr val="153A2F"/>
                    </a:solidFill>
                  </a:tcPr>
                </a:tc>
              </a:tr>
            </a:tbl>
          </a:graphicData>
        </a:graphic>
      </p:graphicFrame>
      <p:sp>
        <p:nvSpPr>
          <p:cNvPr id="545" name="Google Shape;545;p61"/>
          <p:cNvSpPr txBox="1"/>
          <p:nvPr>
            <p:ph type="title"/>
          </p:nvPr>
        </p:nvSpPr>
        <p:spPr>
          <a:xfrm>
            <a:off x="253400" y="354350"/>
            <a:ext cx="8418000" cy="63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Perfiles de Referencia</a:t>
            </a:r>
            <a:endParaRPr/>
          </a:p>
        </p:txBody>
      </p:sp>
      <p:sp>
        <p:nvSpPr>
          <p:cNvPr id="546" name="Google Shape;546;p61"/>
          <p:cNvSpPr/>
          <p:nvPr/>
        </p:nvSpPr>
        <p:spPr>
          <a:xfrm>
            <a:off x="1083592" y="1852378"/>
            <a:ext cx="6490200" cy="849300"/>
          </a:xfrm>
          <a:prstGeom prst="rect">
            <a:avLst/>
          </a:prstGeom>
          <a:solidFill>
            <a:srgbClr val="0E2A22">
              <a:alpha val="654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2"/>
          <p:cNvSpPr txBox="1"/>
          <p:nvPr>
            <p:ph type="title"/>
          </p:nvPr>
        </p:nvSpPr>
        <p:spPr>
          <a:xfrm>
            <a:off x="253400" y="354350"/>
            <a:ext cx="84180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Perfil de Referencia (Casos de Éxito)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52" name="Google Shape;552;p62"/>
          <p:cNvSpPr txBox="1"/>
          <p:nvPr>
            <p:ph idx="4" type="subTitle"/>
          </p:nvPr>
        </p:nvSpPr>
        <p:spPr>
          <a:xfrm>
            <a:off x="291220" y="1538025"/>
            <a:ext cx="6133800" cy="4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Perfil 4. </a:t>
            </a:r>
            <a:r>
              <a:rPr lang="en" sz="1800"/>
              <a:t>Perfil Estable</a:t>
            </a:r>
            <a:endParaRPr sz="1800"/>
          </a:p>
        </p:txBody>
      </p:sp>
      <p:sp>
        <p:nvSpPr>
          <p:cNvPr id="553" name="Google Shape;553;p62"/>
          <p:cNvSpPr txBox="1"/>
          <p:nvPr/>
        </p:nvSpPr>
        <p:spPr>
          <a:xfrm>
            <a:off x="347945" y="1940750"/>
            <a:ext cx="3610500" cy="11697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110 empleados</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Carga equilibrada (~256)</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Alta experiencia (14.8 años)</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      Baja distancia operativa</a:t>
            </a:r>
            <a:endParaRPr sz="1600">
              <a:solidFill>
                <a:schemeClr val="dk1"/>
              </a:solidFill>
              <a:latin typeface="Albert Sans"/>
              <a:ea typeface="Albert Sans"/>
              <a:cs typeface="Albert Sans"/>
              <a:sym typeface="Albert Sans"/>
            </a:endParaRPr>
          </a:p>
        </p:txBody>
      </p:sp>
      <p:sp>
        <p:nvSpPr>
          <p:cNvPr id="554" name="Google Shape;554;p62"/>
          <p:cNvSpPr txBox="1"/>
          <p:nvPr/>
        </p:nvSpPr>
        <p:spPr>
          <a:xfrm>
            <a:off x="291220" y="3334781"/>
            <a:ext cx="72279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Albert Sans"/>
                <a:ea typeface="Albert Sans"/>
                <a:cs typeface="Albert Sans"/>
                <a:sym typeface="Albert Sans"/>
              </a:rPr>
              <a:t>No es un modelo a replicar, es una referencia para entender qué funciona.</a:t>
            </a:r>
            <a:endParaRPr sz="1600">
              <a:solidFill>
                <a:schemeClr val="dk1"/>
              </a:solidFill>
              <a:latin typeface="Albert Sans"/>
              <a:ea typeface="Albert Sans"/>
              <a:cs typeface="Albert Sans"/>
              <a:sym typeface="Albert Sans"/>
            </a:endParaRPr>
          </a:p>
        </p:txBody>
      </p:sp>
      <p:pic>
        <p:nvPicPr>
          <p:cNvPr id="555" name="Google Shape;555;p62" title="empleados.png"/>
          <p:cNvPicPr preferRelativeResize="0"/>
          <p:nvPr/>
        </p:nvPicPr>
        <p:blipFill>
          <a:blip r:embed="rId3">
            <a:alphaModFix/>
          </a:blip>
          <a:stretch>
            <a:fillRect/>
          </a:stretch>
        </p:blipFill>
        <p:spPr>
          <a:xfrm>
            <a:off x="328840" y="1954987"/>
            <a:ext cx="320040" cy="320040"/>
          </a:xfrm>
          <a:prstGeom prst="rect">
            <a:avLst/>
          </a:prstGeom>
          <a:noFill/>
          <a:ln>
            <a:noFill/>
          </a:ln>
        </p:spPr>
      </p:pic>
      <p:pic>
        <p:nvPicPr>
          <p:cNvPr id="556" name="Google Shape;556;p62" title="entrega-de-paquetes.png"/>
          <p:cNvPicPr preferRelativeResize="0"/>
          <p:nvPr/>
        </p:nvPicPr>
        <p:blipFill>
          <a:blip r:embed="rId4">
            <a:alphaModFix/>
          </a:blip>
          <a:stretch>
            <a:fillRect/>
          </a:stretch>
        </p:blipFill>
        <p:spPr>
          <a:xfrm>
            <a:off x="329184" y="2241705"/>
            <a:ext cx="320040" cy="320040"/>
          </a:xfrm>
          <a:prstGeom prst="rect">
            <a:avLst/>
          </a:prstGeom>
          <a:noFill/>
          <a:ln>
            <a:noFill/>
          </a:ln>
        </p:spPr>
      </p:pic>
      <p:pic>
        <p:nvPicPr>
          <p:cNvPr id="557" name="Google Shape;557;p62" title="experiencia.png"/>
          <p:cNvPicPr preferRelativeResize="0"/>
          <p:nvPr/>
        </p:nvPicPr>
        <p:blipFill>
          <a:blip r:embed="rId5">
            <a:alphaModFix/>
          </a:blip>
          <a:stretch>
            <a:fillRect/>
          </a:stretch>
        </p:blipFill>
        <p:spPr>
          <a:xfrm>
            <a:off x="329184" y="2478876"/>
            <a:ext cx="320040" cy="320040"/>
          </a:xfrm>
          <a:prstGeom prst="rect">
            <a:avLst/>
          </a:prstGeom>
          <a:noFill/>
          <a:ln>
            <a:noFill/>
          </a:ln>
        </p:spPr>
      </p:pic>
      <p:pic>
        <p:nvPicPr>
          <p:cNvPr id="558" name="Google Shape;558;p62" title="distancia.png"/>
          <p:cNvPicPr preferRelativeResize="0"/>
          <p:nvPr/>
        </p:nvPicPr>
        <p:blipFill>
          <a:blip r:embed="rId6">
            <a:alphaModFix/>
          </a:blip>
          <a:stretch>
            <a:fillRect/>
          </a:stretch>
        </p:blipFill>
        <p:spPr>
          <a:xfrm>
            <a:off x="329184" y="2767842"/>
            <a:ext cx="320040" cy="3200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3"/>
          <p:cNvSpPr/>
          <p:nvPr/>
        </p:nvSpPr>
        <p:spPr>
          <a:xfrm>
            <a:off x="5038718" y="1650804"/>
            <a:ext cx="2438100" cy="1503300"/>
          </a:xfrm>
          <a:prstGeom prst="round2DiagRect">
            <a:avLst>
              <a:gd fmla="val 16667" name="adj1"/>
              <a:gd fmla="val 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lbert Sans"/>
              <a:ea typeface="Albert Sans"/>
              <a:cs typeface="Albert Sans"/>
              <a:sym typeface="Albert Sans"/>
            </a:endParaRPr>
          </a:p>
        </p:txBody>
      </p:sp>
      <p:sp>
        <p:nvSpPr>
          <p:cNvPr id="564" name="Google Shape;564;p63"/>
          <p:cNvSpPr txBox="1"/>
          <p:nvPr>
            <p:ph type="title"/>
          </p:nvPr>
        </p:nvSpPr>
        <p:spPr>
          <a:xfrm>
            <a:off x="253400" y="354350"/>
            <a:ext cx="84180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Perfil Estable:</a:t>
            </a:r>
            <a:endParaRPr/>
          </a:p>
          <a:p>
            <a:pPr indent="0" lvl="0" marL="0" rtl="0" algn="l">
              <a:spcBef>
                <a:spcPts val="0"/>
              </a:spcBef>
              <a:spcAft>
                <a:spcPts val="0"/>
              </a:spcAft>
              <a:buNone/>
            </a:pPr>
            <a:r>
              <a:t/>
            </a:r>
            <a:endParaRPr/>
          </a:p>
        </p:txBody>
      </p:sp>
      <p:sp>
        <p:nvSpPr>
          <p:cNvPr id="565" name="Google Shape;565;p63"/>
          <p:cNvSpPr txBox="1"/>
          <p:nvPr>
            <p:ph idx="4" type="subTitle"/>
          </p:nvPr>
        </p:nvSpPr>
        <p:spPr>
          <a:xfrm>
            <a:off x="253400" y="876178"/>
            <a:ext cx="6133800" cy="4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¿Qué aprendemos de este perfil?</a:t>
            </a:r>
            <a:endParaRPr sz="1800"/>
          </a:p>
        </p:txBody>
      </p:sp>
      <p:sp>
        <p:nvSpPr>
          <p:cNvPr id="566" name="Google Shape;566;p63"/>
          <p:cNvSpPr txBox="1"/>
          <p:nvPr/>
        </p:nvSpPr>
        <p:spPr>
          <a:xfrm>
            <a:off x="839605" y="1884030"/>
            <a:ext cx="2438100" cy="9234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Equilibrio de carga</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Experiencia</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Condiciones operativas</a:t>
            </a:r>
            <a:endParaRPr sz="1600">
              <a:solidFill>
                <a:schemeClr val="dk1"/>
              </a:solidFill>
              <a:latin typeface="Albert Sans"/>
              <a:ea typeface="Albert Sans"/>
              <a:cs typeface="Albert Sans"/>
              <a:sym typeface="Albert Sans"/>
            </a:endParaRPr>
          </a:p>
        </p:txBody>
      </p:sp>
      <p:sp>
        <p:nvSpPr>
          <p:cNvPr id="567" name="Google Shape;567;p63"/>
          <p:cNvSpPr txBox="1"/>
          <p:nvPr/>
        </p:nvSpPr>
        <p:spPr>
          <a:xfrm>
            <a:off x="253400" y="3769691"/>
            <a:ext cx="7227900" cy="431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Albert Sans"/>
                <a:ea typeface="Albert Sans"/>
                <a:cs typeface="Albert Sans"/>
                <a:sym typeface="Albert Sans"/>
              </a:rPr>
              <a:t>No es un estándar, es una guía para mejorar el sistema.</a:t>
            </a:r>
            <a:endParaRPr sz="1600">
              <a:solidFill>
                <a:schemeClr val="dk1"/>
              </a:solidFill>
              <a:latin typeface="Albert Sans"/>
              <a:ea typeface="Albert Sans"/>
              <a:cs typeface="Albert Sans"/>
              <a:sym typeface="Albert Sans"/>
            </a:endParaRPr>
          </a:p>
        </p:txBody>
      </p:sp>
      <p:sp>
        <p:nvSpPr>
          <p:cNvPr id="568" name="Google Shape;568;p63"/>
          <p:cNvSpPr/>
          <p:nvPr/>
        </p:nvSpPr>
        <p:spPr>
          <a:xfrm>
            <a:off x="839618" y="1647299"/>
            <a:ext cx="2438100" cy="1503300"/>
          </a:xfrm>
          <a:prstGeom prst="round2DiagRect">
            <a:avLst>
              <a:gd fmla="val 16667" name="adj1"/>
              <a:gd fmla="val 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lbert Sans"/>
              <a:ea typeface="Albert Sans"/>
              <a:cs typeface="Albert Sans"/>
              <a:sym typeface="Albert Sans"/>
            </a:endParaRPr>
          </a:p>
        </p:txBody>
      </p:sp>
      <p:sp>
        <p:nvSpPr>
          <p:cNvPr id="569" name="Google Shape;569;p63"/>
          <p:cNvSpPr txBox="1"/>
          <p:nvPr/>
        </p:nvSpPr>
        <p:spPr>
          <a:xfrm>
            <a:off x="5057627" y="1808380"/>
            <a:ext cx="2438100" cy="9234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a:ea typeface="Albert Sans"/>
                <a:cs typeface="Albert Sans"/>
                <a:sym typeface="Albert Sans"/>
              </a:rPr>
              <a:t>Ajustar cargas</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Mejorar onboarding</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600">
                <a:solidFill>
                  <a:schemeClr val="dk1"/>
                </a:solidFill>
                <a:latin typeface="Albert Sans"/>
                <a:ea typeface="Albert Sans"/>
                <a:cs typeface="Albert Sans"/>
                <a:sym typeface="Albert Sans"/>
              </a:rPr>
              <a:t>Optimizar operaciones</a:t>
            </a:r>
            <a:endParaRPr sz="1600">
              <a:solidFill>
                <a:schemeClr val="dk1"/>
              </a:solidFill>
              <a:latin typeface="Albert Sans"/>
              <a:ea typeface="Albert Sans"/>
              <a:cs typeface="Albert Sans"/>
              <a:sym typeface="Albert Sans"/>
            </a:endParaRPr>
          </a:p>
        </p:txBody>
      </p:sp>
      <p:pic>
        <p:nvPicPr>
          <p:cNvPr id="570" name="Google Shape;570;p63" title="flecha-arriba (1).png"/>
          <p:cNvPicPr preferRelativeResize="0"/>
          <p:nvPr/>
        </p:nvPicPr>
        <p:blipFill>
          <a:blip r:embed="rId3">
            <a:alphaModFix/>
          </a:blip>
          <a:stretch>
            <a:fillRect/>
          </a:stretch>
        </p:blipFill>
        <p:spPr>
          <a:xfrm rot="2699962">
            <a:off x="3509475" y="887607"/>
            <a:ext cx="1420185" cy="2417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4"/>
          <p:cNvSpPr txBox="1"/>
          <p:nvPr>
            <p:ph type="title"/>
          </p:nvPr>
        </p:nvSpPr>
        <p:spPr>
          <a:xfrm>
            <a:off x="350900" y="810483"/>
            <a:ext cx="4984200" cy="38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Conclusión:</a:t>
            </a:r>
            <a:endParaRPr/>
          </a:p>
        </p:txBody>
      </p:sp>
      <p:sp>
        <p:nvSpPr>
          <p:cNvPr id="576" name="Google Shape;576;p64"/>
          <p:cNvSpPr txBox="1"/>
          <p:nvPr>
            <p:ph idx="1" type="subTitle"/>
          </p:nvPr>
        </p:nvSpPr>
        <p:spPr>
          <a:xfrm>
            <a:off x="350900" y="1347400"/>
            <a:ext cx="4781100" cy="2308200"/>
          </a:xfrm>
          <a:prstGeom prst="rect">
            <a:avLst/>
          </a:prstGeom>
        </p:spPr>
        <p:txBody>
          <a:bodyPr anchorCtr="0" anchor="t" bIns="109725" lIns="109725" spcFirstLastPara="1" rIns="109725" wrap="square" tIns="109725">
            <a:noAutofit/>
          </a:bodyPr>
          <a:lstStyle/>
          <a:p>
            <a:pPr indent="0" lvl="0" marL="0" rtl="0" algn="l">
              <a:spcBef>
                <a:spcPts val="0"/>
              </a:spcBef>
              <a:spcAft>
                <a:spcPts val="0"/>
              </a:spcAft>
              <a:buNone/>
            </a:pPr>
            <a:r>
              <a:rPr lang="en" sz="1860"/>
              <a:t>El valor del modelo no está en clasificar empleados, sino en identificar dónde el sistema puede mejorar.</a:t>
            </a:r>
            <a:endParaRPr sz="1860"/>
          </a:p>
          <a:p>
            <a:pPr indent="0" lvl="0" marL="0" rtl="0" algn="l">
              <a:spcBef>
                <a:spcPts val="0"/>
              </a:spcBef>
              <a:spcAft>
                <a:spcPts val="0"/>
              </a:spcAft>
              <a:buNone/>
            </a:pPr>
            <a:r>
              <a:t/>
            </a:r>
            <a:endParaRPr sz="1860"/>
          </a:p>
        </p:txBody>
      </p:sp>
      <p:pic>
        <p:nvPicPr>
          <p:cNvPr id="577" name="Google Shape;577;p64" title="Empleados Rapid Express.png"/>
          <p:cNvPicPr preferRelativeResize="0"/>
          <p:nvPr>
            <p:ph idx="2" type="pic"/>
          </p:nvPr>
        </p:nvPicPr>
        <p:blipFill rotWithShape="1">
          <a:blip r:embed="rId3">
            <a:alphaModFix/>
          </a:blip>
          <a:srcRect b="0" l="29215" r="31081" t="0"/>
          <a:stretch/>
        </p:blipFill>
        <p:spPr>
          <a:xfrm>
            <a:off x="5574256" y="150"/>
            <a:ext cx="3744000" cy="5143500"/>
          </a:xfrm>
          <a:prstGeom prst="round1Rect">
            <a:avLst>
              <a:gd fmla="val 16667" name="adj"/>
            </a:avLst>
          </a:prstGeom>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5"/>
          <p:cNvSpPr txBox="1"/>
          <p:nvPr>
            <p:ph type="title"/>
          </p:nvPr>
        </p:nvSpPr>
        <p:spPr>
          <a:xfrm>
            <a:off x="350900" y="810483"/>
            <a:ext cx="4984200" cy="38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Conclusión:</a:t>
            </a:r>
            <a:endParaRPr/>
          </a:p>
        </p:txBody>
      </p:sp>
      <p:sp>
        <p:nvSpPr>
          <p:cNvPr id="583" name="Google Shape;583;p65"/>
          <p:cNvSpPr txBox="1"/>
          <p:nvPr>
            <p:ph idx="1" type="subTitle"/>
          </p:nvPr>
        </p:nvSpPr>
        <p:spPr>
          <a:xfrm>
            <a:off x="350900" y="1347400"/>
            <a:ext cx="4781100" cy="2308200"/>
          </a:xfrm>
          <a:prstGeom prst="rect">
            <a:avLst/>
          </a:prstGeom>
        </p:spPr>
        <p:txBody>
          <a:bodyPr anchorCtr="0" anchor="t" bIns="109725" lIns="109725" spcFirstLastPara="1" rIns="109725" wrap="square" tIns="109725">
            <a:noAutofit/>
          </a:bodyPr>
          <a:lstStyle/>
          <a:p>
            <a:pPr indent="0" lvl="0" marL="0" rtl="0" algn="l">
              <a:spcBef>
                <a:spcPts val="0"/>
              </a:spcBef>
              <a:spcAft>
                <a:spcPts val="0"/>
              </a:spcAft>
              <a:buNone/>
            </a:pPr>
            <a:r>
              <a:rPr lang="en" sz="1860"/>
              <a:t>El valor del modelo no está en clasificar empleados, sino en identificar dónde el sistema puede mejorar.</a:t>
            </a:r>
            <a:endParaRPr sz="1860"/>
          </a:p>
          <a:p>
            <a:pPr indent="0" lvl="0" marL="0" rtl="0" algn="l">
              <a:spcBef>
                <a:spcPts val="0"/>
              </a:spcBef>
              <a:spcAft>
                <a:spcPts val="0"/>
              </a:spcAft>
              <a:buNone/>
            </a:pPr>
            <a:r>
              <a:t/>
            </a:r>
            <a:endParaRPr sz="1860"/>
          </a:p>
          <a:p>
            <a:pPr indent="0" lvl="0" marL="0" rtl="0" algn="l">
              <a:spcBef>
                <a:spcPts val="0"/>
              </a:spcBef>
              <a:spcAft>
                <a:spcPts val="0"/>
              </a:spcAft>
              <a:buNone/>
            </a:pPr>
            <a:r>
              <a:rPr lang="en" sz="1860"/>
              <a:t>El rendimiento depende del equilibrio entre carga, experiencia y contexto operativo.</a:t>
            </a:r>
            <a:endParaRPr sz="1860"/>
          </a:p>
        </p:txBody>
      </p:sp>
      <p:pic>
        <p:nvPicPr>
          <p:cNvPr id="584" name="Google Shape;584;p65" title="Empleados Rapid Express.png"/>
          <p:cNvPicPr preferRelativeResize="0"/>
          <p:nvPr>
            <p:ph idx="2" type="pic"/>
          </p:nvPr>
        </p:nvPicPr>
        <p:blipFill rotWithShape="1">
          <a:blip r:embed="rId3">
            <a:alphaModFix/>
          </a:blip>
          <a:srcRect b="0" l="29215" r="31081" t="0"/>
          <a:stretch/>
        </p:blipFill>
        <p:spPr>
          <a:xfrm>
            <a:off x="5574256" y="150"/>
            <a:ext cx="3744000" cy="5143500"/>
          </a:xfrm>
          <a:prstGeom prst="round1Rect">
            <a:avLst>
              <a:gd fmla="val 16667" name="adj"/>
            </a:avLst>
          </a:prstGeom>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p66"/>
          <p:cNvPicPr preferRelativeResize="0"/>
          <p:nvPr/>
        </p:nvPicPr>
        <p:blipFill>
          <a:blip r:embed="rId3">
            <a:alphaModFix/>
          </a:blip>
          <a:stretch>
            <a:fillRect/>
          </a:stretch>
        </p:blipFill>
        <p:spPr>
          <a:xfrm>
            <a:off x="-58425" y="-335400"/>
            <a:ext cx="9276626" cy="60959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7"/>
          <p:cNvSpPr/>
          <p:nvPr/>
        </p:nvSpPr>
        <p:spPr>
          <a:xfrm>
            <a:off x="4790774" y="1883872"/>
            <a:ext cx="2241900" cy="1502400"/>
          </a:xfrm>
          <a:prstGeom prst="round2DiagRect">
            <a:avLst>
              <a:gd fmla="val 16667" name="adj1"/>
              <a:gd fmla="val 0" name="adj2"/>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95" name="Google Shape;595;p67"/>
          <p:cNvSpPr/>
          <p:nvPr/>
        </p:nvSpPr>
        <p:spPr>
          <a:xfrm>
            <a:off x="1704940" y="1893697"/>
            <a:ext cx="2241900" cy="1502400"/>
          </a:xfrm>
          <a:prstGeom prst="round2DiagRect">
            <a:avLst>
              <a:gd fmla="val 16667" name="adj1"/>
              <a:gd fmla="val 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lbert Sans"/>
              <a:ea typeface="Albert Sans"/>
              <a:cs typeface="Albert Sans"/>
              <a:sym typeface="Albert Sans"/>
            </a:endParaRPr>
          </a:p>
        </p:txBody>
      </p:sp>
      <p:sp>
        <p:nvSpPr>
          <p:cNvPr id="596" name="Google Shape;596;p67"/>
          <p:cNvSpPr txBox="1"/>
          <p:nvPr/>
        </p:nvSpPr>
        <p:spPr>
          <a:xfrm>
            <a:off x="4925643" y="2192467"/>
            <a:ext cx="1832700" cy="828300"/>
          </a:xfrm>
          <a:prstGeom prst="rect">
            <a:avLst/>
          </a:prstGeom>
          <a:noFill/>
          <a:ln>
            <a:noFill/>
          </a:ln>
        </p:spPr>
        <p:txBody>
          <a:bodyPr anchorCtr="0" anchor="t" bIns="102475" lIns="102475" spcFirstLastPara="1" rIns="102475" wrap="square" tIns="102475">
            <a:spAutoFit/>
          </a:bodyPr>
          <a:lstStyle/>
          <a:p>
            <a:pPr indent="0" lvl="0" marL="0" rtl="0" algn="ctr">
              <a:spcBef>
                <a:spcPts val="0"/>
              </a:spcBef>
              <a:spcAft>
                <a:spcPts val="0"/>
              </a:spcAft>
              <a:buNone/>
            </a:pPr>
            <a:r>
              <a:rPr lang="en" sz="2017">
                <a:solidFill>
                  <a:schemeClr val="dk1"/>
                </a:solidFill>
                <a:latin typeface="Open Sans Light"/>
                <a:ea typeface="Open Sans Light"/>
                <a:cs typeface="Open Sans Light"/>
                <a:sym typeface="Open Sans Light"/>
              </a:rPr>
              <a:t> Bienestar y absentismo</a:t>
            </a:r>
            <a:endParaRPr sz="2017">
              <a:solidFill>
                <a:schemeClr val="dk1"/>
              </a:solidFill>
              <a:latin typeface="Open Sans Light"/>
              <a:ea typeface="Open Sans Light"/>
              <a:cs typeface="Open Sans Light"/>
              <a:sym typeface="Open Sans Light"/>
            </a:endParaRPr>
          </a:p>
        </p:txBody>
      </p:sp>
      <p:sp>
        <p:nvSpPr>
          <p:cNvPr id="597" name="Google Shape;597;p67"/>
          <p:cNvSpPr txBox="1"/>
          <p:nvPr>
            <p:ph type="title"/>
          </p:nvPr>
        </p:nvSpPr>
        <p:spPr>
          <a:xfrm>
            <a:off x="169974" y="445050"/>
            <a:ext cx="8571000" cy="525600"/>
          </a:xfrm>
          <a:prstGeom prst="rect">
            <a:avLst/>
          </a:prstGeom>
        </p:spPr>
        <p:txBody>
          <a:bodyPr anchorCtr="0" anchor="b" bIns="87625" lIns="87625" spcFirstLastPara="1" rIns="87625" wrap="square" tIns="87625">
            <a:noAutofit/>
          </a:bodyPr>
          <a:lstStyle/>
          <a:p>
            <a:pPr indent="0" lvl="0" marL="0" rtl="0" algn="l">
              <a:spcBef>
                <a:spcPts val="0"/>
              </a:spcBef>
              <a:spcAft>
                <a:spcPts val="0"/>
              </a:spcAft>
              <a:buNone/>
            </a:pPr>
            <a:r>
              <a:rPr lang="en" sz="2587"/>
              <a:t>Gestión del rendimiento y bienestar en Rapid Express</a:t>
            </a:r>
            <a:endParaRPr sz="2587"/>
          </a:p>
        </p:txBody>
      </p:sp>
      <p:sp>
        <p:nvSpPr>
          <p:cNvPr id="598" name="Google Shape;598;p67"/>
          <p:cNvSpPr txBox="1"/>
          <p:nvPr/>
        </p:nvSpPr>
        <p:spPr>
          <a:xfrm>
            <a:off x="1951873" y="2199758"/>
            <a:ext cx="1832700" cy="828300"/>
          </a:xfrm>
          <a:prstGeom prst="rect">
            <a:avLst/>
          </a:prstGeom>
          <a:noFill/>
          <a:ln>
            <a:noFill/>
          </a:ln>
        </p:spPr>
        <p:txBody>
          <a:bodyPr anchorCtr="0" anchor="t" bIns="102475" lIns="102475" spcFirstLastPara="1" rIns="102475" wrap="square" tIns="102475">
            <a:spAutoFit/>
          </a:bodyPr>
          <a:lstStyle/>
          <a:p>
            <a:pPr indent="0" lvl="0" marL="0" rtl="0" algn="l">
              <a:spcBef>
                <a:spcPts val="0"/>
              </a:spcBef>
              <a:spcAft>
                <a:spcPts val="0"/>
              </a:spcAft>
              <a:buNone/>
            </a:pPr>
            <a:r>
              <a:rPr lang="en" sz="2017">
                <a:solidFill>
                  <a:schemeClr val="dk1"/>
                </a:solidFill>
                <a:latin typeface="Open Sans Light"/>
                <a:ea typeface="Open Sans Light"/>
                <a:cs typeface="Open Sans Light"/>
                <a:sym typeface="Open Sans Light"/>
              </a:rPr>
              <a:t>Desempeño Profesional</a:t>
            </a:r>
            <a:endParaRPr sz="2017">
              <a:solidFill>
                <a:schemeClr val="dk1"/>
              </a:solidFill>
              <a:latin typeface="Open Sans Light"/>
              <a:ea typeface="Open Sans Light"/>
              <a:cs typeface="Open Sans Light"/>
              <a:sym typeface="Open Sans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8"/>
          <p:cNvSpPr txBox="1"/>
          <p:nvPr>
            <p:ph type="title"/>
          </p:nvPr>
        </p:nvSpPr>
        <p:spPr>
          <a:xfrm>
            <a:off x="364200" y="588425"/>
            <a:ext cx="4763700" cy="5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Foco del análisis</a:t>
            </a:r>
            <a:endParaRPr/>
          </a:p>
        </p:txBody>
      </p:sp>
      <p:sp>
        <p:nvSpPr>
          <p:cNvPr id="604" name="Google Shape;604;p68"/>
          <p:cNvSpPr txBox="1"/>
          <p:nvPr/>
        </p:nvSpPr>
        <p:spPr>
          <a:xfrm>
            <a:off x="1286846" y="1915475"/>
            <a:ext cx="6045900" cy="10158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1800">
                <a:solidFill>
                  <a:schemeClr val="dk1"/>
                </a:solidFill>
                <a:latin typeface="Atkinson Hyperlegible Next"/>
                <a:ea typeface="Atkinson Hyperlegible Next"/>
                <a:cs typeface="Atkinson Hyperlegible Next"/>
                <a:sym typeface="Atkinson Hyperlegible Next"/>
              </a:rPr>
              <a:t>Analizar cómo los hábitos sociales y factores disciplinarios influyen en el nivel de absentismo laboral.</a:t>
            </a:r>
            <a:endParaRPr b="1" sz="2100">
              <a:solidFill>
                <a:schemeClr val="dk1"/>
              </a:solidFill>
              <a:latin typeface="Atkinson Hyperlegible Next"/>
              <a:ea typeface="Atkinson Hyperlegible Next"/>
              <a:cs typeface="Atkinson Hyperlegible Next"/>
              <a:sym typeface="Atkinson Hyperlegible Next"/>
            </a:endParaRPr>
          </a:p>
        </p:txBody>
      </p:sp>
      <p:sp>
        <p:nvSpPr>
          <p:cNvPr id="605" name="Google Shape;605;p68"/>
          <p:cNvSpPr txBox="1"/>
          <p:nvPr/>
        </p:nvSpPr>
        <p:spPr>
          <a:xfrm>
            <a:off x="1350000" y="2970900"/>
            <a:ext cx="591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lbert Sans ExtraLight"/>
                <a:ea typeface="Albert Sans ExtraLight"/>
                <a:cs typeface="Albert Sans ExtraLight"/>
                <a:sym typeface="Albert Sans ExtraLight"/>
              </a:rPr>
              <a:t>"Consumo de alcohol, tabaco y antecedentes disciplinarios como predictores del nivel de absentismo".</a:t>
            </a:r>
            <a:endParaRPr sz="1600">
              <a:solidFill>
                <a:schemeClr val="dk1"/>
              </a:solidFill>
              <a:latin typeface="Albert Sans ExtraLight"/>
              <a:ea typeface="Albert Sans ExtraLight"/>
              <a:cs typeface="Albert Sans ExtraLight"/>
              <a:sym typeface="Albert Sans Extra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9"/>
          <p:cNvSpPr txBox="1"/>
          <p:nvPr>
            <p:ph type="title"/>
          </p:nvPr>
        </p:nvSpPr>
        <p:spPr>
          <a:xfrm>
            <a:off x="169983" y="445050"/>
            <a:ext cx="7384200" cy="549000"/>
          </a:xfrm>
          <a:prstGeom prst="rect">
            <a:avLst/>
          </a:prstGeom>
        </p:spPr>
        <p:txBody>
          <a:bodyPr anchorCtr="0" anchor="t" bIns="87625" lIns="87625" spcFirstLastPara="1" rIns="87625" wrap="square" tIns="87625">
            <a:noAutofit/>
          </a:bodyPr>
          <a:lstStyle/>
          <a:p>
            <a:pPr indent="0" lvl="0" marL="0" rtl="0" algn="l">
              <a:spcBef>
                <a:spcPts val="0"/>
              </a:spcBef>
              <a:spcAft>
                <a:spcPts val="0"/>
              </a:spcAft>
              <a:buNone/>
            </a:pPr>
            <a:r>
              <a:rPr lang="en" sz="2587"/>
              <a:t>METODOLOGIA</a:t>
            </a:r>
            <a:endParaRPr sz="2587"/>
          </a:p>
        </p:txBody>
      </p:sp>
      <p:sp>
        <p:nvSpPr>
          <p:cNvPr id="611" name="Google Shape;611;p69"/>
          <p:cNvSpPr/>
          <p:nvPr/>
        </p:nvSpPr>
        <p:spPr>
          <a:xfrm>
            <a:off x="2180736"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612" name="Google Shape;612;p69"/>
          <p:cNvSpPr/>
          <p:nvPr/>
        </p:nvSpPr>
        <p:spPr>
          <a:xfrm>
            <a:off x="4356299"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613" name="Google Shape;613;p69"/>
          <p:cNvSpPr/>
          <p:nvPr/>
        </p:nvSpPr>
        <p:spPr>
          <a:xfrm>
            <a:off x="6531862"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614" name="Google Shape;614;p69"/>
          <p:cNvSpPr/>
          <p:nvPr/>
        </p:nvSpPr>
        <p:spPr>
          <a:xfrm>
            <a:off x="6531862" y="1251509"/>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sz="1550"/>
          </a:p>
        </p:txBody>
      </p:sp>
      <p:sp>
        <p:nvSpPr>
          <p:cNvPr id="615" name="Google Shape;615;p69"/>
          <p:cNvSpPr txBox="1"/>
          <p:nvPr/>
        </p:nvSpPr>
        <p:spPr>
          <a:xfrm flipH="1">
            <a:off x="1274599" y="1806363"/>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rPr lang="en" sz="1329">
                <a:solidFill>
                  <a:schemeClr val="dk1"/>
                </a:solidFill>
                <a:latin typeface="Open Sans"/>
                <a:ea typeface="Open Sans"/>
                <a:cs typeface="Open Sans"/>
                <a:sym typeface="Open Sans"/>
              </a:rPr>
              <a:t>Análisis de Correlación (</a:t>
            </a:r>
            <a:r>
              <a:rPr i="1" lang="en" sz="1329">
                <a:solidFill>
                  <a:schemeClr val="dk1"/>
                </a:solidFill>
                <a:latin typeface="Open Sans"/>
                <a:ea typeface="Open Sans"/>
                <a:cs typeface="Open Sans"/>
                <a:sym typeface="Open Sans"/>
              </a:rPr>
              <a:t>Exploratory Data Analysis</a:t>
            </a:r>
            <a:r>
              <a:rPr lang="en" sz="1329">
                <a:solidFill>
                  <a:schemeClr val="dk1"/>
                </a:solidFill>
                <a:latin typeface="Open Sans"/>
                <a:ea typeface="Open Sans"/>
                <a:cs typeface="Open Sans"/>
                <a:sym typeface="Open Sans"/>
              </a:rPr>
              <a:t>)</a:t>
            </a:r>
            <a:endParaRPr sz="1329">
              <a:solidFill>
                <a:schemeClr val="dk1"/>
              </a:solidFill>
              <a:latin typeface="Open Sans"/>
              <a:ea typeface="Open Sans"/>
              <a:cs typeface="Open Sans"/>
              <a:sym typeface="Open Sans"/>
            </a:endParaRPr>
          </a:p>
        </p:txBody>
      </p:sp>
      <p:sp>
        <p:nvSpPr>
          <p:cNvPr id="616" name="Google Shape;616;p69"/>
          <p:cNvSpPr txBox="1"/>
          <p:nvPr/>
        </p:nvSpPr>
        <p:spPr>
          <a:xfrm flipH="1">
            <a:off x="3450161" y="1806363"/>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329">
              <a:solidFill>
                <a:schemeClr val="dk1"/>
              </a:solidFill>
              <a:latin typeface="Open Sans"/>
              <a:ea typeface="Open Sans"/>
              <a:cs typeface="Open Sans"/>
              <a:sym typeface="Open Sans"/>
            </a:endParaRPr>
          </a:p>
          <a:p>
            <a:pPr indent="0" lvl="0" marL="0" rtl="0" algn="ctr">
              <a:spcBef>
                <a:spcPts val="0"/>
              </a:spcBef>
              <a:spcAft>
                <a:spcPts val="0"/>
              </a:spcAft>
              <a:buNone/>
            </a:pPr>
            <a:r>
              <a:rPr lang="en" sz="1329">
                <a:solidFill>
                  <a:schemeClr val="dk1"/>
                </a:solidFill>
                <a:latin typeface="Open Sans"/>
                <a:ea typeface="Open Sans"/>
                <a:cs typeface="Open Sans"/>
                <a:sym typeface="Open Sans"/>
              </a:rPr>
              <a:t>Preparación de datos</a:t>
            </a:r>
            <a:endParaRPr sz="1329">
              <a:solidFill>
                <a:schemeClr val="dk1"/>
              </a:solidFill>
              <a:latin typeface="Open Sans"/>
              <a:ea typeface="Open Sans"/>
              <a:cs typeface="Open Sans"/>
              <a:sym typeface="Open Sans"/>
            </a:endParaRPr>
          </a:p>
          <a:p>
            <a:pPr indent="0" lvl="0" marL="0" rtl="0" algn="ctr">
              <a:spcBef>
                <a:spcPts val="0"/>
              </a:spcBef>
              <a:spcAft>
                <a:spcPts val="0"/>
              </a:spcAft>
              <a:buNone/>
            </a:pPr>
            <a:r>
              <a:rPr lang="en" sz="1329">
                <a:solidFill>
                  <a:schemeClr val="dk1"/>
                </a:solidFill>
                <a:latin typeface="Open Sans"/>
                <a:ea typeface="Open Sans"/>
                <a:cs typeface="Open Sans"/>
                <a:sym typeface="Open Sans"/>
              </a:rPr>
              <a:t>(Data Preprocessing)</a:t>
            </a:r>
            <a:endParaRPr sz="1329">
              <a:solidFill>
                <a:schemeClr val="dk1"/>
              </a:solidFill>
              <a:latin typeface="Open Sans"/>
              <a:ea typeface="Open Sans"/>
              <a:cs typeface="Open Sans"/>
              <a:sym typeface="Open Sans"/>
            </a:endParaRPr>
          </a:p>
        </p:txBody>
      </p:sp>
      <p:sp>
        <p:nvSpPr>
          <p:cNvPr id="617" name="Google Shape;617;p69"/>
          <p:cNvSpPr txBox="1"/>
          <p:nvPr/>
        </p:nvSpPr>
        <p:spPr>
          <a:xfrm flipH="1">
            <a:off x="5625724" y="1806363"/>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br>
              <a:rPr lang="en" sz="1329">
                <a:solidFill>
                  <a:schemeClr val="dk1"/>
                </a:solidFill>
                <a:latin typeface="Open Sans"/>
                <a:ea typeface="Open Sans"/>
                <a:cs typeface="Open Sans"/>
                <a:sym typeface="Open Sans"/>
              </a:rPr>
            </a:br>
            <a:r>
              <a:rPr lang="en" sz="1329">
                <a:solidFill>
                  <a:schemeClr val="dk1"/>
                </a:solidFill>
                <a:latin typeface="Open Sans"/>
                <a:ea typeface="Open Sans"/>
                <a:cs typeface="Open Sans"/>
                <a:sym typeface="Open Sans"/>
              </a:rPr>
              <a:t>Entrenamiento (</a:t>
            </a:r>
            <a:r>
              <a:rPr i="1" lang="en" sz="1329">
                <a:solidFill>
                  <a:schemeClr val="dk1"/>
                </a:solidFill>
                <a:latin typeface="Open Sans"/>
                <a:ea typeface="Open Sans"/>
                <a:cs typeface="Open Sans"/>
                <a:sym typeface="Open Sans"/>
              </a:rPr>
              <a:t>Machine Learning</a:t>
            </a:r>
            <a:r>
              <a:rPr lang="en" sz="1329">
                <a:solidFill>
                  <a:schemeClr val="dk1"/>
                </a:solidFill>
                <a:latin typeface="Open Sans"/>
                <a:ea typeface="Open Sans"/>
                <a:cs typeface="Open Sans"/>
                <a:sym typeface="Open Sans"/>
              </a:rPr>
              <a:t>)</a:t>
            </a:r>
            <a:endParaRPr sz="1329">
              <a:solidFill>
                <a:schemeClr val="dk1"/>
              </a:solidFill>
              <a:latin typeface="Open Sans"/>
              <a:ea typeface="Open Sans"/>
              <a:cs typeface="Open Sans"/>
              <a:sym typeface="Open Sans"/>
            </a:endParaRPr>
          </a:p>
        </p:txBody>
      </p:sp>
      <p:sp>
        <p:nvSpPr>
          <p:cNvPr id="618" name="Google Shape;618;p69"/>
          <p:cNvSpPr txBox="1"/>
          <p:nvPr/>
        </p:nvSpPr>
        <p:spPr>
          <a:xfrm flipH="1">
            <a:off x="1281854" y="3837740"/>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rPr lang="en" sz="1329">
                <a:solidFill>
                  <a:schemeClr val="dk1"/>
                </a:solidFill>
                <a:latin typeface="Open Sans"/>
                <a:ea typeface="Open Sans"/>
                <a:cs typeface="Open Sans"/>
                <a:sym typeface="Open Sans"/>
              </a:rPr>
              <a:t>Validación de Fiabilidad (</a:t>
            </a:r>
            <a:r>
              <a:rPr i="1" lang="en" sz="1329">
                <a:solidFill>
                  <a:schemeClr val="dk1"/>
                </a:solidFill>
                <a:latin typeface="Open Sans"/>
                <a:ea typeface="Open Sans"/>
                <a:cs typeface="Open Sans"/>
                <a:sym typeface="Open Sans"/>
              </a:rPr>
              <a:t>Model Metrics</a:t>
            </a:r>
            <a:r>
              <a:rPr lang="en" sz="1329">
                <a:solidFill>
                  <a:schemeClr val="dk1"/>
                </a:solidFill>
                <a:latin typeface="Open Sans"/>
                <a:ea typeface="Open Sans"/>
                <a:cs typeface="Open Sans"/>
                <a:sym typeface="Open Sans"/>
              </a:rPr>
              <a:t>)</a:t>
            </a:r>
            <a:endParaRPr sz="1329">
              <a:solidFill>
                <a:schemeClr val="dk1"/>
              </a:solidFill>
              <a:latin typeface="Open Sans"/>
              <a:ea typeface="Open Sans"/>
              <a:cs typeface="Open Sans"/>
              <a:sym typeface="Open Sans"/>
            </a:endParaRPr>
          </a:p>
        </p:txBody>
      </p:sp>
      <p:cxnSp>
        <p:nvCxnSpPr>
          <p:cNvPr id="619" name="Google Shape;619;p69"/>
          <p:cNvCxnSpPr>
            <a:stCxn id="611" idx="6"/>
            <a:endCxn id="612" idx="2"/>
          </p:cNvCxnSpPr>
          <p:nvPr/>
        </p:nvCxnSpPr>
        <p:spPr>
          <a:xfrm>
            <a:off x="2376336" y="1349309"/>
            <a:ext cx="1980000" cy="0"/>
          </a:xfrm>
          <a:prstGeom prst="straightConnector1">
            <a:avLst/>
          </a:prstGeom>
          <a:noFill/>
          <a:ln cap="flat" cmpd="sng" w="38100">
            <a:solidFill>
              <a:schemeClr val="dk1"/>
            </a:solidFill>
            <a:prstDash val="solid"/>
            <a:round/>
            <a:headEnd len="med" w="med" type="none"/>
            <a:tailEnd len="med" w="med" type="none"/>
          </a:ln>
        </p:spPr>
      </p:cxnSp>
      <p:cxnSp>
        <p:nvCxnSpPr>
          <p:cNvPr id="620" name="Google Shape;620;p69"/>
          <p:cNvCxnSpPr>
            <a:stCxn id="612" idx="6"/>
            <a:endCxn id="613" idx="2"/>
          </p:cNvCxnSpPr>
          <p:nvPr/>
        </p:nvCxnSpPr>
        <p:spPr>
          <a:xfrm>
            <a:off x="4551899" y="1349309"/>
            <a:ext cx="1980000" cy="0"/>
          </a:xfrm>
          <a:prstGeom prst="straightConnector1">
            <a:avLst/>
          </a:prstGeom>
          <a:noFill/>
          <a:ln cap="flat" cmpd="sng" w="38100">
            <a:solidFill>
              <a:schemeClr val="dk1"/>
            </a:solidFill>
            <a:prstDash val="solid"/>
            <a:round/>
            <a:headEnd len="med" w="med" type="none"/>
            <a:tailEnd len="med" w="med" type="none"/>
          </a:ln>
        </p:spPr>
      </p:cxnSp>
      <p:cxnSp>
        <p:nvCxnSpPr>
          <p:cNvPr id="621" name="Google Shape;621;p69"/>
          <p:cNvCxnSpPr>
            <a:stCxn id="611" idx="4"/>
            <a:endCxn id="615" idx="0"/>
          </p:cNvCxnSpPr>
          <p:nvPr/>
        </p:nvCxnSpPr>
        <p:spPr>
          <a:xfrm>
            <a:off x="2278536" y="1447109"/>
            <a:ext cx="0" cy="359400"/>
          </a:xfrm>
          <a:prstGeom prst="straightConnector1">
            <a:avLst/>
          </a:prstGeom>
          <a:noFill/>
          <a:ln cap="flat" cmpd="sng" w="28575">
            <a:solidFill>
              <a:schemeClr val="dk1"/>
            </a:solidFill>
            <a:prstDash val="solid"/>
            <a:round/>
            <a:headEnd len="med" w="med" type="none"/>
            <a:tailEnd len="med" w="med" type="none"/>
          </a:ln>
        </p:spPr>
      </p:cxnSp>
      <p:cxnSp>
        <p:nvCxnSpPr>
          <p:cNvPr id="622" name="Google Shape;622;p69"/>
          <p:cNvCxnSpPr>
            <a:stCxn id="612" idx="4"/>
            <a:endCxn id="616" idx="0"/>
          </p:cNvCxnSpPr>
          <p:nvPr/>
        </p:nvCxnSpPr>
        <p:spPr>
          <a:xfrm>
            <a:off x="4454099" y="1447109"/>
            <a:ext cx="0" cy="359400"/>
          </a:xfrm>
          <a:prstGeom prst="straightConnector1">
            <a:avLst/>
          </a:prstGeom>
          <a:noFill/>
          <a:ln cap="flat" cmpd="sng" w="28575">
            <a:solidFill>
              <a:schemeClr val="dk1"/>
            </a:solidFill>
            <a:prstDash val="solid"/>
            <a:round/>
            <a:headEnd len="med" w="med" type="none"/>
            <a:tailEnd len="med" w="med" type="none"/>
          </a:ln>
        </p:spPr>
      </p:cxnSp>
      <p:cxnSp>
        <p:nvCxnSpPr>
          <p:cNvPr id="623" name="Google Shape;623;p69"/>
          <p:cNvCxnSpPr>
            <a:stCxn id="613" idx="4"/>
            <a:endCxn id="617" idx="0"/>
          </p:cNvCxnSpPr>
          <p:nvPr/>
        </p:nvCxnSpPr>
        <p:spPr>
          <a:xfrm>
            <a:off x="6629662" y="1447109"/>
            <a:ext cx="0" cy="359400"/>
          </a:xfrm>
          <a:prstGeom prst="straightConnector1">
            <a:avLst/>
          </a:prstGeom>
          <a:noFill/>
          <a:ln cap="flat" cmpd="sng" w="28575">
            <a:solidFill>
              <a:schemeClr val="dk1"/>
            </a:solidFill>
            <a:prstDash val="solid"/>
            <a:round/>
            <a:headEnd len="med" w="med" type="none"/>
            <a:tailEnd len="med" w="med" type="none"/>
          </a:ln>
        </p:spPr>
      </p:cxnSp>
      <p:sp>
        <p:nvSpPr>
          <p:cNvPr id="624" name="Google Shape;624;p69"/>
          <p:cNvSpPr/>
          <p:nvPr/>
        </p:nvSpPr>
        <p:spPr>
          <a:xfrm>
            <a:off x="2180736" y="3283657"/>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625" name="Google Shape;625;p69"/>
          <p:cNvSpPr/>
          <p:nvPr/>
        </p:nvSpPr>
        <p:spPr>
          <a:xfrm>
            <a:off x="6535483" y="3283657"/>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a:p>
        </p:txBody>
      </p:sp>
      <p:sp>
        <p:nvSpPr>
          <p:cNvPr id="626" name="Google Shape;626;p69"/>
          <p:cNvSpPr txBox="1"/>
          <p:nvPr/>
        </p:nvSpPr>
        <p:spPr>
          <a:xfrm flipH="1">
            <a:off x="3453782" y="3838516"/>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rPr lang="en" sz="1329">
                <a:solidFill>
                  <a:schemeClr val="dk1"/>
                </a:solidFill>
                <a:latin typeface="Open Sans"/>
                <a:ea typeface="Open Sans"/>
                <a:cs typeface="Open Sans"/>
                <a:sym typeface="Open Sans"/>
              </a:rPr>
              <a:t>Despliegue de herramientas</a:t>
            </a:r>
            <a:endParaRPr sz="1329">
              <a:solidFill>
                <a:schemeClr val="dk1"/>
              </a:solidFill>
              <a:latin typeface="Open Sans"/>
              <a:ea typeface="Open Sans"/>
              <a:cs typeface="Open Sans"/>
              <a:sym typeface="Open Sans"/>
            </a:endParaRPr>
          </a:p>
          <a:p>
            <a:pPr indent="0" lvl="0" marL="0" rtl="0" algn="ctr">
              <a:spcBef>
                <a:spcPts val="0"/>
              </a:spcBef>
              <a:spcAft>
                <a:spcPts val="0"/>
              </a:spcAft>
              <a:buNone/>
            </a:pPr>
            <a:r>
              <a:rPr lang="en" sz="1329">
                <a:solidFill>
                  <a:schemeClr val="dk1"/>
                </a:solidFill>
                <a:latin typeface="Open Sans"/>
                <a:ea typeface="Open Sans"/>
                <a:cs typeface="Open Sans"/>
                <a:sym typeface="Open Sans"/>
              </a:rPr>
              <a:t>(Actionable Insights)</a:t>
            </a:r>
            <a:endParaRPr sz="1329">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329">
              <a:solidFill>
                <a:schemeClr val="dk1"/>
              </a:solidFill>
              <a:latin typeface="Open Sans"/>
              <a:ea typeface="Open Sans"/>
              <a:cs typeface="Open Sans"/>
              <a:sym typeface="Open Sans"/>
            </a:endParaRPr>
          </a:p>
        </p:txBody>
      </p:sp>
      <p:sp>
        <p:nvSpPr>
          <p:cNvPr id="627" name="Google Shape;627;p69"/>
          <p:cNvSpPr txBox="1"/>
          <p:nvPr/>
        </p:nvSpPr>
        <p:spPr>
          <a:xfrm flipH="1">
            <a:off x="5629345" y="3838511"/>
            <a:ext cx="2007600" cy="989400"/>
          </a:xfrm>
          <a:prstGeom prst="rect">
            <a:avLst/>
          </a:prstGeom>
          <a:noFill/>
          <a:ln cap="flat" cmpd="sng" w="9525">
            <a:solidFill>
              <a:schemeClr val="dk1"/>
            </a:solidFill>
            <a:prstDash val="solid"/>
            <a:round/>
            <a:headEnd len="sm" w="sm" type="none"/>
            <a:tailEnd len="sm" w="sm" type="none"/>
          </a:ln>
        </p:spPr>
        <p:txBody>
          <a:bodyPr anchorCtr="0" anchor="t" bIns="101275" lIns="101275" spcFirstLastPara="1" rIns="101275" wrap="square" tIns="101275">
            <a:noAutofit/>
          </a:bodyPr>
          <a:lstStyle/>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00">
              <a:solidFill>
                <a:schemeClr val="dk1"/>
              </a:solidFill>
              <a:latin typeface="Open Sans"/>
              <a:ea typeface="Open Sans"/>
              <a:cs typeface="Open Sans"/>
              <a:sym typeface="Open Sans"/>
            </a:endParaRPr>
          </a:p>
          <a:p>
            <a:pPr indent="0" lvl="0" marL="0" rtl="0" algn="ctr">
              <a:spcBef>
                <a:spcPts val="0"/>
              </a:spcBef>
              <a:spcAft>
                <a:spcPts val="0"/>
              </a:spcAft>
              <a:buNone/>
            </a:pPr>
            <a:r>
              <a:rPr lang="en" sz="1329">
                <a:solidFill>
                  <a:schemeClr val="dk1"/>
                </a:solidFill>
                <a:latin typeface="Open Sans"/>
                <a:ea typeface="Open Sans"/>
                <a:cs typeface="Open Sans"/>
                <a:sym typeface="Open Sans"/>
              </a:rPr>
              <a:t>Recomendaciones (HHRR Strategy)</a:t>
            </a:r>
            <a:endParaRPr sz="1329">
              <a:solidFill>
                <a:schemeClr val="dk1"/>
              </a:solidFill>
              <a:latin typeface="Open Sans"/>
              <a:ea typeface="Open Sans"/>
              <a:cs typeface="Open Sans"/>
              <a:sym typeface="Open Sans"/>
            </a:endParaRPr>
          </a:p>
        </p:txBody>
      </p:sp>
      <p:cxnSp>
        <p:nvCxnSpPr>
          <p:cNvPr id="628" name="Google Shape;628;p69"/>
          <p:cNvCxnSpPr>
            <a:stCxn id="629" idx="6"/>
            <a:endCxn id="625" idx="2"/>
          </p:cNvCxnSpPr>
          <p:nvPr/>
        </p:nvCxnSpPr>
        <p:spPr>
          <a:xfrm>
            <a:off x="4553713" y="3381457"/>
            <a:ext cx="1981800" cy="0"/>
          </a:xfrm>
          <a:prstGeom prst="straightConnector1">
            <a:avLst/>
          </a:prstGeom>
          <a:noFill/>
          <a:ln cap="flat" cmpd="sng" w="38100">
            <a:solidFill>
              <a:schemeClr val="dk1"/>
            </a:solidFill>
            <a:prstDash val="solid"/>
            <a:round/>
            <a:headEnd len="med" w="med" type="none"/>
            <a:tailEnd len="med" w="med" type="none"/>
          </a:ln>
        </p:spPr>
      </p:cxnSp>
      <p:cxnSp>
        <p:nvCxnSpPr>
          <p:cNvPr id="630" name="Google Shape;630;p69"/>
          <p:cNvCxnSpPr>
            <a:stCxn id="614" idx="6"/>
            <a:endCxn id="624" idx="2"/>
          </p:cNvCxnSpPr>
          <p:nvPr/>
        </p:nvCxnSpPr>
        <p:spPr>
          <a:xfrm flipH="1">
            <a:off x="2180662" y="1349309"/>
            <a:ext cx="4546800" cy="2032200"/>
          </a:xfrm>
          <a:prstGeom prst="bentConnector5">
            <a:avLst>
              <a:gd fmla="val -25480" name="adj1"/>
              <a:gd fmla="val 82120" name="adj2"/>
              <a:gd fmla="val 105236" name="adj3"/>
            </a:avLst>
          </a:prstGeom>
          <a:noFill/>
          <a:ln cap="flat" cmpd="sng" w="38100">
            <a:solidFill>
              <a:schemeClr val="dk1"/>
            </a:solidFill>
            <a:prstDash val="solid"/>
            <a:round/>
            <a:headEnd len="med" w="med" type="none"/>
            <a:tailEnd len="med" w="med" type="none"/>
          </a:ln>
        </p:spPr>
      </p:cxnSp>
      <p:sp>
        <p:nvSpPr>
          <p:cNvPr id="629" name="Google Shape;629;p69"/>
          <p:cNvSpPr/>
          <p:nvPr/>
        </p:nvSpPr>
        <p:spPr>
          <a:xfrm>
            <a:off x="4358113" y="3283657"/>
            <a:ext cx="195600" cy="195600"/>
          </a:xfrm>
          <a:prstGeom prst="ellipse">
            <a:avLst/>
          </a:prstGeom>
          <a:noFill/>
          <a:ln cap="flat" cmpd="sng" w="10550">
            <a:solidFill>
              <a:schemeClr val="dk1"/>
            </a:solidFill>
            <a:prstDash val="solid"/>
            <a:round/>
            <a:headEnd len="sm" w="sm" type="none"/>
            <a:tailEnd len="sm" w="sm" type="none"/>
          </a:ln>
        </p:spPr>
        <p:txBody>
          <a:bodyPr anchorCtr="0" anchor="ctr" bIns="101275" lIns="101275" spcFirstLastPara="1" rIns="101275" wrap="square" tIns="101275">
            <a:noAutofit/>
          </a:bodyPr>
          <a:lstStyle/>
          <a:p>
            <a:pPr indent="0" lvl="0" marL="0" rtl="0" algn="l">
              <a:spcBef>
                <a:spcPts val="0"/>
              </a:spcBef>
              <a:spcAft>
                <a:spcPts val="0"/>
              </a:spcAft>
              <a:buNone/>
            </a:pPr>
            <a:r>
              <a:t/>
            </a:r>
            <a:endParaRPr sz="1550"/>
          </a:p>
        </p:txBody>
      </p:sp>
      <p:cxnSp>
        <p:nvCxnSpPr>
          <p:cNvPr id="631" name="Google Shape;631;p69"/>
          <p:cNvCxnSpPr>
            <a:stCxn id="624" idx="6"/>
            <a:endCxn id="629" idx="2"/>
          </p:cNvCxnSpPr>
          <p:nvPr/>
        </p:nvCxnSpPr>
        <p:spPr>
          <a:xfrm>
            <a:off x="2376336" y="3381457"/>
            <a:ext cx="1981800" cy="0"/>
          </a:xfrm>
          <a:prstGeom prst="straightConnector1">
            <a:avLst/>
          </a:prstGeom>
          <a:noFill/>
          <a:ln cap="flat" cmpd="sng" w="38100">
            <a:solidFill>
              <a:schemeClr val="dk1"/>
            </a:solidFill>
            <a:prstDash val="solid"/>
            <a:round/>
            <a:headEnd len="med" w="med" type="none"/>
            <a:tailEnd len="med" w="med" type="none"/>
          </a:ln>
        </p:spPr>
      </p:cxnSp>
      <p:cxnSp>
        <p:nvCxnSpPr>
          <p:cNvPr id="632" name="Google Shape;632;p69"/>
          <p:cNvCxnSpPr/>
          <p:nvPr/>
        </p:nvCxnSpPr>
        <p:spPr>
          <a:xfrm>
            <a:off x="2282308" y="3475929"/>
            <a:ext cx="0" cy="359700"/>
          </a:xfrm>
          <a:prstGeom prst="straightConnector1">
            <a:avLst/>
          </a:prstGeom>
          <a:noFill/>
          <a:ln cap="flat" cmpd="sng" w="28575">
            <a:solidFill>
              <a:schemeClr val="dk1"/>
            </a:solidFill>
            <a:prstDash val="solid"/>
            <a:round/>
            <a:headEnd len="med" w="med" type="none"/>
            <a:tailEnd len="med" w="med" type="none"/>
          </a:ln>
        </p:spPr>
      </p:cxnSp>
      <p:cxnSp>
        <p:nvCxnSpPr>
          <p:cNvPr id="633" name="Google Shape;633;p69"/>
          <p:cNvCxnSpPr/>
          <p:nvPr/>
        </p:nvCxnSpPr>
        <p:spPr>
          <a:xfrm>
            <a:off x="6633434" y="3475929"/>
            <a:ext cx="0" cy="359700"/>
          </a:xfrm>
          <a:prstGeom prst="straightConnector1">
            <a:avLst/>
          </a:prstGeom>
          <a:noFill/>
          <a:ln cap="flat" cmpd="sng" w="28575">
            <a:solidFill>
              <a:schemeClr val="dk1"/>
            </a:solidFill>
            <a:prstDash val="solid"/>
            <a:round/>
            <a:headEnd len="med" w="med" type="none"/>
            <a:tailEnd len="med" w="med" type="none"/>
          </a:ln>
        </p:spPr>
      </p:cxnSp>
      <p:cxnSp>
        <p:nvCxnSpPr>
          <p:cNvPr id="634" name="Google Shape;634;p69"/>
          <p:cNvCxnSpPr/>
          <p:nvPr/>
        </p:nvCxnSpPr>
        <p:spPr>
          <a:xfrm>
            <a:off x="4464289" y="3475943"/>
            <a:ext cx="0" cy="3597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0"/>
          <p:cNvSpPr/>
          <p:nvPr/>
        </p:nvSpPr>
        <p:spPr>
          <a:xfrm>
            <a:off x="5869773" y="1547238"/>
            <a:ext cx="2441700" cy="2087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SIN AUSENCIA</a:t>
            </a:r>
            <a:endParaRPr b="1">
              <a:solidFill>
                <a:schemeClr val="dk1"/>
              </a:solidFill>
              <a:latin typeface="Albert Sans"/>
              <a:ea typeface="Albert Sans"/>
              <a:cs typeface="Albert Sans"/>
              <a:sym typeface="Albert Sans"/>
            </a:endParaRPr>
          </a:p>
          <a:p>
            <a:pPr indent="0" lvl="0" marL="0" rtl="0" algn="ctr">
              <a:spcBef>
                <a:spcPts val="0"/>
              </a:spcBef>
              <a:spcAft>
                <a:spcPts val="0"/>
              </a:spcAft>
              <a:buNone/>
            </a:pPr>
            <a:r>
              <a:t/>
            </a:r>
            <a:endParaRPr sz="11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2800">
                <a:solidFill>
                  <a:schemeClr val="dk1"/>
                </a:solidFill>
                <a:latin typeface="Albert Sans"/>
                <a:ea typeface="Albert Sans"/>
                <a:cs typeface="Albert Sans"/>
                <a:sym typeface="Albert Sans"/>
              </a:rPr>
              <a:t>5.7%</a:t>
            </a:r>
            <a:endParaRPr b="1" sz="2800">
              <a:solidFill>
                <a:schemeClr val="dk1"/>
              </a:solidFill>
              <a:latin typeface="Albert Sans"/>
              <a:ea typeface="Albert Sans"/>
              <a:cs typeface="Albert Sans"/>
              <a:sym typeface="Albert Sans"/>
            </a:endParaRPr>
          </a:p>
          <a:p>
            <a:pPr indent="0" lvl="0" marL="0" rtl="0" algn="ctr">
              <a:spcBef>
                <a:spcPts val="0"/>
              </a:spcBef>
              <a:spcAft>
                <a:spcPts val="0"/>
              </a:spcAft>
              <a:buNone/>
            </a:pPr>
            <a:r>
              <a:t/>
            </a:r>
            <a:endParaRPr>
              <a:solidFill>
                <a:schemeClr val="dk1"/>
              </a:solidFill>
              <a:latin typeface="Albert Sans"/>
              <a:ea typeface="Albert Sans"/>
              <a:cs typeface="Albert Sans"/>
              <a:sym typeface="Albert Sans"/>
            </a:endParaRPr>
          </a:p>
          <a:p>
            <a:pPr indent="0" lvl="0" marL="0" rtl="0" algn="ctr">
              <a:spcBef>
                <a:spcPts val="0"/>
              </a:spcBef>
              <a:spcAft>
                <a:spcPts val="0"/>
              </a:spcAft>
              <a:buNone/>
            </a:pPr>
            <a:r>
              <a:rPr lang="en">
                <a:solidFill>
                  <a:schemeClr val="dk1"/>
                </a:solidFill>
                <a:latin typeface="Albert Sans"/>
                <a:ea typeface="Albert Sans"/>
                <a:cs typeface="Albert Sans"/>
                <a:sym typeface="Albert Sans"/>
              </a:rPr>
              <a:t>60 casos</a:t>
            </a:r>
            <a:endParaRPr>
              <a:solidFill>
                <a:schemeClr val="dk1"/>
              </a:solidFill>
              <a:latin typeface="Albert Sans"/>
              <a:ea typeface="Albert Sans"/>
              <a:cs typeface="Albert Sans"/>
              <a:sym typeface="Albert Sans"/>
            </a:endParaRPr>
          </a:p>
        </p:txBody>
      </p:sp>
      <p:sp>
        <p:nvSpPr>
          <p:cNvPr id="640" name="Google Shape;640;p70"/>
          <p:cNvSpPr/>
          <p:nvPr/>
        </p:nvSpPr>
        <p:spPr>
          <a:xfrm>
            <a:off x="3093671" y="1551700"/>
            <a:ext cx="2441700" cy="2087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MEDIA + ALTA (8 - &gt;24h.)</a:t>
            </a:r>
            <a:endParaRPr b="1">
              <a:solidFill>
                <a:schemeClr val="dk1"/>
              </a:solidFill>
              <a:latin typeface="Albert Sans"/>
              <a:ea typeface="Albert Sans"/>
              <a:cs typeface="Albert Sans"/>
              <a:sym typeface="Albert Sans"/>
            </a:endParaRPr>
          </a:p>
          <a:p>
            <a:pPr indent="0" lvl="0" marL="0" rtl="0" algn="ctr">
              <a:spcBef>
                <a:spcPts val="0"/>
              </a:spcBef>
              <a:spcAft>
                <a:spcPts val="0"/>
              </a:spcAft>
              <a:buNone/>
            </a:pPr>
            <a:r>
              <a:t/>
            </a:r>
            <a:endParaRPr sz="11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2800">
                <a:solidFill>
                  <a:schemeClr val="dk1"/>
                </a:solidFill>
                <a:latin typeface="Albert Sans"/>
                <a:ea typeface="Albert Sans"/>
                <a:cs typeface="Albert Sans"/>
                <a:sym typeface="Albert Sans"/>
              </a:rPr>
              <a:t>9.9%</a:t>
            </a:r>
            <a:endParaRPr b="1" sz="2800">
              <a:solidFill>
                <a:schemeClr val="dk1"/>
              </a:solidFill>
              <a:latin typeface="Albert Sans"/>
              <a:ea typeface="Albert Sans"/>
              <a:cs typeface="Albert Sans"/>
              <a:sym typeface="Albert Sans"/>
            </a:endParaRPr>
          </a:p>
          <a:p>
            <a:pPr indent="0" lvl="0" marL="0" rtl="0" algn="ctr">
              <a:spcBef>
                <a:spcPts val="0"/>
              </a:spcBef>
              <a:spcAft>
                <a:spcPts val="0"/>
              </a:spcAft>
              <a:buNone/>
            </a:pPr>
            <a:r>
              <a:t/>
            </a:r>
            <a:endParaRPr>
              <a:solidFill>
                <a:schemeClr val="dk1"/>
              </a:solidFill>
              <a:latin typeface="Albert Sans"/>
              <a:ea typeface="Albert Sans"/>
              <a:cs typeface="Albert Sans"/>
              <a:sym typeface="Albert Sans"/>
            </a:endParaRPr>
          </a:p>
          <a:p>
            <a:pPr indent="0" lvl="0" marL="0" rtl="0" algn="ctr">
              <a:spcBef>
                <a:spcPts val="0"/>
              </a:spcBef>
              <a:spcAft>
                <a:spcPts val="0"/>
              </a:spcAft>
              <a:buNone/>
            </a:pPr>
            <a:r>
              <a:rPr lang="en">
                <a:solidFill>
                  <a:schemeClr val="dk1"/>
                </a:solidFill>
                <a:latin typeface="Albert Sans"/>
                <a:ea typeface="Albert Sans"/>
                <a:cs typeface="Albert Sans"/>
                <a:sym typeface="Albert Sans"/>
              </a:rPr>
              <a:t>105 casos</a:t>
            </a:r>
            <a:endParaRPr>
              <a:solidFill>
                <a:schemeClr val="dk1"/>
              </a:solidFill>
              <a:latin typeface="Albert Sans"/>
              <a:ea typeface="Albert Sans"/>
              <a:cs typeface="Albert Sans"/>
              <a:sym typeface="Albert Sans"/>
            </a:endParaRPr>
          </a:p>
        </p:txBody>
      </p:sp>
      <p:sp>
        <p:nvSpPr>
          <p:cNvPr id="641" name="Google Shape;641;p70"/>
          <p:cNvSpPr/>
          <p:nvPr/>
        </p:nvSpPr>
        <p:spPr>
          <a:xfrm>
            <a:off x="332270" y="1547238"/>
            <a:ext cx="2441700" cy="2087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BAJA (1-8 h.)</a:t>
            </a:r>
            <a:endParaRPr b="1">
              <a:solidFill>
                <a:schemeClr val="dk1"/>
              </a:solidFill>
              <a:latin typeface="Albert Sans"/>
              <a:ea typeface="Albert Sans"/>
              <a:cs typeface="Albert Sans"/>
              <a:sym typeface="Albert Sans"/>
            </a:endParaRPr>
          </a:p>
          <a:p>
            <a:pPr indent="0" lvl="0" marL="0" rtl="0" algn="ctr">
              <a:spcBef>
                <a:spcPts val="0"/>
              </a:spcBef>
              <a:spcAft>
                <a:spcPts val="0"/>
              </a:spcAft>
              <a:buNone/>
            </a:pPr>
            <a:r>
              <a:t/>
            </a:r>
            <a:endParaRPr sz="11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2800">
                <a:solidFill>
                  <a:schemeClr val="dk1"/>
                </a:solidFill>
                <a:latin typeface="Albert Sans"/>
                <a:ea typeface="Albert Sans"/>
                <a:cs typeface="Albert Sans"/>
                <a:sym typeface="Albert Sans"/>
              </a:rPr>
              <a:t>84.4%</a:t>
            </a:r>
            <a:endParaRPr b="1" sz="2800">
              <a:solidFill>
                <a:schemeClr val="dk1"/>
              </a:solidFill>
              <a:latin typeface="Albert Sans"/>
              <a:ea typeface="Albert Sans"/>
              <a:cs typeface="Albert Sans"/>
              <a:sym typeface="Albert Sans"/>
            </a:endParaRPr>
          </a:p>
          <a:p>
            <a:pPr indent="0" lvl="0" marL="0" rtl="0" algn="ctr">
              <a:spcBef>
                <a:spcPts val="0"/>
              </a:spcBef>
              <a:spcAft>
                <a:spcPts val="0"/>
              </a:spcAft>
              <a:buNone/>
            </a:pPr>
            <a:r>
              <a:t/>
            </a:r>
            <a:endParaRPr>
              <a:solidFill>
                <a:schemeClr val="dk1"/>
              </a:solidFill>
              <a:latin typeface="Albert Sans"/>
              <a:ea typeface="Albert Sans"/>
              <a:cs typeface="Albert Sans"/>
              <a:sym typeface="Albert Sans"/>
            </a:endParaRPr>
          </a:p>
          <a:p>
            <a:pPr indent="0" lvl="0" marL="0" rtl="0" algn="ctr">
              <a:spcBef>
                <a:spcPts val="0"/>
              </a:spcBef>
              <a:spcAft>
                <a:spcPts val="0"/>
              </a:spcAft>
              <a:buNone/>
            </a:pPr>
            <a:r>
              <a:rPr lang="en">
                <a:solidFill>
                  <a:schemeClr val="dk1"/>
                </a:solidFill>
                <a:latin typeface="Albert Sans"/>
                <a:ea typeface="Albert Sans"/>
                <a:cs typeface="Albert Sans"/>
                <a:sym typeface="Albert Sans"/>
              </a:rPr>
              <a:t>891 casos</a:t>
            </a:r>
            <a:endParaRPr>
              <a:solidFill>
                <a:schemeClr val="dk1"/>
              </a:solidFill>
              <a:latin typeface="Albert Sans"/>
              <a:ea typeface="Albert Sans"/>
              <a:cs typeface="Albert Sans"/>
              <a:sym typeface="Albert Sans"/>
            </a:endParaRPr>
          </a:p>
        </p:txBody>
      </p:sp>
      <p:sp>
        <p:nvSpPr>
          <p:cNvPr id="642" name="Google Shape;642;p70"/>
          <p:cNvSpPr txBox="1"/>
          <p:nvPr>
            <p:ph type="title"/>
          </p:nvPr>
        </p:nvSpPr>
        <p:spPr>
          <a:xfrm>
            <a:off x="364200" y="588425"/>
            <a:ext cx="7188000" cy="5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Distribución de niveles de absentismo</a:t>
            </a:r>
            <a:endParaRPr/>
          </a:p>
        </p:txBody>
      </p:sp>
      <p:sp>
        <p:nvSpPr>
          <p:cNvPr id="643" name="Google Shape;643;p70"/>
          <p:cNvSpPr txBox="1"/>
          <p:nvPr/>
        </p:nvSpPr>
        <p:spPr>
          <a:xfrm>
            <a:off x="513275" y="3933775"/>
            <a:ext cx="7787400" cy="5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Este desbalance extremo justifica aplicar class weight balanced en el modelo para no ignorar los casos más graves.</a:t>
            </a:r>
            <a:endParaRPr sz="1200">
              <a:solidFill>
                <a:schemeClr val="dk1"/>
              </a:solidFill>
              <a:latin typeface="Albert Sans"/>
              <a:ea typeface="Albert Sans"/>
              <a:cs typeface="Albert Sans"/>
              <a:sym typeface="Albert Sans"/>
            </a:endParaRPr>
          </a:p>
        </p:txBody>
      </p:sp>
      <p:pic>
        <p:nvPicPr>
          <p:cNvPr id="644" name="Google Shape;644;p70"/>
          <p:cNvPicPr preferRelativeResize="0"/>
          <p:nvPr/>
        </p:nvPicPr>
        <p:blipFill>
          <a:blip r:embed="rId3">
            <a:alphaModFix/>
          </a:blip>
          <a:stretch>
            <a:fillRect/>
          </a:stretch>
        </p:blipFill>
        <p:spPr>
          <a:xfrm>
            <a:off x="210850" y="3990179"/>
            <a:ext cx="424923" cy="2832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71"/>
          <p:cNvSpPr txBox="1"/>
          <p:nvPr>
            <p:ph type="title"/>
          </p:nvPr>
        </p:nvSpPr>
        <p:spPr>
          <a:xfrm>
            <a:off x="211800" y="207425"/>
            <a:ext cx="8540700" cy="5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Media y mediana de horas de </a:t>
            </a:r>
            <a:r>
              <a:rPr lang="en" sz="2300"/>
              <a:t>absentismo</a:t>
            </a:r>
            <a:endParaRPr sz="2000"/>
          </a:p>
        </p:txBody>
      </p:sp>
      <p:sp>
        <p:nvSpPr>
          <p:cNvPr id="650" name="Google Shape;650;p71"/>
          <p:cNvSpPr txBox="1"/>
          <p:nvPr/>
        </p:nvSpPr>
        <p:spPr>
          <a:xfrm>
            <a:off x="5061071" y="1772550"/>
            <a:ext cx="12447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8.6 h</a:t>
            </a:r>
            <a:endParaRPr sz="1700"/>
          </a:p>
        </p:txBody>
      </p:sp>
      <p:sp>
        <p:nvSpPr>
          <p:cNvPr id="651" name="Google Shape;651;p71"/>
          <p:cNvSpPr/>
          <p:nvPr/>
        </p:nvSpPr>
        <p:spPr>
          <a:xfrm rot="5400000">
            <a:off x="1532093" y="1474500"/>
            <a:ext cx="287400" cy="1042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52" name="Google Shape;652;p71"/>
          <p:cNvSpPr/>
          <p:nvPr/>
        </p:nvSpPr>
        <p:spPr>
          <a:xfrm rot="5400000">
            <a:off x="1245143" y="2157650"/>
            <a:ext cx="287400" cy="46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53" name="Google Shape;653;p71"/>
          <p:cNvSpPr/>
          <p:nvPr/>
        </p:nvSpPr>
        <p:spPr>
          <a:xfrm rot="5400000">
            <a:off x="4461972" y="1319538"/>
            <a:ext cx="287400" cy="1352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54" name="Google Shape;654;p71"/>
          <p:cNvSpPr/>
          <p:nvPr/>
        </p:nvSpPr>
        <p:spPr>
          <a:xfrm rot="5400000">
            <a:off x="4089796" y="2069400"/>
            <a:ext cx="287400" cy="6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55" name="Google Shape;655;p71"/>
          <p:cNvSpPr txBox="1"/>
          <p:nvPr/>
        </p:nvSpPr>
        <p:spPr>
          <a:xfrm>
            <a:off x="218900" y="1811100"/>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a:t>
            </a:r>
            <a:endParaRPr sz="1200">
              <a:solidFill>
                <a:schemeClr val="dk1"/>
              </a:solidFill>
            </a:endParaRPr>
          </a:p>
        </p:txBody>
      </p:sp>
      <p:sp>
        <p:nvSpPr>
          <p:cNvPr id="656" name="Google Shape;656;p71"/>
          <p:cNvSpPr txBox="1"/>
          <p:nvPr/>
        </p:nvSpPr>
        <p:spPr>
          <a:xfrm>
            <a:off x="1356923" y="1772250"/>
            <a:ext cx="24777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6.8 h</a:t>
            </a:r>
            <a:endParaRPr b="1" sz="1700">
              <a:solidFill>
                <a:schemeClr val="dk1"/>
              </a:solidFill>
            </a:endParaRPr>
          </a:p>
          <a:p>
            <a:pPr indent="0" lvl="0" marL="0" rtl="0" algn="ctr">
              <a:spcBef>
                <a:spcPts val="0"/>
              </a:spcBef>
              <a:spcAft>
                <a:spcPts val="0"/>
              </a:spcAft>
              <a:buNone/>
            </a:pPr>
            <a:r>
              <a:t/>
            </a:r>
            <a:endParaRPr sz="1200">
              <a:solidFill>
                <a:schemeClr val="dk1"/>
              </a:solidFill>
            </a:endParaRPr>
          </a:p>
        </p:txBody>
      </p:sp>
      <p:graphicFrame>
        <p:nvGraphicFramePr>
          <p:cNvPr id="657" name="Google Shape;657;p71"/>
          <p:cNvGraphicFramePr/>
          <p:nvPr/>
        </p:nvGraphicFramePr>
        <p:xfrm>
          <a:off x="521800" y="1318650"/>
          <a:ext cx="3000000" cy="3000000"/>
        </p:xfrm>
        <a:graphic>
          <a:graphicData uri="http://schemas.openxmlformats.org/drawingml/2006/table">
            <a:tbl>
              <a:tblPr>
                <a:noFill/>
                <a:tableStyleId>{3253C111-60A9-42EC-B3C6-4C5E8A63008F}</a:tableStyleId>
              </a:tblPr>
              <a:tblGrid>
                <a:gridCol w="2361725"/>
              </a:tblGrid>
              <a:tr h="369300">
                <a:tc>
                  <a:txBody>
                    <a:bodyPr/>
                    <a:lstStyle/>
                    <a:p>
                      <a:pPr indent="0" lvl="0" marL="0" rtl="0" algn="l">
                        <a:spcBef>
                          <a:spcPts val="0"/>
                        </a:spcBef>
                        <a:spcAft>
                          <a:spcPts val="0"/>
                        </a:spcAft>
                        <a:buNone/>
                      </a:pPr>
                      <a:r>
                        <a:rPr b="1" lang="en"/>
                        <a:t>No bebedor</a:t>
                      </a:r>
                      <a:endParaRPr b="1"/>
                    </a:p>
                  </a:txBody>
                  <a:tcPr marT="91425" marB="91425" marR="91425" marL="91425">
                    <a:lnL cap="flat" cmpd="sng" w="9525">
                      <a:solidFill>
                        <a:srgbClr val="7E8758"/>
                      </a:solidFill>
                      <a:prstDash val="solid"/>
                      <a:round/>
                      <a:headEnd len="sm" w="sm" type="none"/>
                      <a:tailEnd len="sm" w="sm" type="none"/>
                    </a:lnL>
                    <a:lnR cap="flat" cmpd="sng" w="9525">
                      <a:solidFill>
                        <a:srgbClr val="7E8758"/>
                      </a:solidFill>
                      <a:prstDash val="solid"/>
                      <a:round/>
                      <a:headEnd len="sm" w="sm" type="none"/>
                      <a:tailEnd len="sm" w="sm" type="none"/>
                    </a:lnR>
                    <a:lnT cap="flat" cmpd="sng" w="9525">
                      <a:solidFill>
                        <a:srgbClr val="7E8758"/>
                      </a:solidFill>
                      <a:prstDash val="solid"/>
                      <a:round/>
                      <a:headEnd len="sm" w="sm" type="none"/>
                      <a:tailEnd len="sm" w="sm" type="none"/>
                    </a:lnT>
                    <a:lnB cap="flat" cmpd="sng" w="9525">
                      <a:solidFill>
                        <a:srgbClr val="7E8758"/>
                      </a:solidFill>
                      <a:prstDash val="solid"/>
                      <a:round/>
                      <a:headEnd len="sm" w="sm" type="none"/>
                      <a:tailEnd len="sm" w="sm" type="none"/>
                    </a:lnB>
                    <a:solidFill>
                      <a:srgbClr val="7E8758"/>
                    </a:solidFill>
                  </a:tcPr>
                </a:tc>
              </a:tr>
            </a:tbl>
          </a:graphicData>
        </a:graphic>
      </p:graphicFrame>
      <p:graphicFrame>
        <p:nvGraphicFramePr>
          <p:cNvPr id="658" name="Google Shape;658;p71"/>
          <p:cNvGraphicFramePr/>
          <p:nvPr/>
        </p:nvGraphicFramePr>
        <p:xfrm>
          <a:off x="3329125" y="1318650"/>
          <a:ext cx="3000000" cy="3000000"/>
        </p:xfrm>
        <a:graphic>
          <a:graphicData uri="http://schemas.openxmlformats.org/drawingml/2006/table">
            <a:tbl>
              <a:tblPr>
                <a:noFill/>
                <a:tableStyleId>{3253C111-60A9-42EC-B3C6-4C5E8A63008F}</a:tableStyleId>
              </a:tblPr>
              <a:tblGrid>
                <a:gridCol w="2361725"/>
              </a:tblGrid>
              <a:tr h="369300">
                <a:tc>
                  <a:txBody>
                    <a:bodyPr/>
                    <a:lstStyle/>
                    <a:p>
                      <a:pPr indent="0" lvl="0" marL="0" rtl="0" algn="l">
                        <a:spcBef>
                          <a:spcPts val="0"/>
                        </a:spcBef>
                        <a:spcAft>
                          <a:spcPts val="0"/>
                        </a:spcAft>
                        <a:buNone/>
                      </a:pPr>
                      <a:r>
                        <a:rPr b="1" lang="en"/>
                        <a:t>B</a:t>
                      </a:r>
                      <a:r>
                        <a:rPr b="1" lang="en"/>
                        <a:t>ebedor</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E8758"/>
                    </a:solidFill>
                  </a:tcPr>
                </a:tc>
              </a:tr>
            </a:tbl>
          </a:graphicData>
        </a:graphic>
      </p:graphicFrame>
      <p:sp>
        <p:nvSpPr>
          <p:cNvPr id="659" name="Google Shape;659;p71"/>
          <p:cNvSpPr txBox="1"/>
          <p:nvPr/>
        </p:nvSpPr>
        <p:spPr>
          <a:xfrm>
            <a:off x="470700" y="739408"/>
            <a:ext cx="4105800" cy="1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Alcohol</a:t>
            </a:r>
            <a:endParaRPr b="1" sz="1800">
              <a:solidFill>
                <a:schemeClr val="dk1"/>
              </a:solidFill>
              <a:latin typeface="Albert Sans"/>
              <a:ea typeface="Albert Sans"/>
              <a:cs typeface="Albert Sans"/>
              <a:sym typeface="Albert Sans"/>
            </a:endParaRPr>
          </a:p>
        </p:txBody>
      </p:sp>
      <p:sp>
        <p:nvSpPr>
          <p:cNvPr id="660" name="Google Shape;660;p71"/>
          <p:cNvSpPr txBox="1"/>
          <p:nvPr/>
        </p:nvSpPr>
        <p:spPr>
          <a:xfrm>
            <a:off x="451256" y="2174039"/>
            <a:ext cx="30000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3</a:t>
            </a:r>
            <a:r>
              <a:rPr b="1" lang="en" sz="1700">
                <a:solidFill>
                  <a:schemeClr val="dk1"/>
                </a:solidFill>
              </a:rPr>
              <a:t> h</a:t>
            </a:r>
            <a:endParaRPr b="1" sz="1700">
              <a:solidFill>
                <a:schemeClr val="dk1"/>
              </a:solidFill>
            </a:endParaRPr>
          </a:p>
          <a:p>
            <a:pPr indent="0" lvl="0" marL="0" rtl="0" algn="ctr">
              <a:spcBef>
                <a:spcPts val="0"/>
              </a:spcBef>
              <a:spcAft>
                <a:spcPts val="0"/>
              </a:spcAft>
              <a:buNone/>
            </a:pPr>
            <a:r>
              <a:t/>
            </a:r>
            <a:endParaRPr sz="1200">
              <a:solidFill>
                <a:schemeClr val="dk1"/>
              </a:solidFill>
            </a:endParaRPr>
          </a:p>
        </p:txBody>
      </p:sp>
      <p:sp>
        <p:nvSpPr>
          <p:cNvPr id="661" name="Google Shape;661;p71"/>
          <p:cNvSpPr txBox="1"/>
          <p:nvPr/>
        </p:nvSpPr>
        <p:spPr>
          <a:xfrm>
            <a:off x="137021" y="2192100"/>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mediana</a:t>
            </a:r>
            <a:endParaRPr sz="1200">
              <a:solidFill>
                <a:schemeClr val="dk1"/>
              </a:solidFill>
            </a:endParaRPr>
          </a:p>
        </p:txBody>
      </p:sp>
      <p:cxnSp>
        <p:nvCxnSpPr>
          <p:cNvPr id="662" name="Google Shape;662;p71"/>
          <p:cNvCxnSpPr/>
          <p:nvPr/>
        </p:nvCxnSpPr>
        <p:spPr>
          <a:xfrm>
            <a:off x="6020500" y="1218250"/>
            <a:ext cx="0" cy="35250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71"/>
          <p:cNvCxnSpPr/>
          <p:nvPr/>
        </p:nvCxnSpPr>
        <p:spPr>
          <a:xfrm>
            <a:off x="534580" y="1133050"/>
            <a:ext cx="5250000" cy="0"/>
          </a:xfrm>
          <a:prstGeom prst="straightConnector1">
            <a:avLst/>
          </a:prstGeom>
          <a:noFill/>
          <a:ln cap="flat" cmpd="sng" w="9525">
            <a:solidFill>
              <a:schemeClr val="dk2"/>
            </a:solidFill>
            <a:prstDash val="solid"/>
            <a:round/>
            <a:headEnd len="med" w="med" type="none"/>
            <a:tailEnd len="med" w="med" type="none"/>
          </a:ln>
        </p:spPr>
      </p:cxnSp>
      <p:sp>
        <p:nvSpPr>
          <p:cNvPr id="664" name="Google Shape;664;p71"/>
          <p:cNvSpPr txBox="1"/>
          <p:nvPr/>
        </p:nvSpPr>
        <p:spPr>
          <a:xfrm>
            <a:off x="3012272" y="1811100"/>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a:t>
            </a:r>
            <a:endParaRPr sz="1200">
              <a:solidFill>
                <a:schemeClr val="dk1"/>
              </a:solidFill>
            </a:endParaRPr>
          </a:p>
        </p:txBody>
      </p:sp>
      <p:sp>
        <p:nvSpPr>
          <p:cNvPr id="665" name="Google Shape;665;p71"/>
          <p:cNvSpPr txBox="1"/>
          <p:nvPr/>
        </p:nvSpPr>
        <p:spPr>
          <a:xfrm>
            <a:off x="2932234" y="2198500"/>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mediana</a:t>
            </a:r>
            <a:endParaRPr sz="1200">
              <a:solidFill>
                <a:schemeClr val="dk1"/>
              </a:solidFill>
            </a:endParaRPr>
          </a:p>
        </p:txBody>
      </p:sp>
      <p:sp>
        <p:nvSpPr>
          <p:cNvPr id="666" name="Google Shape;666;p71"/>
          <p:cNvSpPr txBox="1"/>
          <p:nvPr/>
        </p:nvSpPr>
        <p:spPr>
          <a:xfrm>
            <a:off x="3376712" y="2152741"/>
            <a:ext cx="30000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4</a:t>
            </a:r>
            <a:r>
              <a:rPr b="1" lang="en" sz="1700">
                <a:solidFill>
                  <a:schemeClr val="dk1"/>
                </a:solidFill>
              </a:rPr>
              <a:t> h</a:t>
            </a:r>
            <a:endParaRPr b="1" sz="1700">
              <a:solidFill>
                <a:schemeClr val="dk1"/>
              </a:solidFill>
            </a:endParaRPr>
          </a:p>
          <a:p>
            <a:pPr indent="0" lvl="0" marL="0" rtl="0" algn="ctr">
              <a:spcBef>
                <a:spcPts val="0"/>
              </a:spcBef>
              <a:spcAft>
                <a:spcPts val="0"/>
              </a:spcAft>
              <a:buNone/>
            </a:pPr>
            <a:r>
              <a:t/>
            </a:r>
            <a:endParaRPr sz="1200">
              <a:solidFill>
                <a:schemeClr val="dk1"/>
              </a:solidFill>
            </a:endParaRPr>
          </a:p>
        </p:txBody>
      </p:sp>
      <p:sp>
        <p:nvSpPr>
          <p:cNvPr id="667" name="Google Shape;667;p71"/>
          <p:cNvSpPr txBox="1"/>
          <p:nvPr/>
        </p:nvSpPr>
        <p:spPr>
          <a:xfrm>
            <a:off x="3726614" y="3735276"/>
            <a:ext cx="30000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6 h</a:t>
            </a:r>
            <a:endParaRPr sz="1700"/>
          </a:p>
        </p:txBody>
      </p:sp>
      <p:sp>
        <p:nvSpPr>
          <p:cNvPr id="668" name="Google Shape;668;p71"/>
          <p:cNvSpPr/>
          <p:nvPr/>
        </p:nvSpPr>
        <p:spPr>
          <a:xfrm rot="5400000">
            <a:off x="1238737" y="4120376"/>
            <a:ext cx="287400" cy="46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69" name="Google Shape;669;p71"/>
          <p:cNvSpPr/>
          <p:nvPr/>
        </p:nvSpPr>
        <p:spPr>
          <a:xfrm rot="5400000">
            <a:off x="4083390" y="4032126"/>
            <a:ext cx="287400" cy="6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70" name="Google Shape;670;p71"/>
          <p:cNvSpPr txBox="1"/>
          <p:nvPr/>
        </p:nvSpPr>
        <p:spPr>
          <a:xfrm>
            <a:off x="212493" y="3773826"/>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a:t>
            </a:r>
            <a:endParaRPr sz="1200">
              <a:solidFill>
                <a:schemeClr val="dk1"/>
              </a:solidFill>
            </a:endParaRPr>
          </a:p>
        </p:txBody>
      </p:sp>
      <p:sp>
        <p:nvSpPr>
          <p:cNvPr id="671" name="Google Shape;671;p71"/>
          <p:cNvSpPr txBox="1"/>
          <p:nvPr/>
        </p:nvSpPr>
        <p:spPr>
          <a:xfrm>
            <a:off x="1814665" y="3734975"/>
            <a:ext cx="18348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8 h</a:t>
            </a:r>
            <a:endParaRPr b="1" sz="1700">
              <a:solidFill>
                <a:schemeClr val="dk1"/>
              </a:solidFill>
            </a:endParaRPr>
          </a:p>
          <a:p>
            <a:pPr indent="0" lvl="0" marL="0" rtl="0" algn="ctr">
              <a:spcBef>
                <a:spcPts val="0"/>
              </a:spcBef>
              <a:spcAft>
                <a:spcPts val="0"/>
              </a:spcAft>
              <a:buNone/>
            </a:pPr>
            <a:r>
              <a:t/>
            </a:r>
            <a:endParaRPr sz="1200">
              <a:solidFill>
                <a:schemeClr val="dk1"/>
              </a:solidFill>
            </a:endParaRPr>
          </a:p>
        </p:txBody>
      </p:sp>
      <p:graphicFrame>
        <p:nvGraphicFramePr>
          <p:cNvPr id="672" name="Google Shape;672;p71"/>
          <p:cNvGraphicFramePr/>
          <p:nvPr/>
        </p:nvGraphicFramePr>
        <p:xfrm>
          <a:off x="515393" y="3281376"/>
          <a:ext cx="3000000" cy="3000000"/>
        </p:xfrm>
        <a:graphic>
          <a:graphicData uri="http://schemas.openxmlformats.org/drawingml/2006/table">
            <a:tbl>
              <a:tblPr>
                <a:noFill/>
                <a:tableStyleId>{3253C111-60A9-42EC-B3C6-4C5E8A63008F}</a:tableStyleId>
              </a:tblPr>
              <a:tblGrid>
                <a:gridCol w="2361725"/>
              </a:tblGrid>
              <a:tr h="369300">
                <a:tc>
                  <a:txBody>
                    <a:bodyPr/>
                    <a:lstStyle/>
                    <a:p>
                      <a:pPr indent="0" lvl="0" marL="0" rtl="0" algn="l">
                        <a:spcBef>
                          <a:spcPts val="0"/>
                        </a:spcBef>
                        <a:spcAft>
                          <a:spcPts val="0"/>
                        </a:spcAft>
                        <a:buNone/>
                      </a:pPr>
                      <a:r>
                        <a:rPr b="1" lang="en"/>
                        <a:t>No fumador</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E8758"/>
                    </a:solidFill>
                  </a:tcPr>
                </a:tc>
              </a:tr>
            </a:tbl>
          </a:graphicData>
        </a:graphic>
      </p:graphicFrame>
      <p:graphicFrame>
        <p:nvGraphicFramePr>
          <p:cNvPr id="673" name="Google Shape;673;p71"/>
          <p:cNvGraphicFramePr/>
          <p:nvPr/>
        </p:nvGraphicFramePr>
        <p:xfrm>
          <a:off x="3322718" y="3281376"/>
          <a:ext cx="3000000" cy="3000000"/>
        </p:xfrm>
        <a:graphic>
          <a:graphicData uri="http://schemas.openxmlformats.org/drawingml/2006/table">
            <a:tbl>
              <a:tblPr>
                <a:noFill/>
                <a:tableStyleId>{3253C111-60A9-42EC-B3C6-4C5E8A63008F}</a:tableStyleId>
              </a:tblPr>
              <a:tblGrid>
                <a:gridCol w="2361725"/>
              </a:tblGrid>
              <a:tr h="369300">
                <a:tc>
                  <a:txBody>
                    <a:bodyPr/>
                    <a:lstStyle/>
                    <a:p>
                      <a:pPr indent="0" lvl="0" marL="0" rtl="0" algn="l">
                        <a:spcBef>
                          <a:spcPts val="0"/>
                        </a:spcBef>
                        <a:spcAft>
                          <a:spcPts val="0"/>
                        </a:spcAft>
                        <a:buNone/>
                      </a:pPr>
                      <a:r>
                        <a:rPr b="1" lang="en"/>
                        <a:t>Fumador</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E8758"/>
                    </a:solidFill>
                  </a:tcPr>
                </a:tc>
              </a:tr>
            </a:tbl>
          </a:graphicData>
        </a:graphic>
      </p:graphicFrame>
      <p:sp>
        <p:nvSpPr>
          <p:cNvPr id="674" name="Google Shape;674;p71"/>
          <p:cNvSpPr txBox="1"/>
          <p:nvPr/>
        </p:nvSpPr>
        <p:spPr>
          <a:xfrm>
            <a:off x="464293" y="2702134"/>
            <a:ext cx="4105800" cy="1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Tabaco</a:t>
            </a:r>
            <a:endParaRPr b="1" sz="1800">
              <a:solidFill>
                <a:schemeClr val="dk1"/>
              </a:solidFill>
              <a:latin typeface="Albert Sans"/>
              <a:ea typeface="Albert Sans"/>
              <a:cs typeface="Albert Sans"/>
              <a:sym typeface="Albert Sans"/>
            </a:endParaRPr>
          </a:p>
        </p:txBody>
      </p:sp>
      <p:sp>
        <p:nvSpPr>
          <p:cNvPr id="675" name="Google Shape;675;p71"/>
          <p:cNvSpPr txBox="1"/>
          <p:nvPr/>
        </p:nvSpPr>
        <p:spPr>
          <a:xfrm>
            <a:off x="444849" y="4136765"/>
            <a:ext cx="30000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3 h</a:t>
            </a:r>
            <a:endParaRPr b="1" sz="1700">
              <a:solidFill>
                <a:schemeClr val="dk1"/>
              </a:solidFill>
            </a:endParaRPr>
          </a:p>
          <a:p>
            <a:pPr indent="0" lvl="0" marL="0" rtl="0" algn="ctr">
              <a:spcBef>
                <a:spcPts val="0"/>
              </a:spcBef>
              <a:spcAft>
                <a:spcPts val="0"/>
              </a:spcAft>
              <a:buNone/>
            </a:pPr>
            <a:r>
              <a:t/>
            </a:r>
            <a:endParaRPr sz="1200">
              <a:solidFill>
                <a:schemeClr val="dk1"/>
              </a:solidFill>
            </a:endParaRPr>
          </a:p>
        </p:txBody>
      </p:sp>
      <p:sp>
        <p:nvSpPr>
          <p:cNvPr id="676" name="Google Shape;676;p71"/>
          <p:cNvSpPr txBox="1"/>
          <p:nvPr/>
        </p:nvSpPr>
        <p:spPr>
          <a:xfrm>
            <a:off x="130614" y="4154826"/>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mediana</a:t>
            </a:r>
            <a:endParaRPr sz="1200">
              <a:solidFill>
                <a:schemeClr val="dk1"/>
              </a:solidFill>
            </a:endParaRPr>
          </a:p>
        </p:txBody>
      </p:sp>
      <p:cxnSp>
        <p:nvCxnSpPr>
          <p:cNvPr id="677" name="Google Shape;677;p71"/>
          <p:cNvCxnSpPr/>
          <p:nvPr/>
        </p:nvCxnSpPr>
        <p:spPr>
          <a:xfrm>
            <a:off x="528173" y="3095776"/>
            <a:ext cx="5250000" cy="0"/>
          </a:xfrm>
          <a:prstGeom prst="straightConnector1">
            <a:avLst/>
          </a:prstGeom>
          <a:noFill/>
          <a:ln cap="flat" cmpd="sng" w="9525">
            <a:solidFill>
              <a:schemeClr val="dk2"/>
            </a:solidFill>
            <a:prstDash val="solid"/>
            <a:round/>
            <a:headEnd len="med" w="med" type="none"/>
            <a:tailEnd len="med" w="med" type="none"/>
          </a:ln>
        </p:spPr>
      </p:cxnSp>
      <p:sp>
        <p:nvSpPr>
          <p:cNvPr id="678" name="Google Shape;678;p71"/>
          <p:cNvSpPr txBox="1"/>
          <p:nvPr/>
        </p:nvSpPr>
        <p:spPr>
          <a:xfrm>
            <a:off x="3005865" y="3773826"/>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a:t>
            </a:r>
            <a:endParaRPr sz="1200">
              <a:solidFill>
                <a:schemeClr val="dk1"/>
              </a:solidFill>
            </a:endParaRPr>
          </a:p>
        </p:txBody>
      </p:sp>
      <p:sp>
        <p:nvSpPr>
          <p:cNvPr id="679" name="Google Shape;679;p71"/>
          <p:cNvSpPr txBox="1"/>
          <p:nvPr/>
        </p:nvSpPr>
        <p:spPr>
          <a:xfrm>
            <a:off x="2925828" y="4161226"/>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mediana</a:t>
            </a:r>
            <a:endParaRPr sz="1200">
              <a:solidFill>
                <a:schemeClr val="dk1"/>
              </a:solidFill>
            </a:endParaRPr>
          </a:p>
        </p:txBody>
      </p:sp>
      <p:sp>
        <p:nvSpPr>
          <p:cNvPr id="680" name="Google Shape;680;p71"/>
          <p:cNvSpPr txBox="1"/>
          <p:nvPr/>
        </p:nvSpPr>
        <p:spPr>
          <a:xfrm>
            <a:off x="3370306" y="4115467"/>
            <a:ext cx="30000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4 h</a:t>
            </a:r>
            <a:endParaRPr b="1" sz="1700">
              <a:solidFill>
                <a:schemeClr val="dk1"/>
              </a:solidFill>
            </a:endParaRPr>
          </a:p>
          <a:p>
            <a:pPr indent="0" lvl="0" marL="0" rtl="0" algn="ctr">
              <a:spcBef>
                <a:spcPts val="0"/>
              </a:spcBef>
              <a:spcAft>
                <a:spcPts val="0"/>
              </a:spcAft>
              <a:buNone/>
            </a:pPr>
            <a:r>
              <a:t/>
            </a:r>
            <a:endParaRPr sz="1200">
              <a:solidFill>
                <a:schemeClr val="dk1"/>
              </a:solidFill>
            </a:endParaRPr>
          </a:p>
        </p:txBody>
      </p:sp>
      <p:sp>
        <p:nvSpPr>
          <p:cNvPr id="681" name="Google Shape;681;p71"/>
          <p:cNvSpPr/>
          <p:nvPr/>
        </p:nvSpPr>
        <p:spPr>
          <a:xfrm rot="5400000">
            <a:off x="1645475" y="3323325"/>
            <a:ext cx="287400" cy="1281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82" name="Google Shape;682;p71"/>
          <p:cNvSpPr/>
          <p:nvPr/>
        </p:nvSpPr>
        <p:spPr>
          <a:xfrm rot="5400000">
            <a:off x="4271150" y="3451574"/>
            <a:ext cx="287400" cy="993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83" name="Google Shape;683;p71"/>
          <p:cNvSpPr txBox="1"/>
          <p:nvPr/>
        </p:nvSpPr>
        <p:spPr>
          <a:xfrm>
            <a:off x="6376700" y="767833"/>
            <a:ext cx="4105800" cy="1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Falta disciplinaria</a:t>
            </a:r>
            <a:endParaRPr b="1" sz="1800">
              <a:solidFill>
                <a:schemeClr val="dk1"/>
              </a:solidFill>
              <a:latin typeface="Albert Sans"/>
              <a:ea typeface="Albert Sans"/>
              <a:cs typeface="Albert Sans"/>
              <a:sym typeface="Albert Sans"/>
            </a:endParaRPr>
          </a:p>
        </p:txBody>
      </p:sp>
      <p:cxnSp>
        <p:nvCxnSpPr>
          <p:cNvPr id="684" name="Google Shape;684;p71"/>
          <p:cNvCxnSpPr/>
          <p:nvPr/>
        </p:nvCxnSpPr>
        <p:spPr>
          <a:xfrm>
            <a:off x="6338325" y="1149850"/>
            <a:ext cx="2076600" cy="0"/>
          </a:xfrm>
          <a:prstGeom prst="straightConnector1">
            <a:avLst/>
          </a:prstGeom>
          <a:noFill/>
          <a:ln cap="flat" cmpd="sng" w="9525">
            <a:solidFill>
              <a:schemeClr val="dk2"/>
            </a:solidFill>
            <a:prstDash val="solid"/>
            <a:round/>
            <a:headEnd len="med" w="med" type="none"/>
            <a:tailEnd len="med" w="med" type="none"/>
          </a:ln>
        </p:spPr>
      </p:cxnSp>
      <p:graphicFrame>
        <p:nvGraphicFramePr>
          <p:cNvPr id="685" name="Google Shape;685;p71"/>
          <p:cNvGraphicFramePr/>
          <p:nvPr/>
        </p:nvGraphicFramePr>
        <p:xfrm>
          <a:off x="6376700" y="1308409"/>
          <a:ext cx="3000000" cy="3000000"/>
        </p:xfrm>
        <a:graphic>
          <a:graphicData uri="http://schemas.openxmlformats.org/drawingml/2006/table">
            <a:tbl>
              <a:tblPr>
                <a:noFill/>
                <a:tableStyleId>{3253C111-60A9-42EC-B3C6-4C5E8A63008F}</a:tableStyleId>
              </a:tblPr>
              <a:tblGrid>
                <a:gridCol w="2076600"/>
              </a:tblGrid>
              <a:tr h="369300">
                <a:tc>
                  <a:txBody>
                    <a:bodyPr/>
                    <a:lstStyle/>
                    <a:p>
                      <a:pPr indent="0" lvl="0" marL="0" rtl="0" algn="l">
                        <a:spcBef>
                          <a:spcPts val="0"/>
                        </a:spcBef>
                        <a:spcAft>
                          <a:spcPts val="0"/>
                        </a:spcAft>
                        <a:buNone/>
                      </a:pPr>
                      <a:r>
                        <a:rPr b="1" lang="en"/>
                        <a:t>Sin falta</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E8758"/>
                    </a:solidFill>
                  </a:tcPr>
                </a:tc>
              </a:tr>
            </a:tbl>
          </a:graphicData>
        </a:graphic>
      </p:graphicFrame>
      <p:sp>
        <p:nvSpPr>
          <p:cNvPr id="686" name="Google Shape;686;p71"/>
          <p:cNvSpPr/>
          <p:nvPr/>
        </p:nvSpPr>
        <p:spPr>
          <a:xfrm rot="5400000">
            <a:off x="7291743" y="1373400"/>
            <a:ext cx="287400" cy="12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87" name="Google Shape;687;p71"/>
          <p:cNvSpPr txBox="1"/>
          <p:nvPr/>
        </p:nvSpPr>
        <p:spPr>
          <a:xfrm>
            <a:off x="5889190" y="1811100"/>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a:t>
            </a:r>
            <a:endParaRPr sz="1200">
              <a:solidFill>
                <a:schemeClr val="dk1"/>
              </a:solidFill>
            </a:endParaRPr>
          </a:p>
        </p:txBody>
      </p:sp>
      <p:sp>
        <p:nvSpPr>
          <p:cNvPr id="688" name="Google Shape;688;p71"/>
          <p:cNvSpPr/>
          <p:nvPr/>
        </p:nvSpPr>
        <p:spPr>
          <a:xfrm rot="5400000">
            <a:off x="6978240" y="2079154"/>
            <a:ext cx="287400" cy="6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89" name="Google Shape;689;p71"/>
          <p:cNvSpPr txBox="1"/>
          <p:nvPr/>
        </p:nvSpPr>
        <p:spPr>
          <a:xfrm>
            <a:off x="5819802" y="2163800"/>
            <a:ext cx="112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mediana</a:t>
            </a:r>
            <a:endParaRPr sz="1200">
              <a:solidFill>
                <a:schemeClr val="dk1"/>
              </a:solidFill>
            </a:endParaRPr>
          </a:p>
        </p:txBody>
      </p:sp>
      <p:sp>
        <p:nvSpPr>
          <p:cNvPr id="690" name="Google Shape;690;p71"/>
          <p:cNvSpPr txBox="1"/>
          <p:nvPr/>
        </p:nvSpPr>
        <p:spPr>
          <a:xfrm>
            <a:off x="6542304" y="3929075"/>
            <a:ext cx="1906200" cy="861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rPr>
              <a:t>T</a:t>
            </a:r>
            <a:r>
              <a:rPr b="1" lang="en" sz="1100">
                <a:solidFill>
                  <a:schemeClr val="lt1"/>
                </a:solidFill>
              </a:rPr>
              <a:t>amaño de muestra muy pequeño.</a:t>
            </a:r>
            <a:br>
              <a:rPr b="1" lang="en" sz="1100">
                <a:solidFill>
                  <a:schemeClr val="lt1"/>
                </a:solidFill>
              </a:rPr>
            </a:br>
            <a:endParaRPr b="1" sz="1100">
              <a:solidFill>
                <a:schemeClr val="lt1"/>
              </a:solidFill>
            </a:endParaRPr>
          </a:p>
          <a:p>
            <a:pPr indent="0" lvl="0" marL="0" rtl="0" algn="l">
              <a:spcBef>
                <a:spcPts val="0"/>
              </a:spcBef>
              <a:spcAft>
                <a:spcPts val="0"/>
              </a:spcAft>
              <a:buNone/>
            </a:pPr>
            <a:r>
              <a:rPr b="1" lang="en" sz="1100">
                <a:solidFill>
                  <a:schemeClr val="lt1"/>
                </a:solidFill>
              </a:rPr>
              <a:t>Sesgo en los datos.</a:t>
            </a:r>
            <a:endParaRPr b="1" sz="1100">
              <a:solidFill>
                <a:schemeClr val="lt1"/>
              </a:solidFill>
            </a:endParaRPr>
          </a:p>
        </p:txBody>
      </p:sp>
      <p:graphicFrame>
        <p:nvGraphicFramePr>
          <p:cNvPr id="691" name="Google Shape;691;p71"/>
          <p:cNvGraphicFramePr/>
          <p:nvPr/>
        </p:nvGraphicFramePr>
        <p:xfrm>
          <a:off x="6370272" y="2855222"/>
          <a:ext cx="3000000" cy="3000000"/>
        </p:xfrm>
        <a:graphic>
          <a:graphicData uri="http://schemas.openxmlformats.org/drawingml/2006/table">
            <a:tbl>
              <a:tblPr>
                <a:noFill/>
                <a:tableStyleId>{3253C111-60A9-42EC-B3C6-4C5E8A63008F}</a:tableStyleId>
              </a:tblPr>
              <a:tblGrid>
                <a:gridCol w="2076600"/>
              </a:tblGrid>
              <a:tr h="369300">
                <a:tc>
                  <a:txBody>
                    <a:bodyPr/>
                    <a:lstStyle/>
                    <a:p>
                      <a:pPr indent="0" lvl="0" marL="0" rtl="0" algn="l">
                        <a:spcBef>
                          <a:spcPts val="0"/>
                        </a:spcBef>
                        <a:spcAft>
                          <a:spcPts val="0"/>
                        </a:spcAft>
                        <a:buNone/>
                      </a:pPr>
                      <a:r>
                        <a:rPr b="1" lang="en"/>
                        <a:t>Con </a:t>
                      </a:r>
                      <a:r>
                        <a:rPr b="1" lang="en"/>
                        <a:t>falta</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7E8758"/>
                    </a:solidFill>
                  </a:tcPr>
                </a:tc>
              </a:tr>
            </a:tbl>
          </a:graphicData>
        </a:graphic>
      </p:graphicFrame>
      <p:sp>
        <p:nvSpPr>
          <p:cNvPr id="692" name="Google Shape;692;p71"/>
          <p:cNvSpPr txBox="1"/>
          <p:nvPr/>
        </p:nvSpPr>
        <p:spPr>
          <a:xfrm>
            <a:off x="5882070" y="3307652"/>
            <a:ext cx="3000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dk1"/>
                </a:solidFill>
              </a:rPr>
              <a:t>0</a:t>
            </a:r>
            <a:r>
              <a:rPr b="1" lang="en" sz="2600">
                <a:solidFill>
                  <a:schemeClr val="dk1"/>
                </a:solidFill>
              </a:rPr>
              <a:t> h</a:t>
            </a:r>
            <a:endParaRPr sz="2600"/>
          </a:p>
        </p:txBody>
      </p:sp>
      <p:sp>
        <p:nvSpPr>
          <p:cNvPr id="693" name="Google Shape;693;p71"/>
          <p:cNvSpPr txBox="1"/>
          <p:nvPr/>
        </p:nvSpPr>
        <p:spPr>
          <a:xfrm>
            <a:off x="6859153" y="1772548"/>
            <a:ext cx="30000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8.2 h</a:t>
            </a:r>
            <a:endParaRPr sz="1700"/>
          </a:p>
        </p:txBody>
      </p:sp>
      <p:sp>
        <p:nvSpPr>
          <p:cNvPr id="694" name="Google Shape;694;p71"/>
          <p:cNvSpPr txBox="1"/>
          <p:nvPr/>
        </p:nvSpPr>
        <p:spPr>
          <a:xfrm>
            <a:off x="7383472" y="2171076"/>
            <a:ext cx="6177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1"/>
                </a:solidFill>
              </a:rPr>
              <a:t>4 h</a:t>
            </a:r>
            <a:endParaRPr b="1" sz="1700">
              <a:solidFill>
                <a:schemeClr val="dk1"/>
              </a:solidFill>
            </a:endParaRPr>
          </a:p>
          <a:p>
            <a:pPr indent="0" lvl="0" marL="0" rtl="0" algn="ctr">
              <a:spcBef>
                <a:spcPts val="0"/>
              </a:spcBef>
              <a:spcAft>
                <a:spcPts val="0"/>
              </a:spcAft>
              <a:buNone/>
            </a:pPr>
            <a:r>
              <a:t/>
            </a:r>
            <a:endParaRPr sz="1200">
              <a:solidFill>
                <a:schemeClr val="dk1"/>
              </a:solidFill>
            </a:endParaRPr>
          </a:p>
        </p:txBody>
      </p:sp>
      <p:pic>
        <p:nvPicPr>
          <p:cNvPr id="695" name="Google Shape;695;p71"/>
          <p:cNvPicPr preferRelativeResize="0"/>
          <p:nvPr/>
        </p:nvPicPr>
        <p:blipFill>
          <a:blip r:embed="rId3">
            <a:alphaModFix/>
          </a:blip>
          <a:stretch>
            <a:fillRect/>
          </a:stretch>
        </p:blipFill>
        <p:spPr>
          <a:xfrm>
            <a:off x="5951650" y="3905075"/>
            <a:ext cx="669600" cy="446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72"/>
          <p:cNvSpPr txBox="1"/>
          <p:nvPr>
            <p:ph type="title"/>
          </p:nvPr>
        </p:nvSpPr>
        <p:spPr>
          <a:xfrm>
            <a:off x="364200" y="588425"/>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Distribución de niveles de absentismo por perfil de riesgo</a:t>
            </a:r>
            <a:endParaRPr sz="2600"/>
          </a:p>
        </p:txBody>
      </p:sp>
      <p:graphicFrame>
        <p:nvGraphicFramePr>
          <p:cNvPr id="701" name="Google Shape;701;p72"/>
          <p:cNvGraphicFramePr/>
          <p:nvPr/>
        </p:nvGraphicFramePr>
        <p:xfrm>
          <a:off x="867300" y="1401550"/>
          <a:ext cx="3000000" cy="3000000"/>
        </p:xfrm>
        <a:graphic>
          <a:graphicData uri="http://schemas.openxmlformats.org/drawingml/2006/table">
            <a:tbl>
              <a:tblPr>
                <a:noFill/>
                <a:tableStyleId>{3253C111-60A9-42EC-B3C6-4C5E8A63008F}</a:tableStyleId>
              </a:tblPr>
              <a:tblGrid>
                <a:gridCol w="3737025"/>
                <a:gridCol w="1750975"/>
                <a:gridCol w="1750975"/>
              </a:tblGrid>
              <a:tr h="381000">
                <a:tc>
                  <a:txBody>
                    <a:bodyPr/>
                    <a:lstStyle/>
                    <a:p>
                      <a:pPr indent="0" lvl="0" marL="0" rtl="0" algn="l">
                        <a:spcBef>
                          <a:spcPts val="0"/>
                        </a:spcBef>
                        <a:spcAft>
                          <a:spcPts val="0"/>
                        </a:spcAft>
                        <a:buNone/>
                      </a:pPr>
                      <a:r>
                        <a:rPr b="1" lang="en" sz="1700">
                          <a:solidFill>
                            <a:schemeClr val="dk1"/>
                          </a:solidFill>
                        </a:rPr>
                        <a:t>Alcohol</a:t>
                      </a:r>
                      <a:endParaRPr b="1" sz="1700">
                        <a:solidFill>
                          <a:schemeClr val="dk1"/>
                        </a:solidFill>
                      </a:endParaRPr>
                    </a:p>
                    <a:p>
                      <a:pPr indent="0" lvl="0" marL="0" rtl="0" algn="l">
                        <a:spcBef>
                          <a:spcPts val="0"/>
                        </a:spcBef>
                        <a:spcAft>
                          <a:spcPts val="0"/>
                        </a:spcAft>
                        <a:buNone/>
                      </a:pPr>
                      <a:r>
                        <a:rPr lang="en">
                          <a:solidFill>
                            <a:schemeClr val="dk1"/>
                          </a:solidFill>
                        </a:rPr>
                        <a:t>Bebedores acumulam casi el triple en nivel media</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b="1" lang="en" sz="2600">
                          <a:solidFill>
                            <a:schemeClr val="dk1"/>
                          </a:solidFill>
                        </a:rPr>
                        <a:t>7.9%</a:t>
                      </a:r>
                      <a:endParaRPr b="1" sz="26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v</a:t>
                      </a:r>
                      <a:r>
                        <a:rPr lang="en">
                          <a:solidFill>
                            <a:schemeClr val="dk1"/>
                          </a:solidFill>
                        </a:rPr>
                        <a:t>s. 2.2% no bebedor</a:t>
                      </a:r>
                      <a:endParaRPr>
                        <a:solidFill>
                          <a:schemeClr val="dk1"/>
                        </a:solidFill>
                      </a:endParaRPr>
                    </a:p>
                  </a:txBody>
                  <a:tcPr marT="91425" marB="91425" marR="91425" marL="91425" anchor="ctr"/>
                </a:tc>
              </a:tr>
            </a:tbl>
          </a:graphicData>
        </a:graphic>
      </p:graphicFrame>
      <p:graphicFrame>
        <p:nvGraphicFramePr>
          <p:cNvPr id="702" name="Google Shape;702;p72"/>
          <p:cNvGraphicFramePr/>
          <p:nvPr/>
        </p:nvGraphicFramePr>
        <p:xfrm>
          <a:off x="867300" y="2477200"/>
          <a:ext cx="3000000" cy="3000000"/>
        </p:xfrm>
        <a:graphic>
          <a:graphicData uri="http://schemas.openxmlformats.org/drawingml/2006/table">
            <a:tbl>
              <a:tblPr>
                <a:noFill/>
                <a:tableStyleId>{3253C111-60A9-42EC-B3C6-4C5E8A63008F}</a:tableStyleId>
              </a:tblPr>
              <a:tblGrid>
                <a:gridCol w="3737025"/>
                <a:gridCol w="1750975"/>
                <a:gridCol w="1750975"/>
              </a:tblGrid>
              <a:tr h="381000">
                <a:tc>
                  <a:txBody>
                    <a:bodyPr/>
                    <a:lstStyle/>
                    <a:p>
                      <a:pPr indent="0" lvl="0" marL="0" rtl="0" algn="l">
                        <a:spcBef>
                          <a:spcPts val="0"/>
                        </a:spcBef>
                        <a:spcAft>
                          <a:spcPts val="0"/>
                        </a:spcAft>
                        <a:buNone/>
                      </a:pPr>
                      <a:r>
                        <a:rPr b="1" lang="en" sz="1700">
                          <a:solidFill>
                            <a:schemeClr val="dk1"/>
                          </a:solidFill>
                        </a:rPr>
                        <a:t>Tabaco</a:t>
                      </a:r>
                      <a:endParaRPr b="1" sz="1700">
                        <a:solidFill>
                          <a:schemeClr val="dk1"/>
                        </a:solidFill>
                      </a:endParaRPr>
                    </a:p>
                    <a:p>
                      <a:pPr indent="0" lvl="0" marL="0" rtl="0" algn="l">
                        <a:spcBef>
                          <a:spcPts val="0"/>
                        </a:spcBef>
                        <a:spcAft>
                          <a:spcPts val="0"/>
                        </a:spcAft>
                        <a:buNone/>
                      </a:pPr>
                      <a:r>
                        <a:rPr lang="en">
                          <a:solidFill>
                            <a:schemeClr val="dk1"/>
                          </a:solidFill>
                        </a:rPr>
                        <a:t>Fumadores tienen el doble en sin ausencia - sus ausencias no se registran</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b="1" lang="en" sz="2600">
                          <a:solidFill>
                            <a:schemeClr val="dk1"/>
                          </a:solidFill>
                        </a:rPr>
                        <a:t>11.5%</a:t>
                      </a:r>
                      <a:endParaRPr b="1" sz="26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v</a:t>
                      </a:r>
                      <a:r>
                        <a:rPr lang="en">
                          <a:solidFill>
                            <a:schemeClr val="dk1"/>
                          </a:solidFill>
                        </a:rPr>
                        <a:t>s. 5.2% no fumador</a:t>
                      </a:r>
                      <a:endParaRPr>
                        <a:solidFill>
                          <a:schemeClr val="dk1"/>
                        </a:solidFill>
                      </a:endParaRPr>
                    </a:p>
                  </a:txBody>
                  <a:tcPr marT="91425" marB="91425" marR="91425" marL="91425" anchor="ctr"/>
                </a:tc>
              </a:tr>
            </a:tbl>
          </a:graphicData>
        </a:graphic>
      </p:graphicFrame>
      <p:graphicFrame>
        <p:nvGraphicFramePr>
          <p:cNvPr id="703" name="Google Shape;703;p72"/>
          <p:cNvGraphicFramePr/>
          <p:nvPr/>
        </p:nvGraphicFramePr>
        <p:xfrm>
          <a:off x="867300" y="3552850"/>
          <a:ext cx="3000000" cy="3000000"/>
        </p:xfrm>
        <a:graphic>
          <a:graphicData uri="http://schemas.openxmlformats.org/drawingml/2006/table">
            <a:tbl>
              <a:tblPr>
                <a:noFill/>
                <a:tableStyleId>{3253C111-60A9-42EC-B3C6-4C5E8A63008F}</a:tableStyleId>
              </a:tblPr>
              <a:tblGrid>
                <a:gridCol w="3737025"/>
                <a:gridCol w="1750975"/>
                <a:gridCol w="1750975"/>
              </a:tblGrid>
              <a:tr h="381000">
                <a:tc>
                  <a:txBody>
                    <a:bodyPr/>
                    <a:lstStyle/>
                    <a:p>
                      <a:pPr indent="0" lvl="0" marL="0" rtl="0" algn="l">
                        <a:spcBef>
                          <a:spcPts val="0"/>
                        </a:spcBef>
                        <a:spcAft>
                          <a:spcPts val="0"/>
                        </a:spcAft>
                        <a:buNone/>
                      </a:pPr>
                      <a:r>
                        <a:rPr b="1" lang="en" sz="1700">
                          <a:solidFill>
                            <a:schemeClr val="dk1"/>
                          </a:solidFill>
                        </a:rPr>
                        <a:t>Disciplina</a:t>
                      </a:r>
                      <a:endParaRPr b="1" sz="1700">
                        <a:solidFill>
                          <a:schemeClr val="dk1"/>
                        </a:solidFill>
                      </a:endParaRPr>
                    </a:p>
                    <a:p>
                      <a:pPr indent="0" lvl="0" marL="0" rtl="0" algn="l">
                        <a:spcBef>
                          <a:spcPts val="0"/>
                        </a:spcBef>
                        <a:spcAft>
                          <a:spcPts val="0"/>
                        </a:spcAft>
                        <a:buNone/>
                      </a:pPr>
                      <a:r>
                        <a:rPr lang="en">
                          <a:solidFill>
                            <a:schemeClr val="dk1"/>
                          </a:solidFill>
                        </a:rPr>
                        <a:t>El 100% aparece en sin ausencia - patrón atipico (requiere interpretación con cautela)</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b="1" lang="en" sz="2600">
                          <a:solidFill>
                            <a:schemeClr val="dk1"/>
                          </a:solidFill>
                        </a:rPr>
                        <a:t>100%</a:t>
                      </a:r>
                      <a:endParaRPr b="1" sz="26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En nivel sin ausencia</a:t>
                      </a:r>
                      <a:endParaRPr>
                        <a:solidFill>
                          <a:schemeClr val="dk1"/>
                        </a:solidFill>
                      </a:endParaRPr>
                    </a:p>
                  </a:txBody>
                  <a:tcPr marT="91425" marB="91425" marR="91425" marL="91425" anchor="ct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3"/>
          <p:cNvSpPr txBox="1"/>
          <p:nvPr>
            <p:ph type="title"/>
          </p:nvPr>
        </p:nvSpPr>
        <p:spPr>
          <a:xfrm>
            <a:off x="364200" y="588425"/>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Odd ratio - comparación modelo original vs. balanced</a:t>
            </a:r>
            <a:endParaRPr sz="2600"/>
          </a:p>
        </p:txBody>
      </p:sp>
      <p:pic>
        <p:nvPicPr>
          <p:cNvPr id="709" name="Google Shape;709;p73"/>
          <p:cNvPicPr preferRelativeResize="0"/>
          <p:nvPr/>
        </p:nvPicPr>
        <p:blipFill rotWithShape="1">
          <a:blip r:embed="rId4">
            <a:alphaModFix/>
          </a:blip>
          <a:srcRect b="0" l="0" r="0" t="13547"/>
          <a:stretch/>
        </p:blipFill>
        <p:spPr>
          <a:xfrm>
            <a:off x="219200" y="1066725"/>
            <a:ext cx="8705603" cy="39579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4"/>
          <p:cNvSpPr txBox="1"/>
          <p:nvPr>
            <p:ph type="title"/>
          </p:nvPr>
        </p:nvSpPr>
        <p:spPr>
          <a:xfrm>
            <a:off x="135600" y="283625"/>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Probabilidades predichas - modelo balanced</a:t>
            </a:r>
            <a:endParaRPr sz="2600"/>
          </a:p>
        </p:txBody>
      </p:sp>
      <p:sp>
        <p:nvSpPr>
          <p:cNvPr id="715" name="Google Shape;715;p74"/>
          <p:cNvSpPr txBox="1"/>
          <p:nvPr/>
        </p:nvSpPr>
        <p:spPr>
          <a:xfrm>
            <a:off x="3111424" y="965050"/>
            <a:ext cx="17250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No bebedor</a:t>
            </a:r>
            <a:endParaRPr sz="1200">
              <a:solidFill>
                <a:schemeClr val="dk1"/>
              </a:solidFill>
              <a:latin typeface="Albert Sans"/>
              <a:ea typeface="Albert Sans"/>
              <a:cs typeface="Albert Sans"/>
              <a:sym typeface="Albert Sans"/>
            </a:endParaRPr>
          </a:p>
        </p:txBody>
      </p:sp>
      <p:sp>
        <p:nvSpPr>
          <p:cNvPr id="716" name="Google Shape;716;p74"/>
          <p:cNvSpPr/>
          <p:nvPr/>
        </p:nvSpPr>
        <p:spPr>
          <a:xfrm>
            <a:off x="4186023" y="931450"/>
            <a:ext cx="3240300" cy="44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47.1%</a:t>
            </a:r>
            <a:r>
              <a:rPr lang="en">
                <a:latin typeface="Albert Sans"/>
                <a:ea typeface="Albert Sans"/>
                <a:cs typeface="Albert Sans"/>
                <a:sym typeface="Albert Sans"/>
              </a:rPr>
              <a:t> niveles </a:t>
            </a:r>
            <a:r>
              <a:rPr b="1" lang="en">
                <a:solidFill>
                  <a:srgbClr val="6AA84F"/>
                </a:solidFill>
                <a:latin typeface="Albert Sans"/>
                <a:ea typeface="Albert Sans"/>
                <a:cs typeface="Albert Sans"/>
                <a:sym typeface="Albert Sans"/>
              </a:rPr>
              <a:t>bajos</a:t>
            </a:r>
            <a:endParaRPr>
              <a:latin typeface="Albert Sans"/>
              <a:ea typeface="Albert Sans"/>
              <a:cs typeface="Albert Sans"/>
              <a:sym typeface="Albert Sans"/>
            </a:endParaRPr>
          </a:p>
        </p:txBody>
      </p:sp>
      <p:sp>
        <p:nvSpPr>
          <p:cNvPr id="717" name="Google Shape;717;p74"/>
          <p:cNvSpPr txBox="1"/>
          <p:nvPr/>
        </p:nvSpPr>
        <p:spPr>
          <a:xfrm>
            <a:off x="3329368" y="1488498"/>
            <a:ext cx="17250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B</a:t>
            </a:r>
            <a:r>
              <a:rPr lang="en" sz="1200">
                <a:solidFill>
                  <a:schemeClr val="dk1"/>
                </a:solidFill>
                <a:latin typeface="Albert Sans"/>
                <a:ea typeface="Albert Sans"/>
                <a:cs typeface="Albert Sans"/>
                <a:sym typeface="Albert Sans"/>
              </a:rPr>
              <a:t>ebedor</a:t>
            </a:r>
            <a:endParaRPr sz="1200">
              <a:solidFill>
                <a:schemeClr val="dk1"/>
              </a:solidFill>
              <a:latin typeface="Albert Sans"/>
              <a:ea typeface="Albert Sans"/>
              <a:cs typeface="Albert Sans"/>
              <a:sym typeface="Albert Sans"/>
            </a:endParaRPr>
          </a:p>
        </p:txBody>
      </p:sp>
      <p:sp>
        <p:nvSpPr>
          <p:cNvPr id="718" name="Google Shape;718;p74"/>
          <p:cNvSpPr/>
          <p:nvPr/>
        </p:nvSpPr>
        <p:spPr>
          <a:xfrm>
            <a:off x="4186023" y="1467200"/>
            <a:ext cx="3240300" cy="44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36</a:t>
            </a:r>
            <a:r>
              <a:rPr b="1" lang="en">
                <a:latin typeface="Albert Sans"/>
                <a:ea typeface="Albert Sans"/>
                <a:cs typeface="Albert Sans"/>
                <a:sym typeface="Albert Sans"/>
              </a:rPr>
              <a:t>%</a:t>
            </a:r>
            <a:r>
              <a:rPr lang="en">
                <a:latin typeface="Albert Sans"/>
                <a:ea typeface="Albert Sans"/>
                <a:cs typeface="Albert Sans"/>
                <a:sym typeface="Albert Sans"/>
              </a:rPr>
              <a:t> niveles </a:t>
            </a:r>
            <a:r>
              <a:rPr b="1" lang="en">
                <a:solidFill>
                  <a:srgbClr val="B45F06"/>
                </a:solidFill>
                <a:latin typeface="Albert Sans"/>
                <a:ea typeface="Albert Sans"/>
                <a:cs typeface="Albert Sans"/>
                <a:sym typeface="Albert Sans"/>
              </a:rPr>
              <a:t>medios</a:t>
            </a:r>
            <a:endParaRPr>
              <a:latin typeface="Albert Sans"/>
              <a:ea typeface="Albert Sans"/>
              <a:cs typeface="Albert Sans"/>
              <a:sym typeface="Albert Sans"/>
            </a:endParaRPr>
          </a:p>
        </p:txBody>
      </p:sp>
      <p:sp>
        <p:nvSpPr>
          <p:cNvPr id="719" name="Google Shape;719;p74"/>
          <p:cNvSpPr/>
          <p:nvPr/>
        </p:nvSpPr>
        <p:spPr>
          <a:xfrm>
            <a:off x="4186023" y="2690075"/>
            <a:ext cx="3240300" cy="44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44.3</a:t>
            </a:r>
            <a:r>
              <a:rPr b="1" lang="en">
                <a:latin typeface="Albert Sans"/>
                <a:ea typeface="Albert Sans"/>
                <a:cs typeface="Albert Sans"/>
                <a:sym typeface="Albert Sans"/>
              </a:rPr>
              <a:t>%</a:t>
            </a:r>
            <a:r>
              <a:rPr b="1" lang="en">
                <a:latin typeface="Albert Sans"/>
                <a:ea typeface="Albert Sans"/>
                <a:cs typeface="Albert Sans"/>
                <a:sym typeface="Albert Sans"/>
              </a:rPr>
              <a:t> </a:t>
            </a:r>
            <a:r>
              <a:rPr lang="en">
                <a:latin typeface="Albert Sans"/>
                <a:ea typeface="Albert Sans"/>
                <a:cs typeface="Albert Sans"/>
                <a:sym typeface="Albert Sans"/>
              </a:rPr>
              <a:t>niveles </a:t>
            </a:r>
            <a:r>
              <a:rPr b="1" lang="en">
                <a:solidFill>
                  <a:srgbClr val="6AA84F"/>
                </a:solidFill>
                <a:latin typeface="Albert Sans"/>
                <a:ea typeface="Albert Sans"/>
                <a:cs typeface="Albert Sans"/>
                <a:sym typeface="Albert Sans"/>
              </a:rPr>
              <a:t>bajos</a:t>
            </a:r>
            <a:endParaRPr>
              <a:latin typeface="Albert Sans"/>
              <a:ea typeface="Albert Sans"/>
              <a:cs typeface="Albert Sans"/>
              <a:sym typeface="Albert Sans"/>
            </a:endParaRPr>
          </a:p>
        </p:txBody>
      </p:sp>
      <p:sp>
        <p:nvSpPr>
          <p:cNvPr id="720" name="Google Shape;720;p74"/>
          <p:cNvSpPr/>
          <p:nvPr/>
        </p:nvSpPr>
        <p:spPr>
          <a:xfrm>
            <a:off x="4186022" y="2155350"/>
            <a:ext cx="3240300" cy="44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33.7%</a:t>
            </a:r>
            <a:r>
              <a:rPr lang="en">
                <a:latin typeface="Albert Sans"/>
                <a:ea typeface="Albert Sans"/>
                <a:cs typeface="Albert Sans"/>
                <a:sym typeface="Albert Sans"/>
              </a:rPr>
              <a:t> niveles </a:t>
            </a:r>
            <a:r>
              <a:rPr b="1" lang="en">
                <a:solidFill>
                  <a:srgbClr val="6AA84F"/>
                </a:solidFill>
                <a:latin typeface="Albert Sans"/>
                <a:ea typeface="Albert Sans"/>
                <a:cs typeface="Albert Sans"/>
                <a:sym typeface="Albert Sans"/>
              </a:rPr>
              <a:t>bajos</a:t>
            </a:r>
            <a:endParaRPr>
              <a:latin typeface="Albert Sans"/>
              <a:ea typeface="Albert Sans"/>
              <a:cs typeface="Albert Sans"/>
              <a:sym typeface="Albert Sans"/>
            </a:endParaRPr>
          </a:p>
        </p:txBody>
      </p:sp>
      <p:sp>
        <p:nvSpPr>
          <p:cNvPr id="721" name="Google Shape;721;p74"/>
          <p:cNvSpPr txBox="1"/>
          <p:nvPr/>
        </p:nvSpPr>
        <p:spPr>
          <a:xfrm>
            <a:off x="3099118" y="2197946"/>
            <a:ext cx="17250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No fumador</a:t>
            </a:r>
            <a:endParaRPr sz="1200">
              <a:solidFill>
                <a:schemeClr val="dk1"/>
              </a:solidFill>
              <a:latin typeface="Albert Sans"/>
              <a:ea typeface="Albert Sans"/>
              <a:cs typeface="Albert Sans"/>
              <a:sym typeface="Albert Sans"/>
            </a:endParaRPr>
          </a:p>
        </p:txBody>
      </p:sp>
      <p:sp>
        <p:nvSpPr>
          <p:cNvPr id="722" name="Google Shape;722;p74"/>
          <p:cNvSpPr txBox="1"/>
          <p:nvPr/>
        </p:nvSpPr>
        <p:spPr>
          <a:xfrm>
            <a:off x="3304757" y="2732671"/>
            <a:ext cx="17250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F</a:t>
            </a:r>
            <a:r>
              <a:rPr lang="en" sz="1200">
                <a:solidFill>
                  <a:schemeClr val="dk1"/>
                </a:solidFill>
                <a:latin typeface="Albert Sans"/>
                <a:ea typeface="Albert Sans"/>
                <a:cs typeface="Albert Sans"/>
                <a:sym typeface="Albert Sans"/>
              </a:rPr>
              <a:t>umador</a:t>
            </a:r>
            <a:endParaRPr sz="1200">
              <a:solidFill>
                <a:schemeClr val="dk1"/>
              </a:solidFill>
              <a:latin typeface="Albert Sans"/>
              <a:ea typeface="Albert Sans"/>
              <a:cs typeface="Albert Sans"/>
              <a:sym typeface="Albert Sans"/>
            </a:endParaRPr>
          </a:p>
        </p:txBody>
      </p:sp>
      <p:sp>
        <p:nvSpPr>
          <p:cNvPr id="723" name="Google Shape;723;p74"/>
          <p:cNvSpPr/>
          <p:nvPr/>
        </p:nvSpPr>
        <p:spPr>
          <a:xfrm>
            <a:off x="1485900" y="931450"/>
            <a:ext cx="1501500" cy="1004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Alcohol</a:t>
            </a:r>
            <a:endParaRPr b="1">
              <a:latin typeface="Albert Sans"/>
              <a:ea typeface="Albert Sans"/>
              <a:cs typeface="Albert Sans"/>
              <a:sym typeface="Albert Sans"/>
            </a:endParaRPr>
          </a:p>
        </p:txBody>
      </p:sp>
      <p:sp>
        <p:nvSpPr>
          <p:cNvPr id="724" name="Google Shape;724;p74"/>
          <p:cNvSpPr/>
          <p:nvPr/>
        </p:nvSpPr>
        <p:spPr>
          <a:xfrm>
            <a:off x="1485900" y="2155350"/>
            <a:ext cx="1501500" cy="1004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Tabaco</a:t>
            </a:r>
            <a:endParaRPr b="1">
              <a:latin typeface="Albert Sans"/>
              <a:ea typeface="Albert Sans"/>
              <a:cs typeface="Albert Sans"/>
              <a:sym typeface="Albert Sans"/>
            </a:endParaRPr>
          </a:p>
        </p:txBody>
      </p:sp>
      <p:sp>
        <p:nvSpPr>
          <p:cNvPr id="725" name="Google Shape;725;p74"/>
          <p:cNvSpPr/>
          <p:nvPr/>
        </p:nvSpPr>
        <p:spPr>
          <a:xfrm>
            <a:off x="1485900" y="3393944"/>
            <a:ext cx="1501500" cy="1004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Disciplina</a:t>
            </a:r>
            <a:endParaRPr b="1">
              <a:latin typeface="Albert Sans"/>
              <a:ea typeface="Albert Sans"/>
              <a:cs typeface="Albert Sans"/>
              <a:sym typeface="Albert Sans"/>
            </a:endParaRPr>
          </a:p>
        </p:txBody>
      </p:sp>
      <p:sp>
        <p:nvSpPr>
          <p:cNvPr id="726" name="Google Shape;726;p74"/>
          <p:cNvSpPr/>
          <p:nvPr/>
        </p:nvSpPr>
        <p:spPr>
          <a:xfrm>
            <a:off x="4186023" y="3388250"/>
            <a:ext cx="3240300" cy="44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36.3</a:t>
            </a:r>
            <a:r>
              <a:rPr b="1" lang="en">
                <a:latin typeface="Albert Sans"/>
                <a:ea typeface="Albert Sans"/>
                <a:cs typeface="Albert Sans"/>
                <a:sym typeface="Albert Sans"/>
              </a:rPr>
              <a:t>%</a:t>
            </a:r>
            <a:r>
              <a:rPr lang="en">
                <a:latin typeface="Albert Sans"/>
                <a:ea typeface="Albert Sans"/>
                <a:cs typeface="Albert Sans"/>
                <a:sym typeface="Albert Sans"/>
              </a:rPr>
              <a:t> niveles </a:t>
            </a:r>
            <a:r>
              <a:rPr b="1" lang="en">
                <a:solidFill>
                  <a:srgbClr val="6AA84F"/>
                </a:solidFill>
                <a:latin typeface="Albert Sans"/>
                <a:ea typeface="Albert Sans"/>
                <a:cs typeface="Albert Sans"/>
                <a:sym typeface="Albert Sans"/>
              </a:rPr>
              <a:t>bajos</a:t>
            </a:r>
            <a:endParaRPr>
              <a:latin typeface="Albert Sans"/>
              <a:ea typeface="Albert Sans"/>
              <a:cs typeface="Albert Sans"/>
              <a:sym typeface="Albert Sans"/>
            </a:endParaRPr>
          </a:p>
        </p:txBody>
      </p:sp>
      <p:sp>
        <p:nvSpPr>
          <p:cNvPr id="727" name="Google Shape;727;p74"/>
          <p:cNvSpPr txBox="1"/>
          <p:nvPr/>
        </p:nvSpPr>
        <p:spPr>
          <a:xfrm>
            <a:off x="3366997" y="3430850"/>
            <a:ext cx="9555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Sin falta</a:t>
            </a:r>
            <a:endParaRPr sz="1200">
              <a:solidFill>
                <a:schemeClr val="dk1"/>
              </a:solidFill>
              <a:latin typeface="Albert Sans"/>
              <a:ea typeface="Albert Sans"/>
              <a:cs typeface="Albert Sans"/>
              <a:sym typeface="Albert Sans"/>
            </a:endParaRPr>
          </a:p>
        </p:txBody>
      </p:sp>
      <p:sp>
        <p:nvSpPr>
          <p:cNvPr id="728" name="Google Shape;728;p74"/>
          <p:cNvSpPr/>
          <p:nvPr/>
        </p:nvSpPr>
        <p:spPr>
          <a:xfrm>
            <a:off x="4186023" y="3923600"/>
            <a:ext cx="3240300" cy="44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lbert Sans"/>
                <a:ea typeface="Albert Sans"/>
                <a:cs typeface="Albert Sans"/>
                <a:sym typeface="Albert Sans"/>
              </a:rPr>
              <a:t>97.6</a:t>
            </a:r>
            <a:r>
              <a:rPr b="1" lang="en">
                <a:latin typeface="Albert Sans"/>
                <a:ea typeface="Albert Sans"/>
                <a:cs typeface="Albert Sans"/>
                <a:sym typeface="Albert Sans"/>
              </a:rPr>
              <a:t>%</a:t>
            </a:r>
            <a:r>
              <a:rPr lang="en">
                <a:latin typeface="Albert Sans"/>
                <a:ea typeface="Albert Sans"/>
                <a:cs typeface="Albert Sans"/>
                <a:sym typeface="Albert Sans"/>
              </a:rPr>
              <a:t> niveles </a:t>
            </a:r>
            <a:r>
              <a:rPr b="1" lang="en">
                <a:solidFill>
                  <a:schemeClr val="lt1"/>
                </a:solidFill>
                <a:latin typeface="Albert Sans"/>
                <a:ea typeface="Albert Sans"/>
                <a:cs typeface="Albert Sans"/>
                <a:sym typeface="Albert Sans"/>
              </a:rPr>
              <a:t>nulos</a:t>
            </a:r>
            <a:endParaRPr>
              <a:latin typeface="Albert Sans"/>
              <a:ea typeface="Albert Sans"/>
              <a:cs typeface="Albert Sans"/>
              <a:sym typeface="Albert Sans"/>
            </a:endParaRPr>
          </a:p>
        </p:txBody>
      </p:sp>
      <p:sp>
        <p:nvSpPr>
          <p:cNvPr id="729" name="Google Shape;729;p74"/>
          <p:cNvSpPr txBox="1"/>
          <p:nvPr/>
        </p:nvSpPr>
        <p:spPr>
          <a:xfrm>
            <a:off x="3297425" y="3976850"/>
            <a:ext cx="9555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Con</a:t>
            </a:r>
            <a:r>
              <a:rPr lang="en" sz="1200">
                <a:solidFill>
                  <a:schemeClr val="dk1"/>
                </a:solidFill>
                <a:latin typeface="Albert Sans"/>
                <a:ea typeface="Albert Sans"/>
                <a:cs typeface="Albert Sans"/>
                <a:sym typeface="Albert Sans"/>
              </a:rPr>
              <a:t> falta</a:t>
            </a:r>
            <a:endParaRPr sz="1200">
              <a:solidFill>
                <a:schemeClr val="dk1"/>
              </a:solidFill>
              <a:latin typeface="Albert Sans"/>
              <a:ea typeface="Albert Sans"/>
              <a:cs typeface="Albert Sans"/>
              <a:sym typeface="Albert Sans"/>
            </a:endParaRPr>
          </a:p>
        </p:txBody>
      </p:sp>
      <p:sp>
        <p:nvSpPr>
          <p:cNvPr id="730" name="Google Shape;730;p74"/>
          <p:cNvSpPr/>
          <p:nvPr/>
        </p:nvSpPr>
        <p:spPr>
          <a:xfrm>
            <a:off x="4093271" y="3277500"/>
            <a:ext cx="3439800" cy="12033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31" name="Google Shape;731;p74"/>
          <p:cNvSpPr txBox="1"/>
          <p:nvPr/>
        </p:nvSpPr>
        <p:spPr>
          <a:xfrm>
            <a:off x="742600" y="4535782"/>
            <a:ext cx="7986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Los resultados deben interpretarse con cautela por fuerte desbalance de la muestra</a:t>
            </a:r>
            <a:r>
              <a:rPr lang="en" sz="1200">
                <a:solidFill>
                  <a:schemeClr val="dk1"/>
                </a:solidFill>
                <a:latin typeface="Albert Sans"/>
                <a:ea typeface="Albert Sans"/>
                <a:cs typeface="Albert Sans"/>
                <a:sym typeface="Albert Sans"/>
              </a:rPr>
              <a:t> (1003 registros sin falta vs. 53 registros con falta).</a:t>
            </a:r>
            <a:endParaRPr sz="1200">
              <a:solidFill>
                <a:schemeClr val="dk1"/>
              </a:solidFill>
              <a:latin typeface="Albert Sans"/>
              <a:ea typeface="Albert Sans"/>
              <a:cs typeface="Albert Sans"/>
              <a:sym typeface="Albert Sans"/>
            </a:endParaRPr>
          </a:p>
        </p:txBody>
      </p:sp>
      <p:cxnSp>
        <p:nvCxnSpPr>
          <p:cNvPr id="732" name="Google Shape;732;p74"/>
          <p:cNvCxnSpPr/>
          <p:nvPr/>
        </p:nvCxnSpPr>
        <p:spPr>
          <a:xfrm flipH="1">
            <a:off x="3699222" y="4262225"/>
            <a:ext cx="383400" cy="372600"/>
          </a:xfrm>
          <a:prstGeom prst="straightConnector1">
            <a:avLst/>
          </a:prstGeom>
          <a:noFill/>
          <a:ln cap="flat" cmpd="sng" w="19050">
            <a:solidFill>
              <a:srgbClr val="CC0000"/>
            </a:solidFill>
            <a:prstDash val="solid"/>
            <a:round/>
            <a:headEnd len="med" w="med" type="none"/>
            <a:tailEnd len="med" w="med" type="triangle"/>
          </a:ln>
        </p:spPr>
      </p:cxnSp>
      <p:pic>
        <p:nvPicPr>
          <p:cNvPr id="733" name="Google Shape;733;p74"/>
          <p:cNvPicPr preferRelativeResize="0"/>
          <p:nvPr/>
        </p:nvPicPr>
        <p:blipFill>
          <a:blip r:embed="rId3">
            <a:alphaModFix/>
          </a:blip>
          <a:stretch>
            <a:fillRect/>
          </a:stretch>
        </p:blipFill>
        <p:spPr>
          <a:xfrm>
            <a:off x="210139" y="4602177"/>
            <a:ext cx="669600" cy="446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75"/>
          <p:cNvSpPr txBox="1"/>
          <p:nvPr>
            <p:ph type="title"/>
          </p:nvPr>
        </p:nvSpPr>
        <p:spPr>
          <a:xfrm>
            <a:off x="309298" y="283625"/>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Perfil de riesgo combinado</a:t>
            </a:r>
            <a:endParaRPr sz="2600"/>
          </a:p>
        </p:txBody>
      </p:sp>
      <p:sp>
        <p:nvSpPr>
          <p:cNvPr id="739" name="Google Shape;739;p75"/>
          <p:cNvSpPr/>
          <p:nvPr/>
        </p:nvSpPr>
        <p:spPr>
          <a:xfrm>
            <a:off x="3205350" y="1496800"/>
            <a:ext cx="4496100" cy="1004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latin typeface="Albert Sans"/>
                <a:ea typeface="Albert Sans"/>
                <a:cs typeface="Albert Sans"/>
                <a:sym typeface="Albert Sans"/>
              </a:rPr>
              <a:t>Bebedor social sin falta disciplinaria</a:t>
            </a:r>
            <a:endParaRPr b="1" sz="1900">
              <a:latin typeface="Albert Sans"/>
              <a:ea typeface="Albert Sans"/>
              <a:cs typeface="Albert Sans"/>
              <a:sym typeface="Albert Sans"/>
            </a:endParaRPr>
          </a:p>
        </p:txBody>
      </p:sp>
      <p:sp>
        <p:nvSpPr>
          <p:cNvPr id="740" name="Google Shape;740;p75"/>
          <p:cNvSpPr txBox="1"/>
          <p:nvPr>
            <p:ph type="title"/>
          </p:nvPr>
        </p:nvSpPr>
        <p:spPr>
          <a:xfrm>
            <a:off x="309300" y="770175"/>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100"/>
              <a:t>Perfil detectado:</a:t>
            </a:r>
            <a:endParaRPr sz="2100"/>
          </a:p>
        </p:txBody>
      </p:sp>
      <p:pic>
        <p:nvPicPr>
          <p:cNvPr id="741" name="Google Shape;741;p75"/>
          <p:cNvPicPr preferRelativeResize="0"/>
          <p:nvPr/>
        </p:nvPicPr>
        <p:blipFill>
          <a:blip r:embed="rId3">
            <a:alphaModFix/>
          </a:blip>
          <a:stretch>
            <a:fillRect/>
          </a:stretch>
        </p:blipFill>
        <p:spPr>
          <a:xfrm>
            <a:off x="1060275" y="1330575"/>
            <a:ext cx="2145074" cy="1430049"/>
          </a:xfrm>
          <a:prstGeom prst="rect">
            <a:avLst/>
          </a:prstGeom>
          <a:noFill/>
          <a:ln>
            <a:noFill/>
          </a:ln>
        </p:spPr>
      </p:pic>
      <p:sp>
        <p:nvSpPr>
          <p:cNvPr id="742" name="Google Shape;742;p75"/>
          <p:cNvSpPr txBox="1"/>
          <p:nvPr>
            <p:ph type="title"/>
          </p:nvPr>
        </p:nvSpPr>
        <p:spPr>
          <a:xfrm>
            <a:off x="451075" y="2782850"/>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100"/>
              <a:t>Niveles del perfil de riesgo vs resto de empleados:</a:t>
            </a:r>
            <a:endParaRPr sz="2100"/>
          </a:p>
        </p:txBody>
      </p:sp>
      <p:graphicFrame>
        <p:nvGraphicFramePr>
          <p:cNvPr id="743" name="Google Shape;743;p75"/>
          <p:cNvGraphicFramePr/>
          <p:nvPr/>
        </p:nvGraphicFramePr>
        <p:xfrm>
          <a:off x="698575" y="3383450"/>
          <a:ext cx="3000000" cy="3000000"/>
        </p:xfrm>
        <a:graphic>
          <a:graphicData uri="http://schemas.openxmlformats.org/drawingml/2006/table">
            <a:tbl>
              <a:tblPr>
                <a:noFill/>
                <a:tableStyleId>{3253C111-60A9-42EC-B3C6-4C5E8A63008F}</a:tableStyleId>
              </a:tblPr>
              <a:tblGrid>
                <a:gridCol w="2468225"/>
              </a:tblGrid>
              <a:tr h="381000">
                <a:tc>
                  <a:txBody>
                    <a:bodyPr/>
                    <a:lstStyle/>
                    <a:p>
                      <a:pPr indent="0" lvl="0" marL="0" rtl="0" algn="l">
                        <a:spcBef>
                          <a:spcPts val="0"/>
                        </a:spcBef>
                        <a:spcAft>
                          <a:spcPts val="0"/>
                        </a:spcAft>
                        <a:buNone/>
                      </a:pPr>
                      <a:r>
                        <a:rPr lang="en"/>
                        <a:t>Perfil de riesgo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r>
              <a:tr h="381000">
                <a:tc>
                  <a:txBody>
                    <a:bodyPr/>
                    <a:lstStyle/>
                    <a:p>
                      <a:pPr indent="0" lvl="0" marL="0" rtl="0" algn="l">
                        <a:spcBef>
                          <a:spcPts val="0"/>
                        </a:spcBef>
                        <a:spcAft>
                          <a:spcPts val="0"/>
                        </a:spcAft>
                        <a:buNone/>
                      </a:pPr>
                      <a:r>
                        <a:rPr lang="en">
                          <a:solidFill>
                            <a:schemeClr val="dk1"/>
                          </a:solidFill>
                        </a:rPr>
                        <a:t>Nivel bajo: </a:t>
                      </a:r>
                      <a:r>
                        <a:rPr b="1" lang="en">
                          <a:solidFill>
                            <a:srgbClr val="6AA84F"/>
                          </a:solidFill>
                        </a:rPr>
                        <a:t>85.2%</a:t>
                      </a:r>
                      <a:endParaRPr b="1">
                        <a:solidFill>
                          <a:srgbClr val="6AA84F"/>
                        </a:solidFill>
                      </a:endParaRPr>
                    </a:p>
                    <a:p>
                      <a:pPr indent="0" lvl="0" marL="0" rtl="0" algn="l">
                        <a:spcBef>
                          <a:spcPts val="0"/>
                        </a:spcBef>
                        <a:spcAft>
                          <a:spcPts val="0"/>
                        </a:spcAft>
                        <a:buNone/>
                      </a:pPr>
                      <a:r>
                        <a:rPr lang="en">
                          <a:solidFill>
                            <a:schemeClr val="dk1"/>
                          </a:solidFill>
                        </a:rPr>
                        <a:t>Nivel medio: </a:t>
                      </a:r>
                      <a:r>
                        <a:rPr b="1" lang="en">
                          <a:solidFill>
                            <a:srgbClr val="E69138"/>
                          </a:solidFill>
                        </a:rPr>
                        <a:t>8.4%</a:t>
                      </a:r>
                      <a:endParaRPr b="1">
                        <a:solidFill>
                          <a:srgbClr val="E69138"/>
                        </a:solidFill>
                      </a:endParaRPr>
                    </a:p>
                    <a:p>
                      <a:pPr indent="0" lvl="0" marL="0" rtl="0" algn="l">
                        <a:spcBef>
                          <a:spcPts val="0"/>
                        </a:spcBef>
                        <a:spcAft>
                          <a:spcPts val="0"/>
                        </a:spcAft>
                        <a:buNone/>
                      </a:pPr>
                      <a:r>
                        <a:rPr lang="en">
                          <a:solidFill>
                            <a:schemeClr val="dk1"/>
                          </a:solidFill>
                        </a:rPr>
                        <a:t>Nivel alto: </a:t>
                      </a:r>
                      <a:r>
                        <a:rPr b="1" lang="en">
                          <a:solidFill>
                            <a:srgbClr val="CC0000"/>
                          </a:solidFill>
                        </a:rPr>
                        <a:t>5.7%</a:t>
                      </a:r>
                      <a:endParaRPr b="1">
                        <a:solidFill>
                          <a:srgbClr val="CC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744" name="Google Shape;744;p75"/>
          <p:cNvGraphicFramePr/>
          <p:nvPr/>
        </p:nvGraphicFramePr>
        <p:xfrm>
          <a:off x="3646475" y="3383450"/>
          <a:ext cx="3000000" cy="3000000"/>
        </p:xfrm>
        <a:graphic>
          <a:graphicData uri="http://schemas.openxmlformats.org/drawingml/2006/table">
            <a:tbl>
              <a:tblPr>
                <a:noFill/>
                <a:tableStyleId>{3253C111-60A9-42EC-B3C6-4C5E8A63008F}</a:tableStyleId>
              </a:tblPr>
              <a:tblGrid>
                <a:gridCol w="2468225"/>
              </a:tblGrid>
              <a:tr h="381000">
                <a:tc>
                  <a:txBody>
                    <a:bodyPr/>
                    <a:lstStyle/>
                    <a:p>
                      <a:pPr indent="0" lvl="0" marL="0" rtl="0" algn="l">
                        <a:spcBef>
                          <a:spcPts val="0"/>
                        </a:spcBef>
                        <a:spcAft>
                          <a:spcPts val="0"/>
                        </a:spcAft>
                        <a:buNone/>
                      </a:pPr>
                      <a:r>
                        <a:rPr lang="en"/>
                        <a:t>Resto de empleados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r>
              <a:tr h="381000">
                <a:tc>
                  <a:txBody>
                    <a:bodyPr/>
                    <a:lstStyle/>
                    <a:p>
                      <a:pPr indent="0" lvl="0" marL="0" rtl="0" algn="l">
                        <a:spcBef>
                          <a:spcPts val="0"/>
                        </a:spcBef>
                        <a:spcAft>
                          <a:spcPts val="0"/>
                        </a:spcAft>
                        <a:buNone/>
                      </a:pPr>
                      <a:r>
                        <a:rPr lang="en">
                          <a:solidFill>
                            <a:schemeClr val="dk1"/>
                          </a:solidFill>
                        </a:rPr>
                        <a:t>Nivel bajo: </a:t>
                      </a:r>
                      <a:r>
                        <a:rPr b="1" lang="en">
                          <a:solidFill>
                            <a:srgbClr val="6AA84F"/>
                          </a:solidFill>
                        </a:rPr>
                        <a:t>83.5%</a:t>
                      </a:r>
                      <a:endParaRPr b="1">
                        <a:solidFill>
                          <a:srgbClr val="6AA84F"/>
                        </a:solidFill>
                      </a:endParaRPr>
                    </a:p>
                    <a:p>
                      <a:pPr indent="0" lvl="0" marL="0" rtl="0" algn="l">
                        <a:spcBef>
                          <a:spcPts val="0"/>
                        </a:spcBef>
                        <a:spcAft>
                          <a:spcPts val="0"/>
                        </a:spcAft>
                        <a:buNone/>
                      </a:pPr>
                      <a:r>
                        <a:rPr lang="en">
                          <a:solidFill>
                            <a:schemeClr val="dk1"/>
                          </a:solidFill>
                        </a:rPr>
                        <a:t>Nivel medio: </a:t>
                      </a:r>
                      <a:r>
                        <a:rPr b="1" lang="en">
                          <a:solidFill>
                            <a:srgbClr val="E69138"/>
                          </a:solidFill>
                        </a:rPr>
                        <a:t>4.3%</a:t>
                      </a:r>
                      <a:endParaRPr b="1">
                        <a:solidFill>
                          <a:srgbClr val="E69138"/>
                        </a:solidFill>
                      </a:endParaRPr>
                    </a:p>
                    <a:p>
                      <a:pPr indent="0" lvl="0" marL="0" rtl="0" algn="l">
                        <a:spcBef>
                          <a:spcPts val="0"/>
                        </a:spcBef>
                        <a:spcAft>
                          <a:spcPts val="0"/>
                        </a:spcAft>
                        <a:buNone/>
                      </a:pPr>
                      <a:r>
                        <a:rPr lang="en">
                          <a:solidFill>
                            <a:schemeClr val="dk1"/>
                          </a:solidFill>
                        </a:rPr>
                        <a:t>Nivel alto: </a:t>
                      </a:r>
                      <a:r>
                        <a:rPr b="1" lang="en">
                          <a:solidFill>
                            <a:srgbClr val="CC0000"/>
                          </a:solidFill>
                        </a:rPr>
                        <a:t>1%</a:t>
                      </a:r>
                      <a:endParaRPr b="1">
                        <a:solidFill>
                          <a:srgbClr val="CC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45" name="Google Shape;745;p75"/>
          <p:cNvSpPr/>
          <p:nvPr/>
        </p:nvSpPr>
        <p:spPr>
          <a:xfrm>
            <a:off x="6514400" y="3617600"/>
            <a:ext cx="287400" cy="266100"/>
          </a:xfrm>
          <a:prstGeom prst="rect">
            <a:avLst/>
          </a:prstGeom>
          <a:solidFill>
            <a:srgbClr val="E691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46" name="Google Shape;746;p75"/>
          <p:cNvSpPr/>
          <p:nvPr/>
        </p:nvSpPr>
        <p:spPr>
          <a:xfrm>
            <a:off x="6514400" y="4075525"/>
            <a:ext cx="287400" cy="266100"/>
          </a:xfrm>
          <a:prstGeom prst="rect">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47" name="Google Shape;747;p75"/>
          <p:cNvSpPr txBox="1"/>
          <p:nvPr/>
        </p:nvSpPr>
        <p:spPr>
          <a:xfrm>
            <a:off x="6833375" y="3550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+95%</a:t>
            </a:r>
            <a:endParaRPr>
              <a:solidFill>
                <a:schemeClr val="dk1"/>
              </a:solidFill>
            </a:endParaRPr>
          </a:p>
        </p:txBody>
      </p:sp>
      <p:sp>
        <p:nvSpPr>
          <p:cNvPr id="748" name="Google Shape;748;p75"/>
          <p:cNvSpPr txBox="1"/>
          <p:nvPr/>
        </p:nvSpPr>
        <p:spPr>
          <a:xfrm>
            <a:off x="6835051" y="40084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+470% (~5,7 veces más)</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6"/>
          <p:cNvSpPr txBox="1"/>
          <p:nvPr>
            <p:ph type="title"/>
          </p:nvPr>
        </p:nvSpPr>
        <p:spPr>
          <a:xfrm>
            <a:off x="440400" y="512225"/>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Conclusiones</a:t>
            </a:r>
            <a:endParaRPr sz="2600"/>
          </a:p>
        </p:txBody>
      </p:sp>
      <p:sp>
        <p:nvSpPr>
          <p:cNvPr id="754" name="Google Shape;754;p76"/>
          <p:cNvSpPr txBox="1"/>
          <p:nvPr/>
        </p:nvSpPr>
        <p:spPr>
          <a:xfrm>
            <a:off x="183400" y="2811357"/>
            <a:ext cx="30000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rPr>
              <a:t>PRINCIPAL FACTOR ASOCIADO AL ABSENTISMO</a:t>
            </a:r>
            <a:endParaRPr b="1" sz="1100">
              <a:solidFill>
                <a:schemeClr val="dk1"/>
              </a:solidFill>
            </a:endParaRPr>
          </a:p>
          <a:p>
            <a:pPr indent="0" lvl="0" marL="0" rtl="0" algn="ctr">
              <a:spcBef>
                <a:spcPts val="0"/>
              </a:spcBef>
              <a:spcAft>
                <a:spcPts val="0"/>
              </a:spcAft>
              <a:buNone/>
            </a:pPr>
            <a:r>
              <a:rPr lang="en" sz="1100">
                <a:solidFill>
                  <a:schemeClr val="dk1"/>
                </a:solidFill>
              </a:rPr>
              <a:t>Aumenta claramente la probabilidad de ausencias medias y altas.</a:t>
            </a:r>
            <a:endParaRPr>
              <a:solidFill>
                <a:schemeClr val="dk1"/>
              </a:solidFill>
            </a:endParaRPr>
          </a:p>
        </p:txBody>
      </p:sp>
      <p:sp>
        <p:nvSpPr>
          <p:cNvPr id="755" name="Google Shape;755;p76"/>
          <p:cNvSpPr txBox="1"/>
          <p:nvPr/>
        </p:nvSpPr>
        <p:spPr>
          <a:xfrm>
            <a:off x="3133194" y="2811357"/>
            <a:ext cx="30000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rPr>
              <a:t>IMPACTO LIMITADO Y NO CONCLUYENTE</a:t>
            </a:r>
            <a:endParaRPr b="1" sz="1100">
              <a:solidFill>
                <a:schemeClr val="dk1"/>
              </a:solidFill>
            </a:endParaRPr>
          </a:p>
          <a:p>
            <a:pPr indent="0" lvl="0" marL="0" rtl="0" algn="ctr">
              <a:spcBef>
                <a:spcPts val="0"/>
              </a:spcBef>
              <a:spcAft>
                <a:spcPts val="0"/>
              </a:spcAft>
              <a:buNone/>
            </a:pPr>
            <a:r>
              <a:rPr lang="en" sz="1100">
                <a:solidFill>
                  <a:schemeClr val="dk1"/>
                </a:solidFill>
              </a:rPr>
              <a:t>Asociado</a:t>
            </a:r>
            <a:r>
              <a:rPr lang="en" sz="1100">
                <a:solidFill>
                  <a:schemeClr val="dk1"/>
                </a:solidFill>
              </a:rPr>
              <a:t> a ausencias cortas, no a niveles graves.</a:t>
            </a:r>
            <a:endParaRPr>
              <a:solidFill>
                <a:schemeClr val="dk1"/>
              </a:solidFill>
            </a:endParaRPr>
          </a:p>
        </p:txBody>
      </p:sp>
      <p:sp>
        <p:nvSpPr>
          <p:cNvPr id="756" name="Google Shape;756;p76"/>
          <p:cNvSpPr txBox="1"/>
          <p:nvPr/>
        </p:nvSpPr>
        <p:spPr>
          <a:xfrm>
            <a:off x="6019093" y="2811357"/>
            <a:ext cx="30000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rPr>
              <a:t>PATRÓN ATÍPICO, NO FIABLE</a:t>
            </a:r>
            <a:endParaRPr b="1" sz="1100">
              <a:solidFill>
                <a:schemeClr val="dk1"/>
              </a:solidFill>
            </a:endParaRPr>
          </a:p>
          <a:p>
            <a:pPr indent="0" lvl="0" marL="0" rtl="0" algn="ctr">
              <a:spcBef>
                <a:spcPts val="0"/>
              </a:spcBef>
              <a:spcAft>
                <a:spcPts val="0"/>
              </a:spcAft>
              <a:buNone/>
            </a:pPr>
            <a:r>
              <a:rPr lang="en" sz="1100">
                <a:solidFill>
                  <a:schemeClr val="dk1"/>
                </a:solidFill>
              </a:rPr>
              <a:t>Resultados distorsionados por el bajo número de casos.</a:t>
            </a:r>
            <a:endParaRPr>
              <a:solidFill>
                <a:schemeClr val="dk1"/>
              </a:solidFill>
            </a:endParaRPr>
          </a:p>
        </p:txBody>
      </p:sp>
      <p:pic>
        <p:nvPicPr>
          <p:cNvPr id="757" name="Google Shape;757;p76"/>
          <p:cNvPicPr preferRelativeResize="0"/>
          <p:nvPr/>
        </p:nvPicPr>
        <p:blipFill rotWithShape="1">
          <a:blip r:embed="rId3">
            <a:alphaModFix/>
          </a:blip>
          <a:srcRect b="24265" l="0" r="0" t="20260"/>
          <a:stretch/>
        </p:blipFill>
        <p:spPr>
          <a:xfrm>
            <a:off x="3250075" y="1831633"/>
            <a:ext cx="2481251" cy="979725"/>
          </a:xfrm>
          <a:prstGeom prst="rect">
            <a:avLst/>
          </a:prstGeom>
          <a:noFill/>
          <a:ln>
            <a:noFill/>
          </a:ln>
        </p:spPr>
      </p:pic>
      <p:pic>
        <p:nvPicPr>
          <p:cNvPr id="758" name="Google Shape;758;p76"/>
          <p:cNvPicPr preferRelativeResize="0"/>
          <p:nvPr/>
        </p:nvPicPr>
        <p:blipFill rotWithShape="1">
          <a:blip r:embed="rId4">
            <a:alphaModFix/>
          </a:blip>
          <a:srcRect b="29814" l="0" r="0" t="18461"/>
          <a:stretch/>
        </p:blipFill>
        <p:spPr>
          <a:xfrm>
            <a:off x="344975" y="1889132"/>
            <a:ext cx="2596301" cy="979725"/>
          </a:xfrm>
          <a:prstGeom prst="rect">
            <a:avLst/>
          </a:prstGeom>
          <a:noFill/>
          <a:ln>
            <a:noFill/>
          </a:ln>
        </p:spPr>
      </p:pic>
      <p:pic>
        <p:nvPicPr>
          <p:cNvPr id="759" name="Google Shape;759;p76"/>
          <p:cNvPicPr preferRelativeResize="0"/>
          <p:nvPr/>
        </p:nvPicPr>
        <p:blipFill>
          <a:blip r:embed="rId5">
            <a:alphaModFix/>
          </a:blip>
          <a:stretch>
            <a:fillRect/>
          </a:stretch>
        </p:blipFill>
        <p:spPr>
          <a:xfrm>
            <a:off x="6125335" y="1539482"/>
            <a:ext cx="2649523" cy="18941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77"/>
          <p:cNvSpPr txBox="1"/>
          <p:nvPr>
            <p:ph type="title"/>
          </p:nvPr>
        </p:nvSpPr>
        <p:spPr>
          <a:xfrm>
            <a:off x="440400" y="512225"/>
            <a:ext cx="7188000" cy="56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Propuestas</a:t>
            </a:r>
            <a:endParaRPr sz="2600"/>
          </a:p>
        </p:txBody>
      </p:sp>
      <p:sp>
        <p:nvSpPr>
          <p:cNvPr id="765" name="Google Shape;765;p77"/>
          <p:cNvSpPr txBox="1"/>
          <p:nvPr/>
        </p:nvSpPr>
        <p:spPr>
          <a:xfrm>
            <a:off x="357100" y="2523825"/>
            <a:ext cx="27864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rPr>
              <a:t>PREVENCIÓN DEL CONSUMO DE ALCOHOL</a:t>
            </a:r>
            <a:endParaRPr b="1" sz="1100">
              <a:solidFill>
                <a:schemeClr val="dk1"/>
              </a:solidFill>
            </a:endParaRPr>
          </a:p>
          <a:p>
            <a:pPr indent="0" lvl="0" marL="0" rtl="0" algn="ctr">
              <a:spcBef>
                <a:spcPts val="0"/>
              </a:spcBef>
              <a:spcAft>
                <a:spcPts val="0"/>
              </a:spcAft>
              <a:buNone/>
            </a:pPr>
            <a:r>
              <a:rPr lang="en" sz="1100">
                <a:solidFill>
                  <a:schemeClr val="dk1"/>
                </a:solidFill>
              </a:rPr>
              <a:t>Promover hábitos preventivos en relación con el consumo de alcohol</a:t>
            </a:r>
            <a:endParaRPr b="1" sz="1100">
              <a:solidFill>
                <a:schemeClr val="dk1"/>
              </a:solidFill>
            </a:endParaRPr>
          </a:p>
        </p:txBody>
      </p:sp>
      <p:sp>
        <p:nvSpPr>
          <p:cNvPr id="766" name="Google Shape;766;p77"/>
          <p:cNvSpPr txBox="1"/>
          <p:nvPr/>
        </p:nvSpPr>
        <p:spPr>
          <a:xfrm>
            <a:off x="3118520" y="2523825"/>
            <a:ext cx="30000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rPr>
              <a:t>SEGUIMIENTO DEL ABSENTISMO DE CORTA DURACIÓN</a:t>
            </a:r>
            <a:endParaRPr b="1" sz="1100">
              <a:solidFill>
                <a:schemeClr val="dk1"/>
              </a:solidFill>
            </a:endParaRPr>
          </a:p>
          <a:p>
            <a:pPr indent="0" lvl="0" marL="0" rtl="0" algn="ctr">
              <a:spcBef>
                <a:spcPts val="0"/>
              </a:spcBef>
              <a:spcAft>
                <a:spcPts val="0"/>
              </a:spcAft>
              <a:buNone/>
            </a:pPr>
            <a:r>
              <a:rPr lang="en" sz="1100">
                <a:solidFill>
                  <a:schemeClr val="dk1"/>
                </a:solidFill>
              </a:rPr>
              <a:t>Detectar patrones y actuar de forma temprana.</a:t>
            </a:r>
            <a:endParaRPr b="1" sz="1100">
              <a:solidFill>
                <a:schemeClr val="dk1"/>
              </a:solidFill>
            </a:endParaRPr>
          </a:p>
        </p:txBody>
      </p:sp>
      <p:sp>
        <p:nvSpPr>
          <p:cNvPr id="767" name="Google Shape;767;p77"/>
          <p:cNvSpPr txBox="1"/>
          <p:nvPr/>
        </p:nvSpPr>
        <p:spPr>
          <a:xfrm>
            <a:off x="6016211" y="2523825"/>
            <a:ext cx="28992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rPr>
              <a:t>PROMOCIÓN DE HÁBITOS SALUDABLES</a:t>
            </a:r>
            <a:endParaRPr b="1" sz="1100">
              <a:solidFill>
                <a:schemeClr val="dk1"/>
              </a:solidFill>
            </a:endParaRPr>
          </a:p>
          <a:p>
            <a:pPr indent="0" lvl="0" marL="0" rtl="0" algn="ctr">
              <a:spcBef>
                <a:spcPts val="0"/>
              </a:spcBef>
              <a:spcAft>
                <a:spcPts val="0"/>
              </a:spcAft>
              <a:buNone/>
            </a:pPr>
            <a:r>
              <a:rPr lang="en" sz="1100">
                <a:solidFill>
                  <a:schemeClr val="dk1"/>
                </a:solidFill>
              </a:rPr>
              <a:t>Integrar prácticas de bienestar en el día a día laboral</a:t>
            </a:r>
            <a:endParaRPr sz="1100">
              <a:solidFill>
                <a:schemeClr val="dk1"/>
              </a:solidFill>
            </a:endParaRPr>
          </a:p>
        </p:txBody>
      </p:sp>
      <p:pic>
        <p:nvPicPr>
          <p:cNvPr id="768" name="Google Shape;768;p77"/>
          <p:cNvPicPr preferRelativeResize="0"/>
          <p:nvPr/>
        </p:nvPicPr>
        <p:blipFill>
          <a:blip r:embed="rId3">
            <a:alphaModFix/>
          </a:blip>
          <a:stretch>
            <a:fillRect/>
          </a:stretch>
        </p:blipFill>
        <p:spPr>
          <a:xfrm>
            <a:off x="751100" y="1630975"/>
            <a:ext cx="1769875" cy="1179924"/>
          </a:xfrm>
          <a:prstGeom prst="rect">
            <a:avLst/>
          </a:prstGeom>
          <a:noFill/>
          <a:ln>
            <a:noFill/>
          </a:ln>
        </p:spPr>
      </p:pic>
      <p:pic>
        <p:nvPicPr>
          <p:cNvPr id="769" name="Google Shape;769;p77"/>
          <p:cNvPicPr preferRelativeResize="0"/>
          <p:nvPr/>
        </p:nvPicPr>
        <p:blipFill rotWithShape="1">
          <a:blip r:embed="rId4">
            <a:alphaModFix/>
          </a:blip>
          <a:srcRect b="16524" l="0" r="0" t="18726"/>
          <a:stretch/>
        </p:blipFill>
        <p:spPr>
          <a:xfrm>
            <a:off x="3669245" y="1772677"/>
            <a:ext cx="1996723" cy="861901"/>
          </a:xfrm>
          <a:prstGeom prst="rect">
            <a:avLst/>
          </a:prstGeom>
          <a:noFill/>
          <a:ln>
            <a:noFill/>
          </a:ln>
        </p:spPr>
      </p:pic>
      <p:pic>
        <p:nvPicPr>
          <p:cNvPr id="770" name="Google Shape;770;p77"/>
          <p:cNvPicPr preferRelativeResize="0"/>
          <p:nvPr/>
        </p:nvPicPr>
        <p:blipFill>
          <a:blip r:embed="rId5">
            <a:alphaModFix/>
          </a:blip>
          <a:stretch>
            <a:fillRect/>
          </a:stretch>
        </p:blipFill>
        <p:spPr>
          <a:xfrm>
            <a:off x="6323634" y="1484801"/>
            <a:ext cx="1996723" cy="133115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774" name="Shape 774"/>
        <p:cNvGrpSpPr/>
        <p:nvPr/>
      </p:nvGrpSpPr>
      <p:grpSpPr>
        <a:xfrm>
          <a:off x="0" y="0"/>
          <a:ext cx="0" cy="0"/>
          <a:chOff x="0" y="0"/>
          <a:chExt cx="0" cy="0"/>
        </a:xfrm>
      </p:grpSpPr>
      <p:pic>
        <p:nvPicPr>
          <p:cNvPr id="775" name="Google Shape;775;p78" title="RAPID EXPRESS (1).png"/>
          <p:cNvPicPr preferRelativeResize="0"/>
          <p:nvPr/>
        </p:nvPicPr>
        <p:blipFill>
          <a:blip r:embed="rId3">
            <a:alphaModFix/>
          </a:blip>
          <a:stretch>
            <a:fillRect/>
          </a:stretch>
        </p:blipFill>
        <p:spPr>
          <a:xfrm>
            <a:off x="2152650" y="152400"/>
            <a:ext cx="4838700"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ultipurpose Business Template">
  <a:themeElements>
    <a:clrScheme name="Simple Light">
      <a:dk1>
        <a:srgbClr val="BFCE84"/>
      </a:dk1>
      <a:lt1>
        <a:srgbClr val="0E2A22"/>
      </a:lt1>
      <a:dk2>
        <a:srgbClr val="FFF9F3"/>
      </a:dk2>
      <a:lt2>
        <a:srgbClr val="FFFFFF"/>
      </a:lt2>
      <a:accent1>
        <a:srgbClr val="FFFFFF"/>
      </a:accent1>
      <a:accent2>
        <a:srgbClr val="FFFFFF"/>
      </a:accent2>
      <a:accent3>
        <a:srgbClr val="FFFFFF"/>
      </a:accent3>
      <a:accent4>
        <a:srgbClr val="FFFFFF"/>
      </a:accent4>
      <a:accent5>
        <a:srgbClr val="FFFFFF"/>
      </a:accent5>
      <a:accent6>
        <a:srgbClr val="FFFFFF"/>
      </a:accent6>
      <a:hlink>
        <a:srgbClr val="BFCE8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ature Inspired design by Slidesgo">
  <a:themeElements>
    <a:clrScheme name="Simple Light">
      <a:dk1>
        <a:srgbClr val="FFFFFF"/>
      </a:dk1>
      <a:lt1>
        <a:srgbClr val="1A3D2E"/>
      </a:lt1>
      <a:dk2>
        <a:srgbClr val="FFFFFF"/>
      </a:dk2>
      <a:lt2>
        <a:srgbClr val="FFFFFF"/>
      </a:lt2>
      <a:accent1>
        <a:srgbClr val="FFFFFF"/>
      </a:accent1>
      <a:accent2>
        <a:srgbClr val="FFECB6"/>
      </a:accent2>
      <a:accent3>
        <a:srgbClr val="FFFFFF"/>
      </a:accent3>
      <a:accent4>
        <a:srgbClr val="FFFFFF"/>
      </a:accent4>
      <a:accent5>
        <a:srgbClr val="FFFFFF"/>
      </a:accent5>
      <a:accent6>
        <a:srgbClr val="FFFFFF"/>
      </a:accent6>
      <a:hlink>
        <a:srgbClr val="1A3D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