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ED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F496D-8A6A-41FE-FEAA-5C4B7D755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A8ED4D-4729-CB57-DC9A-377B88300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4857B4-CF9F-CFBF-C64F-F544C3CF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16A2-06CD-4F41-8338-8C7E8A2423F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70E199-7667-6083-9C76-B88ABA3B0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2C96EF-30BB-53EF-AF11-6340E02A3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E7CD-8541-4623-BC91-5617F0C2B0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392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A3718D-7F65-0408-77A9-5DF6CA2CB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27D886-6D61-0CE1-FFF2-12B61F3B9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64E201-B2AC-A8EA-4698-3506D857E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16A2-06CD-4F41-8338-8C7E8A2423F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741FC2-9955-1284-3E72-C4AB98D05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EC67B7-6A4A-6C31-7F6E-74A48FA63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E7CD-8541-4623-BC91-5617F0C2B0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2377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CE5AD-8300-26E9-B4A4-90CA8AA0F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6A8889-5105-D03E-73D3-4F3257A2D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427D3A-BB16-C6C2-5B47-DECC37B85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16A2-06CD-4F41-8338-8C7E8A2423F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CB9379-F317-52A4-1DB3-2B61F32B7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5E4792-A825-471F-12BA-9A1F5EB48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E7CD-8541-4623-BC91-5617F0C2B0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8042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CDE48-497B-1BAF-676D-F2D0B8CE1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D847FE-C314-86FF-A33D-14154FF824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0DB80A0-C181-F264-770D-5E1A67217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FC1D4C-CE8B-7020-FC33-1A14B288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16A2-06CD-4F41-8338-8C7E8A2423F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79AEEB-00E6-B5BF-F852-25E6766E8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DCCE99-4E95-BC4A-99DB-8EE54D20A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E7CD-8541-4623-BC91-5617F0C2B0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056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616DB2-1D3F-9FB2-3FCB-3987DCAF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9F58E7-3EBA-DC9A-0F0E-3990F8B1E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6D0C33-EECA-B8B2-B980-2B7F7A65F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83E0EED-9084-B3E1-DC4C-DE84DABE49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6776A3F-016D-3651-307D-6C1E4004BE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34EBC3E-06C2-7B4E-B5EB-F1BF37246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16A2-06CD-4F41-8338-8C7E8A2423F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642107F-A461-51F8-2C48-40F3237C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A42B6AA-C052-16C0-8B0A-E17F280AE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E7CD-8541-4623-BC91-5617F0C2B0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7601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EF244-05BC-6999-1CFB-E14A5596C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4BC58C0-0E68-73DF-74C4-A62ABF51B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16A2-06CD-4F41-8338-8C7E8A2423F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82E86FD-BBC2-8598-4C2F-15A31161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99D127F-4F58-CBB7-FF1F-49066809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E7CD-8541-4623-BC91-5617F0C2B0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2518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551F39-107F-C79A-5F29-F489DB59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16A2-06CD-4F41-8338-8C7E8A2423F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25AF01D-F265-51E9-986C-D6F104D96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216AEC-15B5-7587-577A-1297FD088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E7CD-8541-4623-BC91-5617F0C2B0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2620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0B375-9710-1DAD-98B0-9C5E573B7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C4CEA6-E4DC-3B1D-F82F-1EF8DE0CE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50A8AA-0A09-3469-1CD0-BBC7F1F9C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D45EEA-14BB-EDE2-BDBB-77642F73D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16A2-06CD-4F41-8338-8C7E8A2423F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EAB163-6CD5-11E9-3D46-D9D5EAD65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CBDBF3-926A-08B6-5EEB-F188CC4EF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E7CD-8541-4623-BC91-5617F0C2B0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4921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63934-CA75-E7B5-A068-BE15A7166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C7A546-E37F-D500-3F59-6157E4B59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F2AFBB-40FA-EB8E-9640-1BB97E757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A53414-CA67-EA7B-A88C-66677A591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16A2-06CD-4F41-8338-8C7E8A2423F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4C01D3-9E8E-050E-5D9E-D04BF94B6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07490E-8C37-FF95-E208-410C47D7E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E7CD-8541-4623-BC91-5617F0C2B0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8654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D58CF-031A-9400-B847-A8352496B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6DCE58-7E31-2B95-C56A-941350F71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7A6D4F-96D8-CC25-4F58-5DEAACE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16A2-06CD-4F41-8338-8C7E8A2423F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F136C4-5BB9-2AB4-1269-B9CC150D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79E781-2839-F932-8047-43893C9F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E7CD-8541-4623-BC91-5617F0C2B0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6731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6C6416-874A-545E-7AA6-2852930F01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226C89-E48F-C6F2-3C5F-433B458B6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C4F2F2-9A81-3A5D-FCB0-319D007D4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C16A2-06CD-4F41-8338-8C7E8A2423F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D40826-2279-5115-D806-7F007881B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DD0223-E3AE-AD8C-5031-9CA3B62B7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E7CD-8541-4623-BC91-5617F0C2B0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0413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4E612D2-3918-3B0F-E602-617319138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02D2E7-BB81-0DC2-147B-44AA5433B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0FD05E-D366-AFE1-60C3-953CBCD70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C16A2-06CD-4F41-8338-8C7E8A2423F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02A25F-64E1-9B88-78AC-7592571A2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40EA3E-347A-E973-4C41-949F6A4E3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2E7CD-8541-4623-BC91-5617F0C2B0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7683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B72253C-70DA-75CE-8660-54B8B7377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83" y="2996452"/>
            <a:ext cx="4551830" cy="3034553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DB30449-1409-AC58-CC51-F74B11ACF5B5}"/>
              </a:ext>
            </a:extLst>
          </p:cNvPr>
          <p:cNvSpPr/>
          <p:nvPr/>
        </p:nvSpPr>
        <p:spPr>
          <a:xfrm>
            <a:off x="5818093" y="3659771"/>
            <a:ext cx="5306019" cy="2860897"/>
          </a:xfrm>
          <a:prstGeom prst="roundRect">
            <a:avLst/>
          </a:prstGeom>
          <a:solidFill>
            <a:srgbClr val="43ED1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/>
              <a:t>Vanessa Plaza</a:t>
            </a:r>
          </a:p>
          <a:p>
            <a:pPr algn="ctr"/>
            <a:endParaRPr lang="es-ES" sz="3600" dirty="0"/>
          </a:p>
          <a:p>
            <a:pPr algn="ctr"/>
            <a:r>
              <a:rPr lang="es-ES" sz="3600" dirty="0"/>
              <a:t>Alexei Levitchi</a:t>
            </a:r>
          </a:p>
          <a:p>
            <a:pPr algn="ctr"/>
            <a:endParaRPr lang="es-ES" sz="3600" dirty="0"/>
          </a:p>
          <a:p>
            <a:pPr algn="ctr"/>
            <a:r>
              <a:rPr lang="es-ES" sz="3600" dirty="0"/>
              <a:t>Ignacio Soldevilla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379E9A1-2510-448C-2C10-6A929FEBF8B4}"/>
              </a:ext>
            </a:extLst>
          </p:cNvPr>
          <p:cNvSpPr/>
          <p:nvPr/>
        </p:nvSpPr>
        <p:spPr>
          <a:xfrm>
            <a:off x="879628" y="744070"/>
            <a:ext cx="5772184" cy="179185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Departamento de Análisis de datos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890DECE-E3A4-D08C-3AE6-5BFFAEE49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481" y="175968"/>
            <a:ext cx="4661036" cy="310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682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8C3FE-75E3-3D56-300F-497BF9AA4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043"/>
            <a:ext cx="10515600" cy="809251"/>
          </a:xfrm>
        </p:spPr>
        <p:txBody>
          <a:bodyPr/>
          <a:lstStyle/>
          <a:p>
            <a:r>
              <a:rPr lang="es-ES" dirty="0"/>
              <a:t>CONTEXTO DE NEGOCIO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2986653-FD1F-7749-2A19-D78B3279D4A0}"/>
              </a:ext>
            </a:extLst>
          </p:cNvPr>
          <p:cNvSpPr/>
          <p:nvPr/>
        </p:nvSpPr>
        <p:spPr>
          <a:xfrm>
            <a:off x="107577" y="1030941"/>
            <a:ext cx="11860305" cy="20170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Partimos de un </a:t>
            </a:r>
            <a:r>
              <a:rPr lang="es-ES" dirty="0" err="1"/>
              <a:t>dataset</a:t>
            </a:r>
            <a:r>
              <a:rPr lang="es-ES" dirty="0"/>
              <a:t> donde cada fila es un anuncio de un apartamento en alquiler turístico.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La </a:t>
            </a:r>
            <a:r>
              <a:rPr lang="es-ES" b="1" dirty="0"/>
              <a:t>disponibilidad</a:t>
            </a:r>
            <a:r>
              <a:rPr lang="es-ES" dirty="0"/>
              <a:t> (`availability_30/60/90/365`) la fija el </a:t>
            </a:r>
            <a:r>
              <a:rPr lang="es-ES" i="1" dirty="0"/>
              <a:t>*host*</a:t>
            </a:r>
            <a:r>
              <a:rPr lang="es-ES" dirty="0"/>
              <a:t> (dueño), e indica los días libres en cada horizonte.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La variable `</a:t>
            </a:r>
            <a:r>
              <a:rPr lang="es-ES" dirty="0" err="1"/>
              <a:t>insert_date</a:t>
            </a:r>
            <a:r>
              <a:rPr lang="es-ES" dirty="0"/>
              <a:t>` es la </a:t>
            </a:r>
            <a:r>
              <a:rPr lang="es-ES" b="1" dirty="0"/>
              <a:t>fecha de extracción</a:t>
            </a:r>
            <a:r>
              <a:rPr lang="es-ES" dirty="0"/>
              <a:t> de la información desde otro software, por lo que el </a:t>
            </a:r>
            <a:r>
              <a:rPr lang="es-ES" dirty="0" err="1"/>
              <a:t>dataset</a:t>
            </a:r>
            <a:r>
              <a:rPr lang="es-ES" dirty="0"/>
              <a:t> es una </a:t>
            </a:r>
            <a:r>
              <a:rPr lang="es-ES" i="1" dirty="0"/>
              <a:t>“fotografía”</a:t>
            </a:r>
            <a:r>
              <a:rPr lang="es-ES" dirty="0"/>
              <a:t> (no una serie temporal completa).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9EC7256-44C0-B5D4-A2F7-2DDE3A284B49}"/>
              </a:ext>
            </a:extLst>
          </p:cNvPr>
          <p:cNvSpPr/>
          <p:nvPr/>
        </p:nvSpPr>
        <p:spPr>
          <a:xfrm>
            <a:off x="107577" y="3200400"/>
            <a:ext cx="3352800" cy="20170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/>
              <a:t>CONTROL DE REGISTROS:</a:t>
            </a:r>
          </a:p>
          <a:p>
            <a:r>
              <a:rPr lang="es-ES" dirty="0"/>
              <a:t>-------------------------------------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TOTAL REGISTROS: 7001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ID ÚNICOS: 6733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ID EXTRAS: 268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ID DUPLICADOS: 261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ID DUPLICADOS EXACTOS: 0</a:t>
            </a:r>
          </a:p>
        </p:txBody>
      </p:sp>
    </p:spTree>
    <p:extLst>
      <p:ext uri="{BB962C8B-B14F-4D97-AF65-F5344CB8AC3E}">
        <p14:creationId xmlns:p14="http://schemas.microsoft.com/office/powerpoint/2010/main" val="4197611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08B16-0C9D-1C25-2D26-7A1EE1D55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078"/>
            <a:ext cx="10515600" cy="1078193"/>
          </a:xfrm>
        </p:spPr>
        <p:txBody>
          <a:bodyPr>
            <a:normAutofit fontScale="90000"/>
          </a:bodyPr>
          <a:lstStyle/>
          <a:p>
            <a:r>
              <a:rPr lang="es-ES" dirty="0"/>
              <a:t>ANALISIS DE MARKETING Y ESTRATEGIA COMERCIAL</a:t>
            </a:r>
          </a:p>
        </p:txBody>
      </p:sp>
    </p:spTree>
    <p:extLst>
      <p:ext uri="{BB962C8B-B14F-4D97-AF65-F5344CB8AC3E}">
        <p14:creationId xmlns:p14="http://schemas.microsoft.com/office/powerpoint/2010/main" val="3451881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995D6-DA13-2DF7-173E-0DAF09736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543"/>
            <a:ext cx="10515600" cy="1129552"/>
          </a:xfrm>
        </p:spPr>
        <p:txBody>
          <a:bodyPr>
            <a:normAutofit fontScale="90000"/>
          </a:bodyPr>
          <a:lstStyle/>
          <a:p>
            <a:r>
              <a:rPr lang="es-ES" dirty="0"/>
              <a:t>ANALISIS DE OPERACIONES Y GESTION DE INVENTARIO</a:t>
            </a:r>
          </a:p>
        </p:txBody>
      </p:sp>
    </p:spTree>
    <p:extLst>
      <p:ext uri="{BB962C8B-B14F-4D97-AF65-F5344CB8AC3E}">
        <p14:creationId xmlns:p14="http://schemas.microsoft.com/office/powerpoint/2010/main" val="2856513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577E7C6-BA55-3108-A158-A1243B300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5522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131</Words>
  <Application>Microsoft Office PowerPoint</Application>
  <PresentationFormat>Panorámica</PresentationFormat>
  <Paragraphs>21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CONTEXTO DE NEGOCIO</vt:lpstr>
      <vt:lpstr>ANALISIS DE MARKETING Y ESTRATEGIA COMERCIAL</vt:lpstr>
      <vt:lpstr>ANALISIS DE OPERACIONES Y GESTION DE INVENTARIO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Ignacio Soldevilla</dc:creator>
  <cp:lastModifiedBy>Ignacio Soldevilla</cp:lastModifiedBy>
  <cp:revision>8</cp:revision>
  <dcterms:created xsi:type="dcterms:W3CDTF">2026-05-29T14:13:05Z</dcterms:created>
  <dcterms:modified xsi:type="dcterms:W3CDTF">2026-05-29T15:05:28Z</dcterms:modified>
</cp:coreProperties>
</file>