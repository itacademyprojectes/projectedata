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73" r:id="rId3"/>
    <p:sldId id="257" r:id="rId4"/>
    <p:sldId id="271" r:id="rId5"/>
    <p:sldId id="272" r:id="rId6"/>
    <p:sldId id="266" r:id="rId7"/>
    <p:sldId id="267" r:id="rId8"/>
    <p:sldId id="268" r:id="rId9"/>
    <p:sldId id="274" r:id="rId10"/>
    <p:sldId id="275" r:id="rId11"/>
    <p:sldId id="258" r:id="rId12"/>
    <p:sldId id="259" r:id="rId13"/>
    <p:sldId id="260" r:id="rId14"/>
    <p:sldId id="276" r:id="rId15"/>
    <p:sldId id="280" r:id="rId16"/>
    <p:sldId id="277" r:id="rId17"/>
    <p:sldId id="278" r:id="rId18"/>
    <p:sldId id="279" r:id="rId19"/>
    <p:sldId id="264" r:id="rId20"/>
    <p:sldId id="26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046" autoAdjust="0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9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9707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91CCA-3FA2-3CFF-4760-EEAA2C83B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68DD48-4553-79A6-526C-BEEBA4A286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BED563-8AB6-B578-8FDA-00A7E5D389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93E66C-FDEF-B37E-146F-4C3A084183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0248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C7623-FACD-0C2C-9D37-0210C4CD4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1AA0A6-D1D1-77B2-D063-110ED3428F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89E451-D0D6-9619-2C31-5882DA91E7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6662F-AB01-7689-AC4F-F84D4B2968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7521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6479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9499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ANALISTAS DE DATOS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StaySpain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inventario de alojamientos turísticos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71600" y="3108960"/>
            <a:ext cx="6400800" cy="1280160"/>
          </a:xfrm>
          <a:prstGeom prst="rect">
            <a:avLst/>
          </a:prstGeom>
          <a:solidFill>
            <a:srgbClr val="26487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371600" y="32004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DE ANALISTAS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71600" y="352044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Alexei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Levitchi</a:t>
            </a:r>
            <a:endParaRPr lang="en-US" sz="1500" dirty="0"/>
          </a:p>
          <a:p>
            <a:pPr algn="ctr">
              <a:spcAft>
                <a:spcPts val="200"/>
              </a:spcAft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Vanessa Plaza</a:t>
            </a:r>
            <a:endParaRPr lang="en-US" sz="1500" dirty="0"/>
          </a:p>
          <a:p>
            <a:pPr algn="ctr">
              <a:spcAft>
                <a:spcPts val="200"/>
              </a:spcAft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Ignacio Soldevilla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 2026</a:t>
            </a:r>
            <a:endParaRPr lang="en-US" sz="1100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09896478-069A-128A-C109-AD3AD049D3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84" t="25211" r="17962" b="35260"/>
          <a:stretch>
            <a:fillRect/>
          </a:stretch>
        </p:blipFill>
        <p:spPr>
          <a:xfrm>
            <a:off x="2663688" y="1188720"/>
            <a:ext cx="3806686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CBA5976-3C73-70EF-275F-54BFCE19A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334"/>
            <a:ext cx="9144000" cy="5110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62720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PUNTO DE PARTIDA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Dataset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4484370" y="1324556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4712970" y="14159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712970" y="165374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8.000 registros iniciales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12970" y="200121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variables · 8 ciudades españolas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84370" y="2467556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4712970" y="25589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12970" y="279674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Distribuciones asimétricas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12970" y="314421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Calendarios polarizados (saturados o vacíos)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84370" y="3610556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4712970" y="37019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· Hallazgo clave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12970" y="393974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307 filas eliminadas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712970" y="428721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anuncio en distintas fechas de extracción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7.693 alojamientos únicos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incluye además: cadenas vacías → NaN, conversión de tipos (fechas, booleanos), ceros de score sin reseña → NaN.</a:t>
            </a:r>
            <a:endParaRPr lang="en-US" sz="900" dirty="0"/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F7879402-34C4-2EEA-651A-4585A5071D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25890"/>
            <a:ext cx="3195337" cy="36289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8AC23-49FF-F344-75A0-DD9555310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A4EC7ECF-551C-ED3A-62BB-038BB450B7B6}"/>
              </a:ext>
            </a:extLst>
          </p:cNvPr>
          <p:cNvSpPr/>
          <p:nvPr/>
        </p:nvSpPr>
        <p:spPr>
          <a:xfrm>
            <a:off x="362373" y="13547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Lógica</a:t>
            </a:r>
            <a:r>
              <a:rPr lang="en-US" sz="3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 </a:t>
            </a:r>
            <a:r>
              <a:rPr lang="en-US" sz="38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limpieza</a:t>
            </a:r>
            <a:r>
              <a:rPr lang="en-US" sz="3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 </a:t>
            </a:r>
            <a:r>
              <a:rPr lang="en-US" sz="38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depuración</a:t>
            </a:r>
            <a:endParaRPr lang="en-US" sz="38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0752296-0699-9D64-A4FF-787B5C4DE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6549" y="699347"/>
            <a:ext cx="5791894" cy="4430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796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909F7-6F3C-C870-7A82-EBD05E136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32A384BD-9687-02BB-8C32-4EE3B229256A}"/>
              </a:ext>
            </a:extLst>
          </p:cNvPr>
          <p:cNvSpPr/>
          <p:nvPr/>
        </p:nvSpPr>
        <p:spPr>
          <a:xfrm>
            <a:off x="362373" y="13547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Tratamiento</a:t>
            </a:r>
            <a:r>
              <a:rPr lang="en-US" sz="3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 </a:t>
            </a:r>
            <a:r>
              <a:rPr lang="en-US" sz="38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valores</a:t>
            </a:r>
            <a:r>
              <a:rPr lang="en-US" sz="3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38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nulos</a:t>
            </a:r>
            <a:endParaRPr lang="en-US" sz="38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BD250CA-61B4-E134-DF52-88BA15F3E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1" y="571925"/>
            <a:ext cx="3994150" cy="4501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5230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ANÁLISIS COMERCIAL · MARKETING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pregunta</a:t>
            </a:r>
            <a:endParaRPr lang="en-US" sz="3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ANÁLISIS COMERCIAL · MARKETING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Hallazgos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15513180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ANÁLISIS COMERCIAL · MARKETING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Recomendaciones</a:t>
            </a:r>
            <a:endParaRPr lang="en-US" sz="3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294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294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294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294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294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294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8FAC3-8B44-8A22-5D4F-85BF427BD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2C0C515C-9593-2CF3-96D1-07CFEFBE72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098"/>
          <a:stretch>
            <a:fillRect/>
          </a:stretch>
        </p:blipFill>
        <p:spPr>
          <a:xfrm>
            <a:off x="0" y="13586"/>
            <a:ext cx="9144000" cy="512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5903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294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294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546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CONCLUSIONES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Reflexiones conjuntas del equipo</a:t>
            </a:r>
            <a:endParaRPr lang="en-US" sz="3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Analistas de Datos · StaySpain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</TotalTime>
  <Words>152</Words>
  <Application>Microsoft Office PowerPoint</Application>
  <PresentationFormat>Presentación en pantalla (16:9)</PresentationFormat>
  <Paragraphs>43</Paragraphs>
  <Slides>20</Slides>
  <Notes>9</Notes>
  <HiddenSlides>1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4" baseType="lpstr">
      <vt:lpstr>Arial</vt:lpstr>
      <vt:lpstr>Calibri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StaySpain · Análisis Operacional</dc:title>
  <dc:subject>PptxGenJS Presentation</dc:subject>
  <dc:creator>Equip 29</dc:creator>
  <cp:lastModifiedBy>Ignacio Soldevilla</cp:lastModifiedBy>
  <cp:revision>22</cp:revision>
  <dcterms:created xsi:type="dcterms:W3CDTF">2026-05-31T10:25:18Z</dcterms:created>
  <dcterms:modified xsi:type="dcterms:W3CDTF">2026-06-06T16:34:44Z</dcterms:modified>
</cp:coreProperties>
</file>