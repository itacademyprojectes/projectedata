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3" r:id="rId3"/>
    <p:sldId id="257" r:id="rId4"/>
    <p:sldId id="271" r:id="rId5"/>
    <p:sldId id="272" r:id="rId6"/>
    <p:sldId id="266" r:id="rId7"/>
    <p:sldId id="267" r:id="rId8"/>
    <p:sldId id="268" r:id="rId9"/>
    <p:sldId id="261" r:id="rId10"/>
    <p:sldId id="262" r:id="rId11"/>
    <p:sldId id="263" r:id="rId12"/>
    <p:sldId id="264" r:id="rId13"/>
    <p:sldId id="265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970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91CCA-3FA2-3CFF-4760-EEAA2C83B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8DD48-4553-79A6-526C-BEEBA4A28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BED563-8AB6-B578-8FDA-00A7E5D38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3E66C-FDEF-B37E-146F-4C3A084183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0248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C7623-FACD-0C2C-9D37-0210C4CD4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AA0A6-D1D1-77B2-D063-110ED3428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9E451-D0D6-9619-2C31-5882DA91E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6662F-AB01-7689-AC4F-F84D4B2968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752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6479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DESAFÍO Nº 2 · DEPARTAMENTO DE ANALISTAS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StaySpain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inventario de alojamientos turísticos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71600" y="3108960"/>
            <a:ext cx="6400800" cy="1280160"/>
          </a:xfrm>
          <a:prstGeom prst="rect">
            <a:avLst/>
          </a:prstGeom>
          <a:solidFill>
            <a:srgbClr val="26487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71600" y="3200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ANALISTAS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71600" y="35204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Alexei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Levitchi</a:t>
            </a:r>
            <a:endParaRPr lang="en-US" sz="1500" dirty="0"/>
          </a:p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Vanessa Plaza</a:t>
            </a:r>
            <a:endParaRPr lang="en-US" sz="1500" dirty="0"/>
          </a:p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Ignacio Soldevilla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29  ·  Junio 2026</a:t>
            </a:r>
            <a:endParaRPr lang="en-US" sz="11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9896478-069A-128A-C109-AD3AD049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4" t="25211" r="17962" b="35260"/>
          <a:stretch>
            <a:fillRect/>
          </a:stretch>
        </p:blipFill>
        <p:spPr>
          <a:xfrm>
            <a:off x="2663688" y="1188720"/>
            <a:ext cx="3806686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CBA5976-3C73-70EF-275F-54BFCE19A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34"/>
            <a:ext cx="9144000" cy="511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272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PUNTO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Dataset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negocio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StaySpain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plataforma digital que conecta anfitriones y huéspedes en toda España.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Departamento de Analistas de Datos, nuestro trabajo es transformar la información de los anuncios en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estratégico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la dirección.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es una </a:t>
            </a: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fotografía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los anuncios publicados — no una serie temporal — con información de ubicación, capacidad, calendario y valoraciones.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41599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74920" y="150743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74920" y="174518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8.000 registros iniciales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074920" y="209265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variables · 8 ciudades españolas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46320" y="255899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074920" y="265043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74920" y="288818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Distribuciones asimétricas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74920" y="323565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Calendarios polarizados (saturados o vacíos)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370199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074920" y="379343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· Hallazgo clave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4920" y="403118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307 filas eliminadas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74920" y="437865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anuncio en distintas fechas de extracción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7.693 alojamientos únicos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incluye además: cadenas vacías → NaN, conversión de tipos (fechas, booleanos), ceros de score sin reseña → NaN.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AC23-49FF-F344-75A0-DD9555310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4EC7ECF-551C-ED3A-62BB-038BB450B7B6}"/>
              </a:ext>
            </a:extLst>
          </p:cNvPr>
          <p:cNvSpPr/>
          <p:nvPr/>
        </p:nvSpPr>
        <p:spPr>
          <a:xfrm>
            <a:off x="362373" y="13547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Lógica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limpieza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depuración</a:t>
            </a:r>
            <a:endParaRPr lang="en-US" sz="38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BEEA8D0-816F-C072-892D-85975CF35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4" y="699347"/>
            <a:ext cx="9085339" cy="436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796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09F7-6F3C-C870-7A82-EBD05E136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2A384BD-9687-02BB-8C32-4EE3B229256A}"/>
              </a:ext>
            </a:extLst>
          </p:cNvPr>
          <p:cNvSpPr/>
          <p:nvPr/>
        </p:nvSpPr>
        <p:spPr>
          <a:xfrm>
            <a:off x="362373" y="13547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Tratamiento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valores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nulos</a:t>
            </a:r>
            <a:endParaRPr lang="en-US" sz="38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BD250CA-61B4-E134-DF52-88BA15F3E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5600" y="616375"/>
            <a:ext cx="5398179" cy="450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23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pregunta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1551318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Recomendaciones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ANÁLISIS OPERACIONAL · OPERACIONES E INVENTARIO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pregunta y respuesta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ANÁLISIS OPERACIONAL · OPERACIONES E INVENTARIO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por segmento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ANÁLISIS OPERACIONAL · OPERACIONES E INVENTARIO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Propuestas para la directora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CONCLUSIONES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Reflexiones conjuntas del equipo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29 · Departamento de Analistas de Datos · StaySpain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266</Words>
  <Application>Microsoft Office PowerPoint</Application>
  <PresentationFormat>Presentación en pantalla (16:9)</PresentationFormat>
  <Paragraphs>58</Paragraphs>
  <Slides>13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StaySpain · Análisis Operacional</dc:title>
  <dc:subject>PptxGenJS Presentation</dc:subject>
  <dc:creator>Equip 29</dc:creator>
  <cp:lastModifiedBy>Ignacio Soldevilla</cp:lastModifiedBy>
  <cp:revision>16</cp:revision>
  <dcterms:created xsi:type="dcterms:W3CDTF">2026-05-31T10:25:18Z</dcterms:created>
  <dcterms:modified xsi:type="dcterms:W3CDTF">2026-06-05T08:14:34Z</dcterms:modified>
</cp:coreProperties>
</file>